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Arimo" panose="020B0604020202020204" charset="0"/>
      <p:regular r:id="rId31"/>
    </p:embeddedFont>
    <p:embeddedFont>
      <p:font typeface="Arimo Bold" panose="020B0604020202020204" charset="0"/>
      <p:regular r:id="rId32"/>
    </p:embeddedFont>
    <p:embeddedFont>
      <p:font typeface="Cabin" panose="020B0604020202020204" charset="0"/>
      <p:regular r:id="rId33"/>
    </p:embeddedFont>
    <p:embeddedFont>
      <p:font typeface="Cabin Bold" panose="020B0604020202020204" charset="0"/>
      <p:regular r:id="rId34"/>
    </p:embeddedFont>
    <p:embeddedFont>
      <p:font typeface="Literaturnaya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jpe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.jpe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3" Type="http://schemas.openxmlformats.org/officeDocument/2006/relationships/image" Target="../media/image2.jpeg"/><Relationship Id="rId7" Type="http://schemas.openxmlformats.org/officeDocument/2006/relationships/image" Target="../media/image51.svg"/><Relationship Id="rId12" Type="http://schemas.openxmlformats.org/officeDocument/2006/relationships/image" Target="../media/image56.png"/><Relationship Id="rId17" Type="http://schemas.openxmlformats.org/officeDocument/2006/relationships/image" Target="../media/image6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59.sv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svg"/><Relationship Id="rId1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svg"/><Relationship Id="rId5" Type="http://schemas.openxmlformats.org/officeDocument/2006/relationships/image" Target="../media/image64.sv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svg"/><Relationship Id="rId3" Type="http://schemas.openxmlformats.org/officeDocument/2006/relationships/image" Target="../media/image2.jpeg"/><Relationship Id="rId7" Type="http://schemas.openxmlformats.org/officeDocument/2006/relationships/image" Target="../media/image75.svg"/><Relationship Id="rId12" Type="http://schemas.openxmlformats.org/officeDocument/2006/relationships/image" Target="../media/image80.png"/><Relationship Id="rId17" Type="http://schemas.openxmlformats.org/officeDocument/2006/relationships/image" Target="../media/image85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svg"/><Relationship Id="rId5" Type="http://schemas.openxmlformats.org/officeDocument/2006/relationships/image" Target="../media/image73.svg"/><Relationship Id="rId15" Type="http://schemas.openxmlformats.org/officeDocument/2006/relationships/image" Target="../media/image83.sv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svg"/><Relationship Id="rId14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svg"/><Relationship Id="rId3" Type="http://schemas.openxmlformats.org/officeDocument/2006/relationships/image" Target="../media/image2.jpeg"/><Relationship Id="rId7" Type="http://schemas.openxmlformats.org/officeDocument/2006/relationships/image" Target="../media/image89.sv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93.svg"/><Relationship Id="rId5" Type="http://schemas.openxmlformats.org/officeDocument/2006/relationships/image" Target="../media/image87.sv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2.jpeg"/><Relationship Id="rId7" Type="http://schemas.openxmlformats.org/officeDocument/2006/relationships/image" Target="../media/image9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3.svg"/><Relationship Id="rId5" Type="http://schemas.openxmlformats.org/officeDocument/2006/relationships/image" Target="../media/image97.sv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svg"/><Relationship Id="rId3" Type="http://schemas.openxmlformats.org/officeDocument/2006/relationships/image" Target="../media/image2.jpeg"/><Relationship Id="rId7" Type="http://schemas.openxmlformats.org/officeDocument/2006/relationships/image" Target="../media/image106.sv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0.svg"/><Relationship Id="rId5" Type="http://schemas.openxmlformats.org/officeDocument/2006/relationships/image" Target="../media/image4.svg"/><Relationship Id="rId15" Type="http://schemas.openxmlformats.org/officeDocument/2006/relationships/image" Target="../media/image114.svg"/><Relationship Id="rId10" Type="http://schemas.openxmlformats.org/officeDocument/2006/relationships/image" Target="../media/image109.png"/><Relationship Id="rId4" Type="http://schemas.openxmlformats.org/officeDocument/2006/relationships/image" Target="../media/image3.png"/><Relationship Id="rId9" Type="http://schemas.openxmlformats.org/officeDocument/2006/relationships/image" Target="../media/image108.svg"/><Relationship Id="rId14" Type="http://schemas.openxmlformats.org/officeDocument/2006/relationships/image" Target="../media/image11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2.jpeg"/><Relationship Id="rId7" Type="http://schemas.openxmlformats.org/officeDocument/2006/relationships/image" Target="../media/image11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22.svg"/><Relationship Id="rId5" Type="http://schemas.openxmlformats.org/officeDocument/2006/relationships/image" Target="../media/image116.sv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2.jpeg"/><Relationship Id="rId7" Type="http://schemas.openxmlformats.org/officeDocument/2006/relationships/image" Target="../media/image110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24.svg"/><Relationship Id="rId4" Type="http://schemas.openxmlformats.org/officeDocument/2006/relationships/image" Target="../media/image123.png"/><Relationship Id="rId9" Type="http://schemas.openxmlformats.org/officeDocument/2006/relationships/image" Target="../media/image10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2.svg"/><Relationship Id="rId3" Type="http://schemas.openxmlformats.org/officeDocument/2006/relationships/image" Target="../media/image2.jpeg"/><Relationship Id="rId7" Type="http://schemas.openxmlformats.org/officeDocument/2006/relationships/image" Target="../media/image128.svg"/><Relationship Id="rId12" Type="http://schemas.openxmlformats.org/officeDocument/2006/relationships/image" Target="../media/image131.png"/><Relationship Id="rId17" Type="http://schemas.openxmlformats.org/officeDocument/2006/relationships/image" Target="../media/image136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61.svg"/><Relationship Id="rId5" Type="http://schemas.openxmlformats.org/officeDocument/2006/relationships/image" Target="../media/image126.svg"/><Relationship Id="rId15" Type="http://schemas.openxmlformats.org/officeDocument/2006/relationships/image" Target="../media/image134.svg"/><Relationship Id="rId10" Type="http://schemas.openxmlformats.org/officeDocument/2006/relationships/image" Target="../media/image60.png"/><Relationship Id="rId4" Type="http://schemas.openxmlformats.org/officeDocument/2006/relationships/image" Target="../media/image125.png"/><Relationship Id="rId9" Type="http://schemas.openxmlformats.org/officeDocument/2006/relationships/image" Target="../media/image130.svg"/><Relationship Id="rId14" Type="http://schemas.openxmlformats.org/officeDocument/2006/relationships/image" Target="../media/image1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8.svg"/><Relationship Id="rId4" Type="http://schemas.openxmlformats.org/officeDocument/2006/relationships/image" Target="../media/image1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svg"/><Relationship Id="rId18" Type="http://schemas.openxmlformats.org/officeDocument/2006/relationships/image" Target="../media/image153.png"/><Relationship Id="rId3" Type="http://schemas.openxmlformats.org/officeDocument/2006/relationships/image" Target="../media/image2.jpeg"/><Relationship Id="rId7" Type="http://schemas.openxmlformats.org/officeDocument/2006/relationships/image" Target="../media/image142.svg"/><Relationship Id="rId12" Type="http://schemas.openxmlformats.org/officeDocument/2006/relationships/image" Target="../media/image147.png"/><Relationship Id="rId17" Type="http://schemas.openxmlformats.org/officeDocument/2006/relationships/image" Target="../media/image152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6.svg"/><Relationship Id="rId5" Type="http://schemas.openxmlformats.org/officeDocument/2006/relationships/image" Target="../media/image140.svg"/><Relationship Id="rId15" Type="http://schemas.openxmlformats.org/officeDocument/2006/relationships/image" Target="../media/image150.svg"/><Relationship Id="rId10" Type="http://schemas.openxmlformats.org/officeDocument/2006/relationships/image" Target="../media/image145.png"/><Relationship Id="rId19" Type="http://schemas.openxmlformats.org/officeDocument/2006/relationships/image" Target="../media/image154.svg"/><Relationship Id="rId4" Type="http://schemas.openxmlformats.org/officeDocument/2006/relationships/image" Target="../media/image139.png"/><Relationship Id="rId9" Type="http://schemas.openxmlformats.org/officeDocument/2006/relationships/image" Target="../media/image144.svg"/><Relationship Id="rId14" Type="http://schemas.openxmlformats.org/officeDocument/2006/relationships/image" Target="../media/image14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21.jpeg"/><Relationship Id="rId7" Type="http://schemas.openxmlformats.org/officeDocument/2006/relationships/image" Target="../media/image157.png"/><Relationship Id="rId12" Type="http://schemas.openxmlformats.org/officeDocument/2006/relationships/image" Target="../media/image16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11" Type="http://schemas.openxmlformats.org/officeDocument/2006/relationships/image" Target="../media/image161.png"/><Relationship Id="rId5" Type="http://schemas.openxmlformats.org/officeDocument/2006/relationships/image" Target="../media/image156.svg"/><Relationship Id="rId10" Type="http://schemas.openxmlformats.org/officeDocument/2006/relationships/image" Target="../media/image160.svg"/><Relationship Id="rId4" Type="http://schemas.openxmlformats.org/officeDocument/2006/relationships/image" Target="../media/image155.png"/><Relationship Id="rId9" Type="http://schemas.openxmlformats.org/officeDocument/2006/relationships/image" Target="../media/image1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media.mopinion.com/651df4d90f2fe1225e1284e33749ba1007a9c39a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t="-4666" b="-4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95000"/>
                  </a:srgbClr>
                </a:gs>
                <a:gs pos="100000">
                  <a:srgbClr val="34A853">
                    <a:alpha val="9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2673553"/>
            <a:ext cx="2757488" cy="628650"/>
            <a:chOff x="0" y="0"/>
            <a:chExt cx="36766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76650" cy="838200"/>
            </a:xfrm>
            <a:custGeom>
              <a:avLst/>
              <a:gdLst/>
              <a:ahLst/>
              <a:cxnLst/>
              <a:rect l="l" t="t" r="r" b="b"/>
              <a:pathLst>
                <a:path w="3676650" h="838200">
                  <a:moveTo>
                    <a:pt x="419100" y="0"/>
                  </a:moveTo>
                  <a:lnTo>
                    <a:pt x="3257550" y="0"/>
                  </a:lnTo>
                  <a:cubicBezTo>
                    <a:pt x="3488817" y="0"/>
                    <a:pt x="3676650" y="187833"/>
                    <a:pt x="3676650" y="419100"/>
                  </a:cubicBezTo>
                  <a:cubicBezTo>
                    <a:pt x="3676650" y="650367"/>
                    <a:pt x="3488817" y="838200"/>
                    <a:pt x="32575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99283"/>
            <a:ext cx="2220097" cy="377190"/>
            <a:chOff x="0" y="0"/>
            <a:chExt cx="2960129" cy="5029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60132" cy="502920"/>
            </a:xfrm>
            <a:custGeom>
              <a:avLst/>
              <a:gdLst/>
              <a:ahLst/>
              <a:cxnLst/>
              <a:rect l="l" t="t" r="r" b="b"/>
              <a:pathLst>
                <a:path w="2960132" h="502920">
                  <a:moveTo>
                    <a:pt x="0" y="0"/>
                  </a:moveTo>
                  <a:lnTo>
                    <a:pt x="2960132" y="0"/>
                  </a:lnTo>
                  <a:lnTo>
                    <a:pt x="2960132" y="502920"/>
                  </a:lnTo>
                  <a:lnTo>
                    <a:pt x="0" y="502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686" b="-646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960129" cy="56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spc="112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HOẠT ĐỘNG 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3979145"/>
            <a:ext cx="17573625" cy="1309021"/>
            <a:chOff x="0" y="0"/>
            <a:chExt cx="23431500" cy="17453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31500" cy="1745361"/>
            </a:xfrm>
            <a:custGeom>
              <a:avLst/>
              <a:gdLst/>
              <a:ahLst/>
              <a:cxnLst/>
              <a:rect l="l" t="t" r="r" b="b"/>
              <a:pathLst>
                <a:path w="23431500" h="1745361">
                  <a:moveTo>
                    <a:pt x="0" y="0"/>
                  </a:moveTo>
                  <a:lnTo>
                    <a:pt x="23431500" y="0"/>
                  </a:lnTo>
                  <a:lnTo>
                    <a:pt x="23431500" y="1745361"/>
                  </a:lnTo>
                  <a:lnTo>
                    <a:pt x="0" y="17453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0657" b="-2025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3431500" cy="1754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KHỞI ĐỘNG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5288166"/>
            <a:ext cx="2286000" cy="57150"/>
            <a:chOff x="0" y="0"/>
            <a:chExt cx="3048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" y="7184822"/>
            <a:ext cx="428625" cy="428625"/>
            <a:chOff x="0" y="0"/>
            <a:chExt cx="571500" cy="571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5881" y="7199109"/>
            <a:ext cx="2286000" cy="682531"/>
            <a:chOff x="0" y="0"/>
            <a:chExt cx="3048000" cy="9100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48000" cy="910041"/>
            </a:xfrm>
            <a:custGeom>
              <a:avLst/>
              <a:gdLst/>
              <a:ahLst/>
              <a:cxnLst/>
              <a:rect l="l" t="t" r="r" b="b"/>
              <a:pathLst>
                <a:path w="3048000" h="910041">
                  <a:moveTo>
                    <a:pt x="0" y="0"/>
                  </a:moveTo>
                  <a:lnTo>
                    <a:pt x="3048000" y="0"/>
                  </a:lnTo>
                  <a:lnTo>
                    <a:pt x="3048000" y="910041"/>
                  </a:lnTo>
                  <a:lnTo>
                    <a:pt x="0" y="9100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54" b="54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3048000" cy="976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Thời gian: 5 phút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 khởi động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3457575"/>
            <a:chOff x="0" y="0"/>
            <a:chExt cx="22821900" cy="4610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4610100"/>
            </a:xfrm>
            <a:custGeom>
              <a:avLst/>
              <a:gdLst/>
              <a:ahLst/>
              <a:cxnLst/>
              <a:rect l="l" t="t" r="r" b="b"/>
              <a:pathLst>
                <a:path w="22821900" h="46101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4381500"/>
                  </a:lnTo>
                  <a:cubicBezTo>
                    <a:pt x="22821900" y="4507738"/>
                    <a:pt x="22719537" y="4610100"/>
                    <a:pt x="22593300" y="4610100"/>
                  </a:cubicBezTo>
                  <a:lnTo>
                    <a:pt x="76200" y="4610100"/>
                  </a:lnTo>
                  <a:cubicBezTo>
                    <a:pt x="34163" y="4610100"/>
                    <a:pt x="0" y="4575937"/>
                    <a:pt x="0" y="4533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3457575"/>
            <a:chOff x="0" y="0"/>
            <a:chExt cx="76200" cy="4610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4610100"/>
            </a:xfrm>
            <a:custGeom>
              <a:avLst/>
              <a:gdLst/>
              <a:ahLst/>
              <a:cxnLst/>
              <a:rect l="l" t="t" r="r" b="b"/>
              <a:pathLst>
                <a:path w="76200" h="4610100">
                  <a:moveTo>
                    <a:pt x="76200" y="0"/>
                  </a:moveTo>
                  <a:lnTo>
                    <a:pt x="76200" y="4610100"/>
                  </a:lnTo>
                  <a:cubicBezTo>
                    <a:pt x="34163" y="4610100"/>
                    <a:pt x="0" y="4575937"/>
                    <a:pt x="0" y="4533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85862" y="21145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3100" y="1885950"/>
            <a:ext cx="15659100" cy="563918"/>
            <a:chOff x="0" y="0"/>
            <a:chExt cx="20878800" cy="7518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43100" y="2514419"/>
            <a:ext cx="15616238" cy="842962"/>
            <a:chOff x="0" y="0"/>
            <a:chExt cx="20821650" cy="11239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821650" cy="1123950"/>
            </a:xfrm>
            <a:custGeom>
              <a:avLst/>
              <a:gdLst/>
              <a:ahLst/>
              <a:cxnLst/>
              <a:rect l="l" t="t" r="r" b="b"/>
              <a:pathLst>
                <a:path w="20821650" h="1123950">
                  <a:moveTo>
                    <a:pt x="0" y="0"/>
                  </a:moveTo>
                  <a:lnTo>
                    <a:pt x="20821650" y="0"/>
                  </a:lnTo>
                  <a:lnTo>
                    <a:pt x="2082165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968" b="-3109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082165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Một nhóm học sinh xây dựng trang web giới thiệu chủ đề </a:t>
              </a:r>
              <a:r>
                <a:rPr lang="en-US" sz="202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"Những bài ca đi cùng năm tháng"</a:t>
              </a: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. Sau khi hoàn thành trang web, nhóm muốn biết: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43138" y="3578838"/>
            <a:ext cx="142875" cy="228600"/>
            <a:chOff x="0" y="0"/>
            <a:chExt cx="190500" cy="304800"/>
          </a:xfrm>
        </p:grpSpPr>
        <p:sp>
          <p:nvSpPr>
            <p:cNvPr id="21" name="Freeform 21"/>
            <p:cNvSpPr/>
            <p:nvPr/>
          </p:nvSpPr>
          <p:spPr>
            <a:xfrm>
              <a:off x="38322" y="19066"/>
              <a:ext cx="152463" cy="266716"/>
            </a:xfrm>
            <a:custGeom>
              <a:avLst/>
              <a:gdLst/>
              <a:ahLst/>
              <a:cxnLst/>
              <a:rect l="l" t="t" r="r" b="b"/>
              <a:pathLst>
                <a:path w="152463" h="266716">
                  <a:moveTo>
                    <a:pt x="146844" y="119872"/>
                  </a:moveTo>
                  <a:cubicBezTo>
                    <a:pt x="154337" y="127365"/>
                    <a:pt x="154337" y="139430"/>
                    <a:pt x="146844" y="146796"/>
                  </a:cubicBezTo>
                  <a:lnTo>
                    <a:pt x="32544" y="261096"/>
                  </a:lnTo>
                  <a:cubicBezTo>
                    <a:pt x="25051" y="268589"/>
                    <a:pt x="12986" y="268589"/>
                    <a:pt x="5620" y="261096"/>
                  </a:cubicBezTo>
                  <a:cubicBezTo>
                    <a:pt x="-1746" y="253603"/>
                    <a:pt x="-1873" y="241538"/>
                    <a:pt x="5620" y="234172"/>
                  </a:cubicBezTo>
                  <a:lnTo>
                    <a:pt x="106458" y="133334"/>
                  </a:lnTo>
                  <a:lnTo>
                    <a:pt x="5620" y="32496"/>
                  </a:lnTo>
                  <a:cubicBezTo>
                    <a:pt x="-1873" y="25003"/>
                    <a:pt x="-1873" y="12938"/>
                    <a:pt x="5620" y="5572"/>
                  </a:cubicBezTo>
                  <a:cubicBezTo>
                    <a:pt x="13113" y="-1794"/>
                    <a:pt x="25178" y="-1921"/>
                    <a:pt x="32544" y="5572"/>
                  </a:cubicBezTo>
                  <a:lnTo>
                    <a:pt x="146844" y="119872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71750" y="3521688"/>
            <a:ext cx="4043362" cy="375056"/>
            <a:chOff x="0" y="0"/>
            <a:chExt cx="5391150" cy="5000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91150" cy="500075"/>
            </a:xfrm>
            <a:custGeom>
              <a:avLst/>
              <a:gdLst/>
              <a:ahLst/>
              <a:cxnLst/>
              <a:rect l="l" t="t" r="r" b="b"/>
              <a:pathLst>
                <a:path w="5391150" h="500075">
                  <a:moveTo>
                    <a:pt x="0" y="0"/>
                  </a:moveTo>
                  <a:lnTo>
                    <a:pt x="5391150" y="0"/>
                  </a:lnTo>
                  <a:lnTo>
                    <a:pt x="53911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48" b="-1557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53911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xem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thích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trang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web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không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43138" y="4036038"/>
            <a:ext cx="142875" cy="228600"/>
            <a:chOff x="0" y="0"/>
            <a:chExt cx="190500" cy="304800"/>
          </a:xfrm>
        </p:grpSpPr>
        <p:sp>
          <p:nvSpPr>
            <p:cNvPr id="26" name="Freeform 26"/>
            <p:cNvSpPr/>
            <p:nvPr/>
          </p:nvSpPr>
          <p:spPr>
            <a:xfrm>
              <a:off x="38322" y="19066"/>
              <a:ext cx="152463" cy="266716"/>
            </a:xfrm>
            <a:custGeom>
              <a:avLst/>
              <a:gdLst/>
              <a:ahLst/>
              <a:cxnLst/>
              <a:rect l="l" t="t" r="r" b="b"/>
              <a:pathLst>
                <a:path w="152463" h="266716">
                  <a:moveTo>
                    <a:pt x="146844" y="119872"/>
                  </a:moveTo>
                  <a:cubicBezTo>
                    <a:pt x="154337" y="127365"/>
                    <a:pt x="154337" y="139430"/>
                    <a:pt x="146844" y="146796"/>
                  </a:cubicBezTo>
                  <a:lnTo>
                    <a:pt x="32544" y="261096"/>
                  </a:lnTo>
                  <a:cubicBezTo>
                    <a:pt x="25051" y="268589"/>
                    <a:pt x="12986" y="268589"/>
                    <a:pt x="5620" y="261096"/>
                  </a:cubicBezTo>
                  <a:cubicBezTo>
                    <a:pt x="-1746" y="253603"/>
                    <a:pt x="-1873" y="241538"/>
                    <a:pt x="5620" y="234172"/>
                  </a:cubicBezTo>
                  <a:lnTo>
                    <a:pt x="106458" y="133334"/>
                  </a:lnTo>
                  <a:lnTo>
                    <a:pt x="5620" y="32496"/>
                  </a:lnTo>
                  <a:cubicBezTo>
                    <a:pt x="-1873" y="25003"/>
                    <a:pt x="-1873" y="12938"/>
                    <a:pt x="5620" y="5572"/>
                  </a:cubicBezTo>
                  <a:cubicBezTo>
                    <a:pt x="13113" y="-1794"/>
                    <a:pt x="25178" y="-1921"/>
                    <a:pt x="32544" y="5572"/>
                  </a:cubicBezTo>
                  <a:lnTo>
                    <a:pt x="146844" y="119872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571750" y="3978888"/>
            <a:ext cx="3057525" cy="375056"/>
            <a:chOff x="0" y="0"/>
            <a:chExt cx="4076700" cy="5000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76700" cy="500075"/>
            </a:xfrm>
            <a:custGeom>
              <a:avLst/>
              <a:gdLst/>
              <a:ahLst/>
              <a:cxnLst/>
              <a:rect l="l" t="t" r="r" b="b"/>
              <a:pathLst>
                <a:path w="4076700" h="500075">
                  <a:moveTo>
                    <a:pt x="0" y="0"/>
                  </a:moveTo>
                  <a:lnTo>
                    <a:pt x="4076700" y="0"/>
                  </a:lnTo>
                  <a:lnTo>
                    <a:pt x="40767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132" b="-1045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40767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Nội dung có hữu ích không?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43138" y="4493238"/>
            <a:ext cx="142875" cy="228600"/>
            <a:chOff x="0" y="0"/>
            <a:chExt cx="190500" cy="304800"/>
          </a:xfrm>
        </p:grpSpPr>
        <p:sp>
          <p:nvSpPr>
            <p:cNvPr id="31" name="Freeform 31"/>
            <p:cNvSpPr/>
            <p:nvPr/>
          </p:nvSpPr>
          <p:spPr>
            <a:xfrm>
              <a:off x="38322" y="19066"/>
              <a:ext cx="152463" cy="266716"/>
            </a:xfrm>
            <a:custGeom>
              <a:avLst/>
              <a:gdLst/>
              <a:ahLst/>
              <a:cxnLst/>
              <a:rect l="l" t="t" r="r" b="b"/>
              <a:pathLst>
                <a:path w="152463" h="266716">
                  <a:moveTo>
                    <a:pt x="146844" y="119872"/>
                  </a:moveTo>
                  <a:cubicBezTo>
                    <a:pt x="154337" y="127365"/>
                    <a:pt x="154337" y="139430"/>
                    <a:pt x="146844" y="146796"/>
                  </a:cubicBezTo>
                  <a:lnTo>
                    <a:pt x="32544" y="261096"/>
                  </a:lnTo>
                  <a:cubicBezTo>
                    <a:pt x="25051" y="268589"/>
                    <a:pt x="12986" y="268589"/>
                    <a:pt x="5620" y="261096"/>
                  </a:cubicBezTo>
                  <a:cubicBezTo>
                    <a:pt x="-1746" y="253603"/>
                    <a:pt x="-1873" y="241538"/>
                    <a:pt x="5620" y="234172"/>
                  </a:cubicBezTo>
                  <a:lnTo>
                    <a:pt x="106458" y="133334"/>
                  </a:lnTo>
                  <a:lnTo>
                    <a:pt x="5620" y="32496"/>
                  </a:lnTo>
                  <a:cubicBezTo>
                    <a:pt x="-1873" y="25003"/>
                    <a:pt x="-1873" y="12938"/>
                    <a:pt x="5620" y="5572"/>
                  </a:cubicBezTo>
                  <a:cubicBezTo>
                    <a:pt x="13113" y="-1794"/>
                    <a:pt x="25178" y="-1921"/>
                    <a:pt x="32544" y="5572"/>
                  </a:cubicBezTo>
                  <a:lnTo>
                    <a:pt x="146844" y="119872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571750" y="4436088"/>
            <a:ext cx="4943475" cy="428625"/>
            <a:chOff x="0" y="0"/>
            <a:chExt cx="6591300" cy="571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591300" cy="571500"/>
            </a:xfrm>
            <a:custGeom>
              <a:avLst/>
              <a:gdLst/>
              <a:ahLst/>
              <a:cxnLst/>
              <a:rect l="l" t="t" r="r" b="b"/>
              <a:pathLst>
                <a:path w="6591300" h="571500">
                  <a:moveTo>
                    <a:pt x="0" y="0"/>
                  </a:moveTo>
                  <a:lnTo>
                    <a:pt x="6591300" y="0"/>
                  </a:lnTo>
                  <a:lnTo>
                    <a:pt x="65913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727" b="-16472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6591300" cy="63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 xem có góp ý gì để cải thiện trang web?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321913"/>
            <a:ext cx="8429625" cy="2200275"/>
            <a:chOff x="0" y="0"/>
            <a:chExt cx="11239500" cy="29337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239500" cy="2933700"/>
            </a:xfrm>
            <a:custGeom>
              <a:avLst/>
              <a:gdLst/>
              <a:ahLst/>
              <a:cxnLst/>
              <a:rect l="l" t="t" r="r" b="b"/>
              <a:pathLst>
                <a:path w="11239500" h="29337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2705100"/>
                  </a:lnTo>
                  <a:cubicBezTo>
                    <a:pt x="11239500" y="2831338"/>
                    <a:pt x="11137138" y="2933700"/>
                    <a:pt x="11010900" y="2933700"/>
                  </a:cubicBezTo>
                  <a:lnTo>
                    <a:pt x="228600" y="2933700"/>
                  </a:lnTo>
                  <a:cubicBezTo>
                    <a:pt x="102362" y="2933700"/>
                    <a:pt x="0" y="2831338"/>
                    <a:pt x="0" y="2705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321913"/>
            <a:ext cx="8429625" cy="57150"/>
            <a:chOff x="0" y="0"/>
            <a:chExt cx="11239500" cy="76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7250" y="5636238"/>
            <a:ext cx="685800" cy="685800"/>
            <a:chOff x="0" y="0"/>
            <a:chExt cx="9144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43895" y="5779113"/>
            <a:ext cx="257175" cy="472154"/>
            <a:chOff x="0" y="0"/>
            <a:chExt cx="342900" cy="6295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2900" cy="629539"/>
            </a:xfrm>
            <a:custGeom>
              <a:avLst/>
              <a:gdLst/>
              <a:ahLst/>
              <a:cxnLst/>
              <a:rect l="l" t="t" r="r" b="b"/>
              <a:pathLst>
                <a:path w="342900" h="629539">
                  <a:moveTo>
                    <a:pt x="0" y="0"/>
                  </a:moveTo>
                  <a:lnTo>
                    <a:pt x="342900" y="0"/>
                  </a:lnTo>
                  <a:lnTo>
                    <a:pt x="3429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583" r="-149583" b="15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3429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7250" y="6493488"/>
            <a:ext cx="7972425" cy="757199"/>
            <a:chOff x="0" y="0"/>
            <a:chExt cx="10629900" cy="10095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629900" cy="1009599"/>
            </a:xfrm>
            <a:custGeom>
              <a:avLst/>
              <a:gdLst/>
              <a:ahLst/>
              <a:cxnLst/>
              <a:rect l="l" t="t" r="r" b="b"/>
              <a:pathLst>
                <a:path w="10629900" h="1009599">
                  <a:moveTo>
                    <a:pt x="0" y="0"/>
                  </a:moveTo>
                  <a:lnTo>
                    <a:pt x="10629900" y="0"/>
                  </a:lnTo>
                  <a:lnTo>
                    <a:pt x="1062990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095" b="-1542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062990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Theo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em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,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làm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thế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nào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để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xem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trang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web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thể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gửi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ý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kiến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phản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hồi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cho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nhóm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xây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dựng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trang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web?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286875" y="5321913"/>
            <a:ext cx="8429625" cy="2200275"/>
            <a:chOff x="0" y="0"/>
            <a:chExt cx="11239500" cy="29337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239500" cy="2933700"/>
            </a:xfrm>
            <a:custGeom>
              <a:avLst/>
              <a:gdLst/>
              <a:ahLst/>
              <a:cxnLst/>
              <a:rect l="l" t="t" r="r" b="b"/>
              <a:pathLst>
                <a:path w="11239500" h="29337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2705100"/>
                  </a:lnTo>
                  <a:cubicBezTo>
                    <a:pt x="11239500" y="2831338"/>
                    <a:pt x="11137138" y="2933700"/>
                    <a:pt x="11010900" y="2933700"/>
                  </a:cubicBezTo>
                  <a:lnTo>
                    <a:pt x="228600" y="2933700"/>
                  </a:lnTo>
                  <a:cubicBezTo>
                    <a:pt x="102362" y="2933700"/>
                    <a:pt x="0" y="2831338"/>
                    <a:pt x="0" y="2705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286875" y="5321913"/>
            <a:ext cx="8429625" cy="57150"/>
            <a:chOff x="0" y="0"/>
            <a:chExt cx="11239500" cy="76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72625" y="5636238"/>
            <a:ext cx="685800" cy="685800"/>
            <a:chOff x="0" y="0"/>
            <a:chExt cx="914400" cy="9144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835163" y="5779113"/>
            <a:ext cx="300038" cy="472154"/>
            <a:chOff x="0" y="0"/>
            <a:chExt cx="400050" cy="62953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00050" cy="629539"/>
            </a:xfrm>
            <a:custGeom>
              <a:avLst/>
              <a:gdLst/>
              <a:ahLst/>
              <a:cxnLst/>
              <a:rect l="l" t="t" r="r" b="b"/>
              <a:pathLst>
                <a:path w="400050" h="629539">
                  <a:moveTo>
                    <a:pt x="0" y="0"/>
                  </a:moveTo>
                  <a:lnTo>
                    <a:pt x="400050" y="0"/>
                  </a:lnTo>
                  <a:lnTo>
                    <a:pt x="400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 b="15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4000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72625" y="6493488"/>
            <a:ext cx="7972425" cy="757199"/>
            <a:chOff x="0" y="0"/>
            <a:chExt cx="10629900" cy="100959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629900" cy="1009599"/>
            </a:xfrm>
            <a:custGeom>
              <a:avLst/>
              <a:gdLst/>
              <a:ahLst/>
              <a:cxnLst/>
              <a:rect l="l" t="t" r="r" b="b"/>
              <a:pathLst>
                <a:path w="10629900" h="1009599">
                  <a:moveTo>
                    <a:pt x="0" y="0"/>
                  </a:moveTo>
                  <a:lnTo>
                    <a:pt x="10629900" y="0"/>
                  </a:lnTo>
                  <a:lnTo>
                    <a:pt x="1062990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095" b="-1542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1062990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Nếu chỉ đăng địa chỉ email hoặc số điện thoại trên trang web thì có thuận tiện để thu thập ý kiến không? Vì sao?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0075" y="7750788"/>
            <a:ext cx="17116425" cy="800100"/>
            <a:chOff x="0" y="0"/>
            <a:chExt cx="22821900" cy="1066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821900" cy="1066800"/>
            </a:xfrm>
            <a:custGeom>
              <a:avLst/>
              <a:gdLst/>
              <a:ahLst/>
              <a:cxnLst/>
              <a:rect l="l" t="t" r="r" b="b"/>
              <a:pathLst>
                <a:path w="22821900" h="10668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0075" y="7750788"/>
            <a:ext cx="57150" cy="800100"/>
            <a:chOff x="0" y="0"/>
            <a:chExt cx="76200" cy="1066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Freeform 63"/>
          <p:cNvSpPr/>
          <p:nvPr/>
        </p:nvSpPr>
        <p:spPr>
          <a:xfrm>
            <a:off x="857250" y="7979388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0" y="0"/>
                </a:moveTo>
                <a:lnTo>
                  <a:pt x="428625" y="0"/>
                </a:lnTo>
                <a:lnTo>
                  <a:pt x="4286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4" name="Group 64"/>
          <p:cNvGrpSpPr/>
          <p:nvPr/>
        </p:nvGrpSpPr>
        <p:grpSpPr>
          <a:xfrm>
            <a:off x="1457325" y="7979388"/>
            <a:ext cx="8358188" cy="375056"/>
            <a:chOff x="0" y="0"/>
            <a:chExt cx="11144250" cy="50007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144250" cy="500075"/>
            </a:xfrm>
            <a:custGeom>
              <a:avLst/>
              <a:gdLst/>
              <a:ahLst/>
              <a:cxnLst/>
              <a:rect l="l" t="t" r="r" b="b"/>
              <a:pathLst>
                <a:path w="11144250" h="500075">
                  <a:moveTo>
                    <a:pt x="0" y="0"/>
                  </a:moveTo>
                  <a:lnTo>
                    <a:pt x="11144250" y="0"/>
                  </a:lnTo>
                  <a:lnTo>
                    <a:pt x="111442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513" b="-3799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66675"/>
              <a:ext cx="111442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cầu: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Học sinh suy nghĩ cá nhân và thảo luận theo cặp để thống nhất ý kiến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Vai trò của biểu mẫu trên trang web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28775"/>
            <a:ext cx="5529262" cy="2943225"/>
            <a:chOff x="0" y="0"/>
            <a:chExt cx="7372350" cy="3924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72350" cy="3924300"/>
            </a:xfrm>
            <a:custGeom>
              <a:avLst/>
              <a:gdLst/>
              <a:ahLst/>
              <a:cxnLst/>
              <a:rect l="l" t="t" r="r" b="b"/>
              <a:pathLst>
                <a:path w="7372350" h="39243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628775"/>
            <a:ext cx="5529262" cy="57150"/>
            <a:chOff x="0" y="0"/>
            <a:chExt cx="737235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76436" y="1943100"/>
            <a:ext cx="914400" cy="914400"/>
            <a:chOff x="0" y="0"/>
            <a:chExt cx="121920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176473" y="2185988"/>
            <a:ext cx="321469" cy="428625"/>
          </a:xfrm>
          <a:custGeom>
            <a:avLst/>
            <a:gdLst/>
            <a:ahLst/>
            <a:cxnLst/>
            <a:rect l="l" t="t" r="r" b="b"/>
            <a:pathLst>
              <a:path w="321469" h="428625">
                <a:moveTo>
                  <a:pt x="0" y="0"/>
                </a:moveTo>
                <a:lnTo>
                  <a:pt x="321469" y="0"/>
                </a:lnTo>
                <a:lnTo>
                  <a:pt x="321469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2956" y="3028950"/>
            <a:ext cx="5086350" cy="425510"/>
            <a:chOff x="0" y="0"/>
            <a:chExt cx="6781800" cy="5673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81800" cy="567347"/>
            </a:xfrm>
            <a:custGeom>
              <a:avLst/>
              <a:gdLst/>
              <a:ahLst/>
              <a:cxnLst/>
              <a:rect l="l" t="t" r="r" b="b"/>
              <a:pathLst>
                <a:path w="6781800" h="567347">
                  <a:moveTo>
                    <a:pt x="0" y="0"/>
                  </a:moveTo>
                  <a:lnTo>
                    <a:pt x="6781800" y="0"/>
                  </a:lnTo>
                  <a:lnTo>
                    <a:pt x="67818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906" b="-1799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67818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thông tin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0100" y="3543300"/>
            <a:ext cx="5072062" cy="757199"/>
            <a:chOff x="0" y="0"/>
            <a:chExt cx="6762750" cy="1009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62750" cy="1009599"/>
            </a:xfrm>
            <a:custGeom>
              <a:avLst/>
              <a:gdLst/>
              <a:ahLst/>
              <a:cxnLst/>
              <a:rect l="l" t="t" r="r" b="b"/>
              <a:pathLst>
                <a:path w="6762750" h="1009599">
                  <a:moveTo>
                    <a:pt x="0" y="0"/>
                  </a:moveTo>
                  <a:lnTo>
                    <a:pt x="6762750" y="0"/>
                  </a:lnTo>
                  <a:lnTo>
                    <a:pt x="676275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460" b="-795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676275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mẫu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dùng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để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thập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thông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tin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và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phản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hồi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của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dùng</a:t>
              </a:r>
              <a:endParaRPr lang="en-US" sz="1800" dirty="0">
                <a:solidFill>
                  <a:srgbClr val="202124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1693" y="1628775"/>
            <a:ext cx="5529262" cy="2943225"/>
            <a:chOff x="0" y="0"/>
            <a:chExt cx="7372350" cy="3924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72350" cy="3924300"/>
            </a:xfrm>
            <a:custGeom>
              <a:avLst/>
              <a:gdLst/>
              <a:ahLst/>
              <a:cxnLst/>
              <a:rect l="l" t="t" r="r" b="b"/>
              <a:pathLst>
                <a:path w="7372350" h="39243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81693" y="1628775"/>
            <a:ext cx="5529262" cy="57150"/>
            <a:chOff x="0" y="0"/>
            <a:chExt cx="7372350" cy="76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86619" y="194310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59872" y="2185988"/>
            <a:ext cx="375047" cy="428625"/>
            <a:chOff x="0" y="0"/>
            <a:chExt cx="500062" cy="571500"/>
          </a:xfrm>
        </p:grpSpPr>
        <p:sp>
          <p:nvSpPr>
            <p:cNvPr id="27" name="Freeform 27"/>
            <p:cNvSpPr/>
            <p:nvPr/>
          </p:nvSpPr>
          <p:spPr>
            <a:xfrm>
              <a:off x="71374" y="-47"/>
              <a:ext cx="410911" cy="571486"/>
            </a:xfrm>
            <a:custGeom>
              <a:avLst/>
              <a:gdLst/>
              <a:ahLst/>
              <a:cxnLst/>
              <a:rect l="l" t="t" r="r" b="b"/>
              <a:pathLst>
                <a:path w="410911" h="571486">
                  <a:moveTo>
                    <a:pt x="14859" y="2841"/>
                  </a:moveTo>
                  <a:cubicBezTo>
                    <a:pt x="24003" y="-1731"/>
                    <a:pt x="34925" y="-715"/>
                    <a:pt x="42926" y="5381"/>
                  </a:cubicBezTo>
                  <a:lnTo>
                    <a:pt x="400177" y="273224"/>
                  </a:lnTo>
                  <a:cubicBezTo>
                    <a:pt x="409448" y="280209"/>
                    <a:pt x="413131" y="292147"/>
                    <a:pt x="409575" y="303196"/>
                  </a:cubicBezTo>
                  <a:cubicBezTo>
                    <a:pt x="406019" y="314245"/>
                    <a:pt x="395732" y="321484"/>
                    <a:pt x="384175" y="321484"/>
                  </a:cubicBezTo>
                  <a:lnTo>
                    <a:pt x="213995" y="321484"/>
                  </a:lnTo>
                  <a:lnTo>
                    <a:pt x="313182" y="519858"/>
                  </a:lnTo>
                  <a:cubicBezTo>
                    <a:pt x="321945" y="537511"/>
                    <a:pt x="314833" y="558974"/>
                    <a:pt x="297180" y="567737"/>
                  </a:cubicBezTo>
                  <a:cubicBezTo>
                    <a:pt x="279527" y="576500"/>
                    <a:pt x="258064" y="569388"/>
                    <a:pt x="249301" y="551735"/>
                  </a:cubicBezTo>
                  <a:lnTo>
                    <a:pt x="150241" y="353361"/>
                  </a:lnTo>
                  <a:lnTo>
                    <a:pt x="48260" y="489251"/>
                  </a:lnTo>
                  <a:cubicBezTo>
                    <a:pt x="41402" y="498522"/>
                    <a:pt x="29337" y="502205"/>
                    <a:pt x="18288" y="498649"/>
                  </a:cubicBezTo>
                  <a:cubicBezTo>
                    <a:pt x="7239" y="495093"/>
                    <a:pt x="0" y="484806"/>
                    <a:pt x="0" y="473249"/>
                  </a:cubicBezTo>
                  <a:lnTo>
                    <a:pt x="0" y="26844"/>
                  </a:lnTo>
                  <a:cubicBezTo>
                    <a:pt x="0" y="16684"/>
                    <a:pt x="5715" y="7413"/>
                    <a:pt x="14859" y="2841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03149" y="3028950"/>
            <a:ext cx="5086350" cy="425510"/>
            <a:chOff x="0" y="0"/>
            <a:chExt cx="6781800" cy="56734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81800" cy="567347"/>
            </a:xfrm>
            <a:custGeom>
              <a:avLst/>
              <a:gdLst/>
              <a:ahLst/>
              <a:cxnLst/>
              <a:rect l="l" t="t" r="r" b="b"/>
              <a:pathLst>
                <a:path w="6781800" h="567347">
                  <a:moveTo>
                    <a:pt x="0" y="0"/>
                  </a:moveTo>
                  <a:lnTo>
                    <a:pt x="6781800" y="0"/>
                  </a:lnTo>
                  <a:lnTo>
                    <a:pt x="67818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906" b="-1799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67818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Nhập trực tiếp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10293" y="3543300"/>
            <a:ext cx="5072062" cy="757199"/>
            <a:chOff x="0" y="0"/>
            <a:chExt cx="6762750" cy="100959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762750" cy="1009599"/>
            </a:xfrm>
            <a:custGeom>
              <a:avLst/>
              <a:gdLst/>
              <a:ahLst/>
              <a:cxnLst/>
              <a:rect l="l" t="t" r="r" b="b"/>
              <a:pathLst>
                <a:path w="6762750" h="1009599">
                  <a:moveTo>
                    <a:pt x="0" y="0"/>
                  </a:moveTo>
                  <a:lnTo>
                    <a:pt x="6762750" y="0"/>
                  </a:lnTo>
                  <a:lnTo>
                    <a:pt x="676275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460" b="-795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676275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 truy cập có thể nhập thông tin trực tiếp trên trang web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191886" y="1628775"/>
            <a:ext cx="5529262" cy="2943225"/>
            <a:chOff x="0" y="0"/>
            <a:chExt cx="7372350" cy="39243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72350" cy="3924300"/>
            </a:xfrm>
            <a:custGeom>
              <a:avLst/>
              <a:gdLst/>
              <a:ahLst/>
              <a:cxnLst/>
              <a:rect l="l" t="t" r="r" b="b"/>
              <a:pathLst>
                <a:path w="7372350" h="39243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91886" y="1628775"/>
            <a:ext cx="5529262" cy="57150"/>
            <a:chOff x="0" y="0"/>
            <a:chExt cx="7372350" cy="76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496993" y="1943100"/>
            <a:ext cx="914400" cy="914400"/>
            <a:chOff x="0" y="0"/>
            <a:chExt cx="121920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14743452" y="21859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2413332" y="3028950"/>
            <a:ext cx="5086350" cy="425510"/>
            <a:chOff x="0" y="0"/>
            <a:chExt cx="6781800" cy="56734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81800" cy="567347"/>
            </a:xfrm>
            <a:custGeom>
              <a:avLst/>
              <a:gdLst/>
              <a:ahLst/>
              <a:cxnLst/>
              <a:rect l="l" t="t" r="r" b="b"/>
              <a:pathLst>
                <a:path w="6781800" h="567347">
                  <a:moveTo>
                    <a:pt x="0" y="0"/>
                  </a:moveTo>
                  <a:lnTo>
                    <a:pt x="6781800" y="0"/>
                  </a:lnTo>
                  <a:lnTo>
                    <a:pt x="67818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906" b="-1799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67818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Lưu trữ &amp; thống kê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20486" y="3543300"/>
            <a:ext cx="5072062" cy="742950"/>
            <a:chOff x="0" y="0"/>
            <a:chExt cx="6762750" cy="990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762750" cy="990600"/>
            </a:xfrm>
            <a:custGeom>
              <a:avLst/>
              <a:gdLst/>
              <a:ahLst/>
              <a:cxnLst/>
              <a:rect l="l" t="t" r="r" b="b"/>
              <a:pathLst>
                <a:path w="6762750" h="990600">
                  <a:moveTo>
                    <a:pt x="0" y="0"/>
                  </a:moveTo>
                  <a:lnTo>
                    <a:pt x="6762750" y="0"/>
                  </a:lnTo>
                  <a:lnTo>
                    <a:pt x="67627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022" b="-830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6762750" cy="1076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Dữ liệu phản hồi được lưu trữ và thống kê thuận tiện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4800600"/>
            <a:ext cx="17145000" cy="3600450"/>
            <a:chOff x="0" y="0"/>
            <a:chExt cx="22860000" cy="4800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860000" cy="4800600"/>
            </a:xfrm>
            <a:custGeom>
              <a:avLst/>
              <a:gdLst/>
              <a:ahLst/>
              <a:cxnLst/>
              <a:rect l="l" t="t" r="r" b="b"/>
              <a:pathLst>
                <a:path w="22860000" h="48006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4572000"/>
                  </a:lnTo>
                  <a:cubicBezTo>
                    <a:pt x="22860000" y="4698111"/>
                    <a:pt x="22757512" y="4800600"/>
                    <a:pt x="22631400" y="4800600"/>
                  </a:cubicBezTo>
                  <a:lnTo>
                    <a:pt x="228600" y="4800600"/>
                  </a:lnTo>
                  <a:cubicBezTo>
                    <a:pt x="102489" y="4800600"/>
                    <a:pt x="0" y="4698111"/>
                    <a:pt x="0" y="4572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Freeform 49"/>
          <p:cNvSpPr/>
          <p:nvPr/>
        </p:nvSpPr>
        <p:spPr>
          <a:xfrm>
            <a:off x="942975" y="5143329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0" name="Group 50"/>
          <p:cNvGrpSpPr/>
          <p:nvPr/>
        </p:nvGrpSpPr>
        <p:grpSpPr>
          <a:xfrm>
            <a:off x="1285875" y="5086350"/>
            <a:ext cx="16316325" cy="563918"/>
            <a:chOff x="0" y="0"/>
            <a:chExt cx="21755100" cy="75189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Lợi ích của biểu mẫu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57250" y="5771979"/>
            <a:ext cx="8172450" cy="1085850"/>
            <a:chOff x="0" y="0"/>
            <a:chExt cx="10896600" cy="1447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896600" cy="1447800"/>
            </a:xfrm>
            <a:custGeom>
              <a:avLst/>
              <a:gdLst/>
              <a:ahLst/>
              <a:cxnLst/>
              <a:rect l="l" t="t" r="r" b="b"/>
              <a:pathLst>
                <a:path w="10896600" h="14478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28700" y="5972004"/>
            <a:ext cx="457200" cy="457200"/>
            <a:chOff x="0" y="0"/>
            <a:chExt cx="609600" cy="609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Freeform 57"/>
          <p:cNvSpPr/>
          <p:nvPr/>
        </p:nvSpPr>
        <p:spPr>
          <a:xfrm>
            <a:off x="1148363" y="6100591"/>
            <a:ext cx="225028" cy="200025"/>
          </a:xfrm>
          <a:custGeom>
            <a:avLst/>
            <a:gdLst/>
            <a:ahLst/>
            <a:cxnLst/>
            <a:rect l="l" t="t" r="r" b="b"/>
            <a:pathLst>
              <a:path w="225028" h="200025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8" name="Group 58"/>
          <p:cNvGrpSpPr/>
          <p:nvPr/>
        </p:nvGrpSpPr>
        <p:grpSpPr>
          <a:xfrm>
            <a:off x="1657350" y="5943429"/>
            <a:ext cx="5300662" cy="375056"/>
            <a:chOff x="0" y="0"/>
            <a:chExt cx="7067550" cy="50007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067550" cy="500075"/>
            </a:xfrm>
            <a:custGeom>
              <a:avLst/>
              <a:gdLst/>
              <a:ahLst/>
              <a:cxnLst/>
              <a:rect l="l" t="t" r="r" b="b"/>
              <a:pathLst>
                <a:path w="7067550" h="500075">
                  <a:moveTo>
                    <a:pt x="0" y="0"/>
                  </a:moveTo>
                  <a:lnTo>
                    <a:pt x="7067550" y="0"/>
                  </a:lnTo>
                  <a:lnTo>
                    <a:pt x="70675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668" b="-2210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70675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ý kiến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57350" y="6343479"/>
            <a:ext cx="5300662" cy="375056"/>
            <a:chOff x="0" y="0"/>
            <a:chExt cx="7067550" cy="50007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067550" cy="500075"/>
            </a:xfrm>
            <a:custGeom>
              <a:avLst/>
              <a:gdLst/>
              <a:ahLst/>
              <a:cxnLst/>
              <a:rect l="l" t="t" r="r" b="b"/>
              <a:pathLst>
                <a:path w="7067550" h="500075">
                  <a:moveTo>
                    <a:pt x="0" y="0"/>
                  </a:moveTo>
                  <a:lnTo>
                    <a:pt x="7067550" y="0"/>
                  </a:lnTo>
                  <a:lnTo>
                    <a:pt x="70675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9668" b="-2210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70675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Thu thập ý kiến ngườ dùng một cách có hệ thống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57250" y="7029279"/>
            <a:ext cx="8172450" cy="1085850"/>
            <a:chOff x="0" y="0"/>
            <a:chExt cx="10896600" cy="1447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896600" cy="1447800"/>
            </a:xfrm>
            <a:custGeom>
              <a:avLst/>
              <a:gdLst/>
              <a:ahLst/>
              <a:cxnLst/>
              <a:rect l="l" t="t" r="r" b="b"/>
              <a:pathLst>
                <a:path w="10896600" h="14478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28700" y="7229304"/>
            <a:ext cx="457200" cy="457200"/>
            <a:chOff x="0" y="0"/>
            <a:chExt cx="609600" cy="6096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Freeform 68"/>
          <p:cNvSpPr/>
          <p:nvPr/>
        </p:nvSpPr>
        <p:spPr>
          <a:xfrm>
            <a:off x="1160859" y="7357891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9" name="Group 69"/>
          <p:cNvGrpSpPr/>
          <p:nvPr/>
        </p:nvGrpSpPr>
        <p:grpSpPr>
          <a:xfrm>
            <a:off x="1657350" y="7200729"/>
            <a:ext cx="4429125" cy="375056"/>
            <a:chOff x="0" y="0"/>
            <a:chExt cx="5905500" cy="5000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905500" cy="500075"/>
            </a:xfrm>
            <a:custGeom>
              <a:avLst/>
              <a:gdLst/>
              <a:ahLst/>
              <a:cxnLst/>
              <a:rect l="l" t="t" r="r" b="b"/>
              <a:pathLst>
                <a:path w="5905500" h="500075">
                  <a:moveTo>
                    <a:pt x="0" y="0"/>
                  </a:moveTo>
                  <a:lnTo>
                    <a:pt x="5905500" y="0"/>
                  </a:lnTo>
                  <a:lnTo>
                    <a:pt x="59055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390" b="-1758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59055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Khảo sát hài lòng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657350" y="7600779"/>
            <a:ext cx="4429125" cy="375056"/>
            <a:chOff x="0" y="0"/>
            <a:chExt cx="5905500" cy="50007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905500" cy="500075"/>
            </a:xfrm>
            <a:custGeom>
              <a:avLst/>
              <a:gdLst/>
              <a:ahLst/>
              <a:cxnLst/>
              <a:rect l="l" t="t" r="r" b="b"/>
              <a:pathLst>
                <a:path w="5905500" h="500075">
                  <a:moveTo>
                    <a:pt x="0" y="0"/>
                  </a:moveTo>
                  <a:lnTo>
                    <a:pt x="5905500" y="0"/>
                  </a:lnTo>
                  <a:lnTo>
                    <a:pt x="59055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390" b="-1758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59055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Khảo sát mức độ hài lòng của ngườ dùng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258300" y="5771979"/>
            <a:ext cx="8172450" cy="1085850"/>
            <a:chOff x="0" y="0"/>
            <a:chExt cx="10896600" cy="1447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896600" cy="1447800"/>
            </a:xfrm>
            <a:custGeom>
              <a:avLst/>
              <a:gdLst/>
              <a:ahLst/>
              <a:cxnLst/>
              <a:rect l="l" t="t" r="r" b="b"/>
              <a:pathLst>
                <a:path w="10896600" h="14478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429750" y="5972004"/>
            <a:ext cx="457200" cy="457200"/>
            <a:chOff x="0" y="0"/>
            <a:chExt cx="609600" cy="6096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" name="Freeform 79"/>
          <p:cNvSpPr/>
          <p:nvPr/>
        </p:nvSpPr>
        <p:spPr>
          <a:xfrm>
            <a:off x="9586912" y="6100591"/>
            <a:ext cx="150019" cy="200025"/>
          </a:xfrm>
          <a:custGeom>
            <a:avLst/>
            <a:gdLst/>
            <a:ahLst/>
            <a:cxnLst/>
            <a:rect l="l" t="t" r="r" b="b"/>
            <a:pathLst>
              <a:path w="150019" h="200025">
                <a:moveTo>
                  <a:pt x="0" y="0"/>
                </a:moveTo>
                <a:lnTo>
                  <a:pt x="150019" y="0"/>
                </a:lnTo>
                <a:lnTo>
                  <a:pt x="150019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0" name="Group 80"/>
          <p:cNvGrpSpPr/>
          <p:nvPr/>
        </p:nvGrpSpPr>
        <p:grpSpPr>
          <a:xfrm>
            <a:off x="10058400" y="5943429"/>
            <a:ext cx="3786188" cy="375056"/>
            <a:chOff x="0" y="0"/>
            <a:chExt cx="5048250" cy="50007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048250" cy="500075"/>
            </a:xfrm>
            <a:custGeom>
              <a:avLst/>
              <a:gdLst/>
              <a:ahLst/>
              <a:cxnLst/>
              <a:rect l="l" t="t" r="r" b="b"/>
              <a:pathLst>
                <a:path w="5048250" h="500075">
                  <a:moveTo>
                    <a:pt x="0" y="0"/>
                  </a:moveTo>
                  <a:lnTo>
                    <a:pt x="5048250" y="0"/>
                  </a:lnTo>
                  <a:lnTo>
                    <a:pt x="50482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987" b="-1424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66675"/>
              <a:ext cx="50482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góp ý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058400" y="6343479"/>
            <a:ext cx="3786188" cy="375056"/>
            <a:chOff x="0" y="0"/>
            <a:chExt cx="5048250" cy="50007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048250" cy="500075"/>
            </a:xfrm>
            <a:custGeom>
              <a:avLst/>
              <a:gdLst/>
              <a:ahLst/>
              <a:cxnLst/>
              <a:rect l="l" t="t" r="r" b="b"/>
              <a:pathLst>
                <a:path w="5048250" h="500075">
                  <a:moveTo>
                    <a:pt x="0" y="0"/>
                  </a:moveTo>
                  <a:lnTo>
                    <a:pt x="5048250" y="0"/>
                  </a:lnTo>
                  <a:lnTo>
                    <a:pt x="50482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987" b="-1424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50482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Thu thập góp ý cải thiện trang web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258300" y="7029279"/>
            <a:ext cx="8172450" cy="1085850"/>
            <a:chOff x="0" y="0"/>
            <a:chExt cx="10896600" cy="1447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896600" cy="1447800"/>
            </a:xfrm>
            <a:custGeom>
              <a:avLst/>
              <a:gdLst/>
              <a:ahLst/>
              <a:cxnLst/>
              <a:rect l="l" t="t" r="r" b="b"/>
              <a:pathLst>
                <a:path w="10896600" h="14478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9429750" y="7229304"/>
            <a:ext cx="457200" cy="457200"/>
            <a:chOff x="0" y="0"/>
            <a:chExt cx="609600" cy="6096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Freeform 90"/>
          <p:cNvSpPr/>
          <p:nvPr/>
        </p:nvSpPr>
        <p:spPr>
          <a:xfrm>
            <a:off x="9574416" y="7357891"/>
            <a:ext cx="175022" cy="200025"/>
          </a:xfrm>
          <a:custGeom>
            <a:avLst/>
            <a:gdLst/>
            <a:ahLst/>
            <a:cxnLst/>
            <a:rect l="l" t="t" r="r" b="b"/>
            <a:pathLst>
              <a:path w="175022" h="200025">
                <a:moveTo>
                  <a:pt x="0" y="0"/>
                </a:moveTo>
                <a:lnTo>
                  <a:pt x="175022" y="0"/>
                </a:lnTo>
                <a:lnTo>
                  <a:pt x="175022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1" name="Group 91"/>
          <p:cNvGrpSpPr/>
          <p:nvPr/>
        </p:nvGrpSpPr>
        <p:grpSpPr>
          <a:xfrm>
            <a:off x="10058400" y="7200729"/>
            <a:ext cx="4672012" cy="375056"/>
            <a:chOff x="0" y="0"/>
            <a:chExt cx="6229350" cy="500075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229350" cy="500075"/>
            </a:xfrm>
            <a:custGeom>
              <a:avLst/>
              <a:gdLst/>
              <a:ahLst/>
              <a:cxnLst/>
              <a:rect l="l" t="t" r="r" b="b"/>
              <a:pathLst>
                <a:path w="6229350" h="500075">
                  <a:moveTo>
                    <a:pt x="0" y="0"/>
                  </a:moveTo>
                  <a:lnTo>
                    <a:pt x="6229350" y="0"/>
                  </a:lnTo>
                  <a:lnTo>
                    <a:pt x="62293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008" b="-188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66675"/>
              <a:ext cx="62293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Tổng hợp dữ liệu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058400" y="7600779"/>
            <a:ext cx="4672012" cy="375056"/>
            <a:chOff x="0" y="0"/>
            <a:chExt cx="6229350" cy="50007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6229350" cy="500075"/>
            </a:xfrm>
            <a:custGeom>
              <a:avLst/>
              <a:gdLst/>
              <a:ahLst/>
              <a:cxnLst/>
              <a:rect l="l" t="t" r="r" b="b"/>
              <a:pathLst>
                <a:path w="6229350" h="500075">
                  <a:moveTo>
                    <a:pt x="0" y="0"/>
                  </a:moveTo>
                  <a:lnTo>
                    <a:pt x="6229350" y="0"/>
                  </a:lnTo>
                  <a:lnTo>
                    <a:pt x="62293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008" b="-188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66675"/>
              <a:ext cx="62293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Dữ liệu được tổng hợp và thống kê dễ dàng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71500" y="8629479"/>
            <a:ext cx="17145000" cy="857250"/>
            <a:chOff x="0" y="0"/>
            <a:chExt cx="22860000" cy="11430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22860000" cy="1143000"/>
            </a:xfrm>
            <a:custGeom>
              <a:avLst/>
              <a:gdLst/>
              <a:ahLst/>
              <a:cxnLst/>
              <a:rect l="l" t="t" r="r" b="b"/>
              <a:pathLst>
                <a:path w="22860000" h="1143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914400"/>
                  </a:lnTo>
                  <a:cubicBezTo>
                    <a:pt x="22860000" y="1040511"/>
                    <a:pt x="22757512" y="1143000"/>
                    <a:pt x="22631400" y="1143000"/>
                  </a:cubicBezTo>
                  <a:lnTo>
                    <a:pt x="228600" y="1143000"/>
                  </a:lnTo>
                  <a:cubicBezTo>
                    <a:pt x="102489" y="1143000"/>
                    <a:pt x="0" y="1040511"/>
                    <a:pt x="0" y="914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316843" y="8949519"/>
            <a:ext cx="257175" cy="257175"/>
            <a:chOff x="0" y="0"/>
            <a:chExt cx="342900" cy="342900"/>
          </a:xfrm>
        </p:grpSpPr>
        <p:sp>
          <p:nvSpPr>
            <p:cNvPr id="100" name="Freeform 100"/>
            <p:cNvSpPr/>
            <p:nvPr/>
          </p:nvSpPr>
          <p:spPr>
            <a:xfrm>
              <a:off x="0" y="42862"/>
              <a:ext cx="342836" cy="257302"/>
            </a:xfrm>
            <a:custGeom>
              <a:avLst/>
              <a:gdLst/>
              <a:ahLst/>
              <a:cxnLst/>
              <a:rect l="l" t="t" r="r" b="b"/>
              <a:pathLst>
                <a:path w="342836" h="257302">
                  <a:moveTo>
                    <a:pt x="336550" y="143701"/>
                  </a:moveTo>
                  <a:cubicBezTo>
                    <a:pt x="344932" y="135319"/>
                    <a:pt x="344932" y="121730"/>
                    <a:pt x="336550" y="113348"/>
                  </a:cubicBezTo>
                  <a:lnTo>
                    <a:pt x="229489" y="6287"/>
                  </a:lnTo>
                  <a:cubicBezTo>
                    <a:pt x="221107" y="-2095"/>
                    <a:pt x="207518" y="-2095"/>
                    <a:pt x="199136" y="6287"/>
                  </a:cubicBezTo>
                  <a:cubicBezTo>
                    <a:pt x="190754" y="14669"/>
                    <a:pt x="190754" y="28258"/>
                    <a:pt x="199136" y="36640"/>
                  </a:cubicBezTo>
                  <a:lnTo>
                    <a:pt x="269748" y="107252"/>
                  </a:lnTo>
                  <a:lnTo>
                    <a:pt x="21463" y="107252"/>
                  </a:lnTo>
                  <a:cubicBezTo>
                    <a:pt x="9525" y="107125"/>
                    <a:pt x="0" y="116777"/>
                    <a:pt x="0" y="128588"/>
                  </a:cubicBezTo>
                  <a:cubicBezTo>
                    <a:pt x="0" y="140399"/>
                    <a:pt x="9525" y="150051"/>
                    <a:pt x="21463" y="150051"/>
                  </a:cubicBezTo>
                  <a:lnTo>
                    <a:pt x="269748" y="150051"/>
                  </a:lnTo>
                  <a:lnTo>
                    <a:pt x="199136" y="220663"/>
                  </a:lnTo>
                  <a:cubicBezTo>
                    <a:pt x="190754" y="229045"/>
                    <a:pt x="190754" y="242634"/>
                    <a:pt x="199136" y="251016"/>
                  </a:cubicBezTo>
                  <a:cubicBezTo>
                    <a:pt x="207518" y="259398"/>
                    <a:pt x="221107" y="259398"/>
                    <a:pt x="229489" y="251016"/>
                  </a:cubicBezTo>
                  <a:lnTo>
                    <a:pt x="336550" y="1438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150144" y="8858079"/>
            <a:ext cx="16402050" cy="425510"/>
            <a:chOff x="0" y="0"/>
            <a:chExt cx="21869400" cy="567347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1869400" cy="567347"/>
            </a:xfrm>
            <a:custGeom>
              <a:avLst/>
              <a:gdLst/>
              <a:ahLst/>
              <a:cxnLst/>
              <a:rect l="l" t="t" r="r" b="b"/>
              <a:pathLst>
                <a:path w="21869400" h="567347">
                  <a:moveTo>
                    <a:pt x="0" y="0"/>
                  </a:moveTo>
                  <a:lnTo>
                    <a:pt x="21869400" y="0"/>
                  </a:lnTo>
                  <a:lnTo>
                    <a:pt x="218694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4077" b="-69809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66675"/>
              <a:ext cx="218694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Tiếp theo: Tìm hiểu cách tạo biểu mẫu, nhúng biểu mẫu vào trang web và xem dữ liệu phản hồi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elearningindustry.com/28f523851726bcfcedc0c4398c7e3ea7bbd66f63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-135" r="-1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48330" y="1871662"/>
            <a:ext cx="2185988" cy="628650"/>
            <a:chOff x="0" y="0"/>
            <a:chExt cx="29146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14650" cy="838200"/>
            </a:xfrm>
            <a:custGeom>
              <a:avLst/>
              <a:gdLst/>
              <a:ahLst/>
              <a:cxnLst/>
              <a:rect l="l" t="t" r="r" b="b"/>
              <a:pathLst>
                <a:path w="2914650" h="838200">
                  <a:moveTo>
                    <a:pt x="419100" y="0"/>
                  </a:moveTo>
                  <a:lnTo>
                    <a:pt x="2495550" y="0"/>
                  </a:lnTo>
                  <a:cubicBezTo>
                    <a:pt x="2726817" y="0"/>
                    <a:pt x="2914650" y="187833"/>
                    <a:pt x="2914650" y="419100"/>
                  </a:cubicBezTo>
                  <a:cubicBezTo>
                    <a:pt x="2914650" y="650367"/>
                    <a:pt x="2726817" y="838200"/>
                    <a:pt x="24955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26936" y="2020252"/>
            <a:ext cx="1633957" cy="331470"/>
            <a:chOff x="0" y="0"/>
            <a:chExt cx="2178609" cy="441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8606" cy="441960"/>
            </a:xfrm>
            <a:custGeom>
              <a:avLst/>
              <a:gdLst/>
              <a:ahLst/>
              <a:cxnLst/>
              <a:rect l="l" t="t" r="r" b="b"/>
              <a:pathLst>
                <a:path w="2178606" h="441960">
                  <a:moveTo>
                    <a:pt x="0" y="0"/>
                  </a:moveTo>
                  <a:lnTo>
                    <a:pt x="2178606" y="0"/>
                  </a:lnTo>
                  <a:lnTo>
                    <a:pt x="2178606" y="441960"/>
                  </a:lnTo>
                  <a:lnTo>
                    <a:pt x="0" y="441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050" b="-460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178609" cy="518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 spc="102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TIN HỌC 10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24499" y="3300412"/>
            <a:ext cx="3443288" cy="1285875"/>
            <a:chOff x="0" y="0"/>
            <a:chExt cx="4591050" cy="1714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91050" cy="1714500"/>
            </a:xfrm>
            <a:custGeom>
              <a:avLst/>
              <a:gdLst/>
              <a:ahLst/>
              <a:cxnLst/>
              <a:rect l="l" t="t" r="r" b="b"/>
              <a:pathLst>
                <a:path w="4591050" h="1714500">
                  <a:moveTo>
                    <a:pt x="0" y="0"/>
                  </a:moveTo>
                  <a:lnTo>
                    <a:pt x="4591050" y="0"/>
                  </a:lnTo>
                  <a:lnTo>
                    <a:pt x="459105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76" b="-21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591050" cy="1714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810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BÀI 27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29600" y="4929188"/>
            <a:ext cx="1828800" cy="57150"/>
            <a:chOff x="0" y="0"/>
            <a:chExt cx="24384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" cy="76200"/>
            </a:xfrm>
            <a:custGeom>
              <a:avLst/>
              <a:gdLst/>
              <a:ahLst/>
              <a:cxnLst/>
              <a:rect l="l" t="t" r="r" b="b"/>
              <a:pathLst>
                <a:path w="2438400" h="762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84834" y="5443538"/>
            <a:ext cx="9515475" cy="857250"/>
            <a:chOff x="0" y="0"/>
            <a:chExt cx="12687300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87300" cy="1143000"/>
            </a:xfrm>
            <a:custGeom>
              <a:avLst/>
              <a:gdLst/>
              <a:ahLst/>
              <a:cxnLst/>
              <a:rect l="l" t="t" r="r" b="b"/>
              <a:pathLst>
                <a:path w="12687300" h="1143000">
                  <a:moveTo>
                    <a:pt x="0" y="0"/>
                  </a:moveTo>
                  <a:lnTo>
                    <a:pt x="12687300" y="0"/>
                  </a:lnTo>
                  <a:lnTo>
                    <a:pt x="126873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283" b="-1662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2687300" cy="1143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BIỂU MẪU TRÊN TRANG WEB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5351745" y="7472362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5816079" y="7443788"/>
            <a:ext cx="2400300" cy="400050"/>
            <a:chOff x="0" y="0"/>
            <a:chExt cx="3200400" cy="533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0400" cy="533400"/>
            </a:xfrm>
            <a:custGeom>
              <a:avLst/>
              <a:gdLst/>
              <a:ahLst/>
              <a:cxnLst/>
              <a:rect l="l" t="t" r="r" b="b"/>
              <a:pathLst>
                <a:path w="3200400" h="533400">
                  <a:moveTo>
                    <a:pt x="0" y="0"/>
                  </a:moveTo>
                  <a:lnTo>
                    <a:pt x="3200400" y="0"/>
                  </a:lnTo>
                  <a:lnTo>
                    <a:pt x="3200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32004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Môn học:</a:t>
              </a: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Tin học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622631" y="7472362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2" h="342900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129838" y="7443788"/>
            <a:ext cx="1085850" cy="400050"/>
            <a:chOff x="0" y="0"/>
            <a:chExt cx="1447800" cy="533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7800" cy="533400"/>
            </a:xfrm>
            <a:custGeom>
              <a:avLst/>
              <a:gdLst/>
              <a:ahLst/>
              <a:cxnLst/>
              <a:rect l="l" t="t" r="r" b="b"/>
              <a:pathLst>
                <a:path w="1447800" h="533400">
                  <a:moveTo>
                    <a:pt x="0" y="0"/>
                  </a:moveTo>
                  <a:lnTo>
                    <a:pt x="1447800" y="0"/>
                  </a:lnTo>
                  <a:lnTo>
                    <a:pt x="144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7" b="-28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4478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Lớp</a:t>
              </a:r>
              <a:r>
                <a:rPr lang="en-US" sz="225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</a:t>
              </a:r>
              <a:r>
                <a:rPr lang="en-US" sz="225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12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5351745" y="8043862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5816079" y="8015288"/>
            <a:ext cx="2900362" cy="400050"/>
            <a:chOff x="0" y="0"/>
            <a:chExt cx="3867150" cy="533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67150" cy="533400"/>
            </a:xfrm>
            <a:custGeom>
              <a:avLst/>
              <a:gdLst/>
              <a:ahLst/>
              <a:cxnLst/>
              <a:rect l="l" t="t" r="r" b="b"/>
              <a:pathLst>
                <a:path w="3867150" h="533400">
                  <a:moveTo>
                    <a:pt x="0" y="0"/>
                  </a:moveTo>
                  <a:lnTo>
                    <a:pt x="3867150" y="0"/>
                  </a:lnTo>
                  <a:lnTo>
                    <a:pt x="38671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386715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Giáo</a:t>
              </a:r>
              <a:r>
                <a:rPr lang="en-US" sz="225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2250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viên</a:t>
              </a:r>
              <a:r>
                <a:rPr lang="en-US" sz="225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</a:t>
              </a:r>
              <a:r>
                <a:rPr lang="en-US" sz="225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....................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9665494" y="8043862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0"/>
                </a:moveTo>
                <a:lnTo>
                  <a:pt x="300037" y="0"/>
                </a:lnTo>
                <a:lnTo>
                  <a:pt x="300037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10129838" y="8015288"/>
            <a:ext cx="2943225" cy="400050"/>
            <a:chOff x="0" y="0"/>
            <a:chExt cx="3924300" cy="533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24300" cy="533400"/>
            </a:xfrm>
            <a:custGeom>
              <a:avLst/>
              <a:gdLst/>
              <a:ahLst/>
              <a:cxnLst/>
              <a:rect l="l" t="t" r="r" b="b"/>
              <a:pathLst>
                <a:path w="3924300" h="533400">
                  <a:moveTo>
                    <a:pt x="0" y="0"/>
                  </a:moveTo>
                  <a:lnTo>
                    <a:pt x="3924300" y="0"/>
                  </a:lnTo>
                  <a:lnTo>
                    <a:pt x="3924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354" b="-933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39243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Năm học:</a:t>
              </a: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2025-2026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87900" cy="685800"/>
            <a:chOff x="0" y="0"/>
            <a:chExt cx="23317200" cy="9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17200" cy="914400"/>
            </a:xfrm>
            <a:custGeom>
              <a:avLst/>
              <a:gdLst/>
              <a:ahLst/>
              <a:cxnLst/>
              <a:rect l="l" t="t" r="r" b="b"/>
              <a:pathLst>
                <a:path w="23317200" h="9144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868" b="-4468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825"/>
              <a:ext cx="23317200" cy="79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5400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Nội dung bài học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3716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38082" y="2057400"/>
            <a:ext cx="57150" cy="7429500"/>
            <a:chOff x="0" y="0"/>
            <a:chExt cx="76200" cy="990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" cy="9906000"/>
            </a:xfrm>
            <a:custGeom>
              <a:avLst/>
              <a:gdLst/>
              <a:ahLst/>
              <a:cxnLst/>
              <a:rect l="l" t="t" r="r" b="b"/>
              <a:pathLst>
                <a:path w="76200" h="9906000">
                  <a:moveTo>
                    <a:pt x="0" y="0"/>
                  </a:moveTo>
                  <a:lnTo>
                    <a:pt x="76200" y="0"/>
                  </a:lnTo>
                  <a:lnTo>
                    <a:pt x="76200" y="9906000"/>
                  </a:lnTo>
                  <a:lnTo>
                    <a:pt x="0" y="990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79069" y="2057400"/>
            <a:ext cx="571500" cy="571500"/>
            <a:chOff x="0" y="0"/>
            <a:chExt cx="762000" cy="76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214279" y="2143125"/>
            <a:ext cx="228600" cy="400050"/>
            <a:chOff x="0" y="0"/>
            <a:chExt cx="304800" cy="533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4800" cy="533400"/>
            </a:xfrm>
            <a:custGeom>
              <a:avLst/>
              <a:gdLst/>
              <a:ahLst/>
              <a:cxnLst/>
              <a:rect l="l" t="t" r="r" b="b"/>
              <a:pathLst>
                <a:path w="304800" h="533400">
                  <a:moveTo>
                    <a:pt x="0" y="0"/>
                  </a:moveTo>
                  <a:lnTo>
                    <a:pt x="304800" y="0"/>
                  </a:lnTo>
                  <a:lnTo>
                    <a:pt x="304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4531" r="-1745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30480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22019" y="2143125"/>
            <a:ext cx="1443038" cy="400050"/>
            <a:chOff x="0" y="0"/>
            <a:chExt cx="1924050" cy="533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4050" cy="533400"/>
            </a:xfrm>
            <a:custGeom>
              <a:avLst/>
              <a:gdLst/>
              <a:ahLst/>
              <a:cxnLst/>
              <a:rect l="l" t="t" r="r" b="b"/>
              <a:pathLst>
                <a:path w="1924050" h="533400">
                  <a:moveTo>
                    <a:pt x="0" y="0"/>
                  </a:moveTo>
                  <a:lnTo>
                    <a:pt x="1924050" y="0"/>
                  </a:lnTo>
                  <a:lnTo>
                    <a:pt x="1924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285" b="-202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924050" cy="590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Khởi động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79069" y="2743200"/>
            <a:ext cx="3914775" cy="371475"/>
            <a:chOff x="0" y="0"/>
            <a:chExt cx="5219700" cy="495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19700" cy="495300"/>
            </a:xfrm>
            <a:custGeom>
              <a:avLst/>
              <a:gdLst/>
              <a:ahLst/>
              <a:cxnLst/>
              <a:rect l="l" t="t" r="r" b="b"/>
              <a:pathLst>
                <a:path w="5219700" h="495300">
                  <a:moveTo>
                    <a:pt x="0" y="0"/>
                  </a:moveTo>
                  <a:lnTo>
                    <a:pt x="5219700" y="0"/>
                  </a:lnTo>
                  <a:lnTo>
                    <a:pt x="52197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342" b="-1553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2197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Vai trò của biểu mẫu trên trang web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20150" y="2928938"/>
            <a:ext cx="590550" cy="590550"/>
            <a:chOff x="0" y="0"/>
            <a:chExt cx="787400" cy="787400"/>
          </a:xfrm>
        </p:grpSpPr>
        <p:sp>
          <p:nvSpPr>
            <p:cNvPr id="21" name="Freeform 21"/>
            <p:cNvSpPr/>
            <p:nvPr/>
          </p:nvSpPr>
          <p:spPr>
            <a:xfrm>
              <a:off x="50800" y="508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cubicBezTo>
                    <a:pt x="532130" y="0"/>
                    <a:pt x="685800" y="153670"/>
                    <a:pt x="685800" y="342900"/>
                  </a:cubicBezTo>
                  <a:cubicBezTo>
                    <a:pt x="685800" y="532130"/>
                    <a:pt x="532130" y="685800"/>
                    <a:pt x="342900" y="685800"/>
                  </a:cubicBezTo>
                  <a:cubicBezTo>
                    <a:pt x="153670" y="685800"/>
                    <a:pt x="0" y="532130"/>
                    <a:pt x="0" y="342900"/>
                  </a:cubicBezTo>
                  <a:cubicBezTo>
                    <a:pt x="0" y="153670"/>
                    <a:pt x="153670" y="0"/>
                    <a:pt x="3429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393700" y="0"/>
                  </a:moveTo>
                  <a:lnTo>
                    <a:pt x="393700" y="50800"/>
                  </a:lnTo>
                  <a:lnTo>
                    <a:pt x="393700" y="0"/>
                  </a:lnTo>
                  <a:cubicBezTo>
                    <a:pt x="610997" y="0"/>
                    <a:pt x="787400" y="176403"/>
                    <a:pt x="787400" y="393700"/>
                  </a:cubicBezTo>
                  <a:lnTo>
                    <a:pt x="736600" y="393700"/>
                  </a:lnTo>
                  <a:lnTo>
                    <a:pt x="787400" y="393700"/>
                  </a:lnTo>
                  <a:cubicBezTo>
                    <a:pt x="787400" y="610997"/>
                    <a:pt x="610997" y="787400"/>
                    <a:pt x="393700" y="787400"/>
                  </a:cubicBezTo>
                  <a:lnTo>
                    <a:pt x="393700" y="736600"/>
                  </a:lnTo>
                  <a:lnTo>
                    <a:pt x="393700" y="787400"/>
                  </a:lnTo>
                  <a:cubicBezTo>
                    <a:pt x="176403" y="787400"/>
                    <a:pt x="0" y="610997"/>
                    <a:pt x="0" y="393700"/>
                  </a:cubicBezTo>
                  <a:lnTo>
                    <a:pt x="50800" y="393700"/>
                  </a:lnTo>
                  <a:lnTo>
                    <a:pt x="0" y="393700"/>
                  </a:lnTo>
                  <a:cubicBezTo>
                    <a:pt x="0" y="176403"/>
                    <a:pt x="176403" y="0"/>
                    <a:pt x="393700" y="0"/>
                  </a:cubicBezTo>
                  <a:lnTo>
                    <a:pt x="393700" y="50800"/>
                  </a:lnTo>
                  <a:lnTo>
                    <a:pt x="393700" y="0"/>
                  </a:lnTo>
                  <a:moveTo>
                    <a:pt x="393700" y="101600"/>
                  </a:moveTo>
                  <a:cubicBezTo>
                    <a:pt x="232537" y="101600"/>
                    <a:pt x="101600" y="232537"/>
                    <a:pt x="101600" y="393700"/>
                  </a:cubicBezTo>
                  <a:cubicBezTo>
                    <a:pt x="101600" y="554863"/>
                    <a:pt x="232537" y="685800"/>
                    <a:pt x="393700" y="685800"/>
                  </a:cubicBezTo>
                  <a:cubicBezTo>
                    <a:pt x="554863" y="685800"/>
                    <a:pt x="685800" y="554863"/>
                    <a:pt x="685800" y="393700"/>
                  </a:cubicBezTo>
                  <a:cubicBezTo>
                    <a:pt x="685800" y="232537"/>
                    <a:pt x="554863" y="101600"/>
                    <a:pt x="393700" y="101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17989" y="2224088"/>
            <a:ext cx="6400800" cy="2000250"/>
            <a:chOff x="0" y="0"/>
            <a:chExt cx="8534400" cy="2667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34400" cy="2667000"/>
            </a:xfrm>
            <a:custGeom>
              <a:avLst/>
              <a:gdLst/>
              <a:ahLst/>
              <a:cxnLst/>
              <a:rect l="l" t="t" r="r" b="b"/>
              <a:pathLst>
                <a:path w="8534400" h="2667000">
                  <a:moveTo>
                    <a:pt x="228600" y="0"/>
                  </a:moveTo>
                  <a:lnTo>
                    <a:pt x="8305800" y="0"/>
                  </a:lnTo>
                  <a:cubicBezTo>
                    <a:pt x="8431911" y="0"/>
                    <a:pt x="8534400" y="102489"/>
                    <a:pt x="8534400" y="228600"/>
                  </a:cubicBezTo>
                  <a:lnTo>
                    <a:pt x="8534400" y="2438400"/>
                  </a:lnTo>
                  <a:cubicBezTo>
                    <a:pt x="8534400" y="2564511"/>
                    <a:pt x="8431911" y="2667000"/>
                    <a:pt x="8305800" y="2667000"/>
                  </a:cubicBezTo>
                  <a:lnTo>
                    <a:pt x="228600" y="2667000"/>
                  </a:lnTo>
                  <a:cubicBezTo>
                    <a:pt x="102489" y="2667000"/>
                    <a:pt x="0" y="2564511"/>
                    <a:pt x="0" y="2438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28377" y="2470168"/>
            <a:ext cx="571500" cy="571500"/>
            <a:chOff x="0" y="0"/>
            <a:chExt cx="762000" cy="762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61374" y="2509838"/>
            <a:ext cx="327244" cy="492162"/>
            <a:chOff x="0" y="0"/>
            <a:chExt cx="365989" cy="5504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5989" cy="550431"/>
            </a:xfrm>
            <a:custGeom>
              <a:avLst/>
              <a:gdLst/>
              <a:ahLst/>
              <a:cxnLst/>
              <a:rect l="l" t="t" r="r" b="b"/>
              <a:pathLst>
                <a:path w="365989" h="550431">
                  <a:moveTo>
                    <a:pt x="0" y="0"/>
                  </a:moveTo>
                  <a:lnTo>
                    <a:pt x="365989" y="0"/>
                  </a:lnTo>
                  <a:lnTo>
                    <a:pt x="365989" y="550431"/>
                  </a:lnTo>
                  <a:lnTo>
                    <a:pt x="0" y="550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7544" r="-136440" b="30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365989" cy="6266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046689" y="2595562"/>
            <a:ext cx="2743200" cy="1143000"/>
            <a:chOff x="0" y="0"/>
            <a:chExt cx="3657600" cy="1524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57600" cy="1524000"/>
            </a:xfrm>
            <a:custGeom>
              <a:avLst/>
              <a:gdLst/>
              <a:ahLst/>
              <a:cxnLst/>
              <a:rect l="l" t="t" r="r" b="b"/>
              <a:pathLst>
                <a:path w="3657600" h="1524000">
                  <a:moveTo>
                    <a:pt x="0" y="0"/>
                  </a:moveTo>
                  <a:lnTo>
                    <a:pt x="3657600" y="0"/>
                  </a:lnTo>
                  <a:lnTo>
                    <a:pt x="36576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64" b="357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3657600" cy="1581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Tạo Biểu Mẫu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57588" y="5062538"/>
            <a:ext cx="4757738" cy="1628775"/>
            <a:chOff x="0" y="0"/>
            <a:chExt cx="6343650" cy="21717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43650" cy="2171700"/>
            </a:xfrm>
            <a:custGeom>
              <a:avLst/>
              <a:gdLst/>
              <a:ahLst/>
              <a:cxnLst/>
              <a:rect l="l" t="t" r="r" b="b"/>
              <a:pathLst>
                <a:path w="6343650" h="2171700">
                  <a:moveTo>
                    <a:pt x="228600" y="0"/>
                  </a:moveTo>
                  <a:lnTo>
                    <a:pt x="6115050" y="0"/>
                  </a:lnTo>
                  <a:cubicBezTo>
                    <a:pt x="6241288" y="0"/>
                    <a:pt x="6343650" y="102362"/>
                    <a:pt x="6343650" y="228600"/>
                  </a:cubicBezTo>
                  <a:lnTo>
                    <a:pt x="6343650" y="1943100"/>
                  </a:lnTo>
                  <a:cubicBezTo>
                    <a:pt x="6343650" y="2069338"/>
                    <a:pt x="6241288" y="2171700"/>
                    <a:pt x="6115050" y="2171700"/>
                  </a:cubicBezTo>
                  <a:lnTo>
                    <a:pt x="228600" y="2171700"/>
                  </a:lnTo>
                  <a:cubicBezTo>
                    <a:pt x="102362" y="2171700"/>
                    <a:pt x="0" y="2069338"/>
                    <a:pt x="0" y="19431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35033" y="5429250"/>
            <a:ext cx="571500" cy="571500"/>
            <a:chOff x="0" y="0"/>
            <a:chExt cx="762000" cy="762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83818" y="5429250"/>
            <a:ext cx="346982" cy="485775"/>
            <a:chOff x="0" y="0"/>
            <a:chExt cx="381000" cy="533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0" y="0"/>
                  </a:moveTo>
                  <a:lnTo>
                    <a:pt x="381000" y="0"/>
                  </a:lnTo>
                  <a:lnTo>
                    <a:pt x="381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r="-1296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38100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83963" y="5328190"/>
            <a:ext cx="2327491" cy="844010"/>
            <a:chOff x="0" y="0"/>
            <a:chExt cx="3103321" cy="112534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03321" cy="1125347"/>
            </a:xfrm>
            <a:custGeom>
              <a:avLst/>
              <a:gdLst/>
              <a:ahLst/>
              <a:cxnLst/>
              <a:rect l="l" t="t" r="r" b="b"/>
              <a:pathLst>
                <a:path w="3103321" h="1125347">
                  <a:moveTo>
                    <a:pt x="0" y="0"/>
                  </a:moveTo>
                  <a:lnTo>
                    <a:pt x="3103321" y="0"/>
                  </a:lnTo>
                  <a:lnTo>
                    <a:pt x="3103321" y="1125347"/>
                  </a:lnTo>
                  <a:lnTo>
                    <a:pt x="0" y="1125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5" r="40455" b="443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3103321" cy="11824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Nhúng Biểu Mẫu Vào Trang Web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20150" y="5581650"/>
            <a:ext cx="590550" cy="590550"/>
            <a:chOff x="0" y="0"/>
            <a:chExt cx="787400" cy="787400"/>
          </a:xfrm>
        </p:grpSpPr>
        <p:sp>
          <p:nvSpPr>
            <p:cNvPr id="44" name="Freeform 44"/>
            <p:cNvSpPr/>
            <p:nvPr/>
          </p:nvSpPr>
          <p:spPr>
            <a:xfrm>
              <a:off x="50800" y="508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cubicBezTo>
                    <a:pt x="532130" y="0"/>
                    <a:pt x="685800" y="153670"/>
                    <a:pt x="685800" y="342900"/>
                  </a:cubicBezTo>
                  <a:cubicBezTo>
                    <a:pt x="685800" y="532130"/>
                    <a:pt x="532130" y="685800"/>
                    <a:pt x="342900" y="685800"/>
                  </a:cubicBezTo>
                  <a:cubicBezTo>
                    <a:pt x="153670" y="685800"/>
                    <a:pt x="0" y="532130"/>
                    <a:pt x="0" y="342900"/>
                  </a:cubicBezTo>
                  <a:cubicBezTo>
                    <a:pt x="0" y="153670"/>
                    <a:pt x="153670" y="0"/>
                    <a:pt x="3429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393700" y="0"/>
                  </a:moveTo>
                  <a:lnTo>
                    <a:pt x="393700" y="50800"/>
                  </a:lnTo>
                  <a:lnTo>
                    <a:pt x="393700" y="0"/>
                  </a:lnTo>
                  <a:cubicBezTo>
                    <a:pt x="610997" y="0"/>
                    <a:pt x="787400" y="176403"/>
                    <a:pt x="787400" y="393700"/>
                  </a:cubicBezTo>
                  <a:lnTo>
                    <a:pt x="736600" y="393700"/>
                  </a:lnTo>
                  <a:lnTo>
                    <a:pt x="787400" y="393700"/>
                  </a:lnTo>
                  <a:cubicBezTo>
                    <a:pt x="787400" y="610997"/>
                    <a:pt x="610997" y="787400"/>
                    <a:pt x="393700" y="787400"/>
                  </a:cubicBezTo>
                  <a:lnTo>
                    <a:pt x="393700" y="736600"/>
                  </a:lnTo>
                  <a:lnTo>
                    <a:pt x="393700" y="787400"/>
                  </a:lnTo>
                  <a:cubicBezTo>
                    <a:pt x="176403" y="787400"/>
                    <a:pt x="0" y="610997"/>
                    <a:pt x="0" y="393700"/>
                  </a:cubicBezTo>
                  <a:lnTo>
                    <a:pt x="50800" y="393700"/>
                  </a:lnTo>
                  <a:lnTo>
                    <a:pt x="0" y="393700"/>
                  </a:lnTo>
                  <a:cubicBezTo>
                    <a:pt x="0" y="176403"/>
                    <a:pt x="176403" y="0"/>
                    <a:pt x="393700" y="0"/>
                  </a:cubicBezTo>
                  <a:lnTo>
                    <a:pt x="393700" y="50800"/>
                  </a:lnTo>
                  <a:lnTo>
                    <a:pt x="393700" y="0"/>
                  </a:lnTo>
                  <a:moveTo>
                    <a:pt x="393700" y="101600"/>
                  </a:moveTo>
                  <a:cubicBezTo>
                    <a:pt x="232537" y="101600"/>
                    <a:pt x="101600" y="232537"/>
                    <a:pt x="101600" y="393700"/>
                  </a:cubicBezTo>
                  <a:cubicBezTo>
                    <a:pt x="101600" y="554863"/>
                    <a:pt x="232537" y="685800"/>
                    <a:pt x="393700" y="685800"/>
                  </a:cubicBezTo>
                  <a:cubicBezTo>
                    <a:pt x="554863" y="685800"/>
                    <a:pt x="685800" y="554863"/>
                    <a:pt x="685800" y="393700"/>
                  </a:cubicBezTo>
                  <a:cubicBezTo>
                    <a:pt x="685800" y="232537"/>
                    <a:pt x="554863" y="101600"/>
                    <a:pt x="393700" y="101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48725" y="8234362"/>
            <a:ext cx="590550" cy="590550"/>
            <a:chOff x="0" y="0"/>
            <a:chExt cx="787400" cy="787400"/>
          </a:xfrm>
        </p:grpSpPr>
        <p:sp>
          <p:nvSpPr>
            <p:cNvPr id="47" name="Freeform 47"/>
            <p:cNvSpPr/>
            <p:nvPr/>
          </p:nvSpPr>
          <p:spPr>
            <a:xfrm>
              <a:off x="50800" y="508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cubicBezTo>
                    <a:pt x="532130" y="0"/>
                    <a:pt x="685800" y="153670"/>
                    <a:pt x="685800" y="342900"/>
                  </a:cubicBezTo>
                  <a:cubicBezTo>
                    <a:pt x="685800" y="532130"/>
                    <a:pt x="532130" y="685800"/>
                    <a:pt x="342900" y="685800"/>
                  </a:cubicBezTo>
                  <a:cubicBezTo>
                    <a:pt x="153670" y="685800"/>
                    <a:pt x="0" y="532130"/>
                    <a:pt x="0" y="342900"/>
                  </a:cubicBezTo>
                  <a:cubicBezTo>
                    <a:pt x="0" y="153670"/>
                    <a:pt x="153670" y="0"/>
                    <a:pt x="3429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393700" y="0"/>
                  </a:moveTo>
                  <a:lnTo>
                    <a:pt x="393700" y="50800"/>
                  </a:lnTo>
                  <a:lnTo>
                    <a:pt x="393700" y="0"/>
                  </a:lnTo>
                  <a:cubicBezTo>
                    <a:pt x="610997" y="0"/>
                    <a:pt x="787400" y="176403"/>
                    <a:pt x="787400" y="393700"/>
                  </a:cubicBezTo>
                  <a:lnTo>
                    <a:pt x="736600" y="393700"/>
                  </a:lnTo>
                  <a:lnTo>
                    <a:pt x="787400" y="393700"/>
                  </a:lnTo>
                  <a:cubicBezTo>
                    <a:pt x="787400" y="610997"/>
                    <a:pt x="610997" y="787400"/>
                    <a:pt x="393700" y="787400"/>
                  </a:cubicBezTo>
                  <a:lnTo>
                    <a:pt x="393700" y="736600"/>
                  </a:lnTo>
                  <a:lnTo>
                    <a:pt x="393700" y="787400"/>
                  </a:lnTo>
                  <a:cubicBezTo>
                    <a:pt x="176403" y="787400"/>
                    <a:pt x="0" y="610997"/>
                    <a:pt x="0" y="393700"/>
                  </a:cubicBezTo>
                  <a:lnTo>
                    <a:pt x="50800" y="393700"/>
                  </a:lnTo>
                  <a:lnTo>
                    <a:pt x="0" y="393700"/>
                  </a:lnTo>
                  <a:cubicBezTo>
                    <a:pt x="0" y="176403"/>
                    <a:pt x="176403" y="0"/>
                    <a:pt x="393700" y="0"/>
                  </a:cubicBezTo>
                  <a:lnTo>
                    <a:pt x="393700" y="50800"/>
                  </a:lnTo>
                  <a:lnTo>
                    <a:pt x="393700" y="0"/>
                  </a:lnTo>
                  <a:moveTo>
                    <a:pt x="393700" y="101600"/>
                  </a:moveTo>
                  <a:cubicBezTo>
                    <a:pt x="232537" y="101600"/>
                    <a:pt x="101600" y="232537"/>
                    <a:pt x="101600" y="393700"/>
                  </a:cubicBezTo>
                  <a:cubicBezTo>
                    <a:pt x="101600" y="554863"/>
                    <a:pt x="232537" y="685800"/>
                    <a:pt x="393700" y="685800"/>
                  </a:cubicBezTo>
                  <a:cubicBezTo>
                    <a:pt x="554863" y="685800"/>
                    <a:pt x="685800" y="554863"/>
                    <a:pt x="685800" y="393700"/>
                  </a:cubicBezTo>
                  <a:cubicBezTo>
                    <a:pt x="685800" y="232537"/>
                    <a:pt x="554863" y="101600"/>
                    <a:pt x="393700" y="101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229850" y="7715250"/>
            <a:ext cx="4972050" cy="1628775"/>
            <a:chOff x="0" y="0"/>
            <a:chExt cx="6629400" cy="21717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629400" cy="2171700"/>
            </a:xfrm>
            <a:custGeom>
              <a:avLst/>
              <a:gdLst/>
              <a:ahLst/>
              <a:cxnLst/>
              <a:rect l="l" t="t" r="r" b="b"/>
              <a:pathLst>
                <a:path w="6629400" h="2171700">
                  <a:moveTo>
                    <a:pt x="228600" y="0"/>
                  </a:moveTo>
                  <a:lnTo>
                    <a:pt x="6400800" y="0"/>
                  </a:lnTo>
                  <a:cubicBezTo>
                    <a:pt x="6527038" y="0"/>
                    <a:pt x="6629400" y="102362"/>
                    <a:pt x="6629400" y="228600"/>
                  </a:cubicBezTo>
                  <a:lnTo>
                    <a:pt x="6629400" y="1943100"/>
                  </a:lnTo>
                  <a:cubicBezTo>
                    <a:pt x="6629400" y="2069338"/>
                    <a:pt x="6527038" y="2171700"/>
                    <a:pt x="6400800" y="2171700"/>
                  </a:cubicBezTo>
                  <a:lnTo>
                    <a:pt x="228600" y="2171700"/>
                  </a:lnTo>
                  <a:cubicBezTo>
                    <a:pt x="102362" y="2171700"/>
                    <a:pt x="0" y="2069338"/>
                    <a:pt x="0" y="19431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515600" y="8001000"/>
            <a:ext cx="571500" cy="571500"/>
            <a:chOff x="0" y="0"/>
            <a:chExt cx="762000" cy="762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673235" y="8012871"/>
            <a:ext cx="338503" cy="473904"/>
            <a:chOff x="0" y="0"/>
            <a:chExt cx="381000" cy="533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0" y="0"/>
                  </a:moveTo>
                  <a:lnTo>
                    <a:pt x="381000" y="0"/>
                  </a:lnTo>
                  <a:lnTo>
                    <a:pt x="381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625" r="-1296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38100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258550" y="8086725"/>
            <a:ext cx="3043163" cy="844010"/>
            <a:chOff x="0" y="0"/>
            <a:chExt cx="2198931" cy="60986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98931" cy="609865"/>
            </a:xfrm>
            <a:custGeom>
              <a:avLst/>
              <a:gdLst/>
              <a:ahLst/>
              <a:cxnLst/>
              <a:rect l="l" t="t" r="r" b="b"/>
              <a:pathLst>
                <a:path w="2198931" h="609865">
                  <a:moveTo>
                    <a:pt x="0" y="0"/>
                  </a:moveTo>
                  <a:lnTo>
                    <a:pt x="2198931" y="0"/>
                  </a:lnTo>
                  <a:lnTo>
                    <a:pt x="2198931" y="609865"/>
                  </a:lnTo>
                  <a:lnTo>
                    <a:pt x="0" y="609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81" r="18564" b="-94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2198931" cy="667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Xem Dữ Liệu Thống Kê Phản Hồi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8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images.ctfassets.net/bd1167e376453ef4b1e596d805001be5fdd897e1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t="-5583" r="-1" b="-55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34A853">
                    <a:alpha val="95000"/>
                  </a:srgbClr>
                </a:gs>
                <a:gs pos="100000">
                  <a:srgbClr val="4285F4">
                    <a:alpha val="9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2673553"/>
            <a:ext cx="3014662" cy="628650"/>
            <a:chOff x="0" y="0"/>
            <a:chExt cx="40195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19550" cy="838200"/>
            </a:xfrm>
            <a:custGeom>
              <a:avLst/>
              <a:gdLst/>
              <a:ahLst/>
              <a:cxnLst/>
              <a:rect l="l" t="t" r="r" b="b"/>
              <a:pathLst>
                <a:path w="4019550" h="838200">
                  <a:moveTo>
                    <a:pt x="419100" y="0"/>
                  </a:moveTo>
                  <a:lnTo>
                    <a:pt x="3600450" y="0"/>
                  </a:lnTo>
                  <a:cubicBezTo>
                    <a:pt x="3831717" y="0"/>
                    <a:pt x="4019550" y="187833"/>
                    <a:pt x="4019550" y="419100"/>
                  </a:cubicBezTo>
                  <a:cubicBezTo>
                    <a:pt x="4019550" y="650367"/>
                    <a:pt x="3831717" y="838200"/>
                    <a:pt x="36004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99283"/>
            <a:ext cx="2478348" cy="502920"/>
            <a:chOff x="0" y="0"/>
            <a:chExt cx="3304464" cy="670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04460" cy="670560"/>
            </a:xfrm>
            <a:custGeom>
              <a:avLst/>
              <a:gdLst/>
              <a:ahLst/>
              <a:cxnLst/>
              <a:rect l="l" t="t" r="r" b="b"/>
              <a:pathLst>
                <a:path w="3304460" h="670560">
                  <a:moveTo>
                    <a:pt x="0" y="0"/>
                  </a:moveTo>
                  <a:lnTo>
                    <a:pt x="3304460" y="0"/>
                  </a:lnTo>
                  <a:lnTo>
                    <a:pt x="33044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520" b="-335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304464" cy="727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spc="11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HOẠT ĐỘNG 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3873703"/>
            <a:ext cx="17573625" cy="1422178"/>
            <a:chOff x="0" y="0"/>
            <a:chExt cx="23431500" cy="18962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31500" cy="1896237"/>
            </a:xfrm>
            <a:custGeom>
              <a:avLst/>
              <a:gdLst/>
              <a:ahLst/>
              <a:cxnLst/>
              <a:rect l="l" t="t" r="r" b="b"/>
              <a:pathLst>
                <a:path w="23431500" h="1896237">
                  <a:moveTo>
                    <a:pt x="0" y="0"/>
                  </a:moveTo>
                  <a:lnTo>
                    <a:pt x="23431500" y="0"/>
                  </a:lnTo>
                  <a:lnTo>
                    <a:pt x="2343150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100" b="-1784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3431500" cy="19057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5288166"/>
            <a:ext cx="2286000" cy="57150"/>
            <a:chOff x="0" y="0"/>
            <a:chExt cx="3048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5802516"/>
            <a:ext cx="11187112" cy="705374"/>
            <a:chOff x="0" y="0"/>
            <a:chExt cx="14916150" cy="9404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16150" cy="940499"/>
            </a:xfrm>
            <a:custGeom>
              <a:avLst/>
              <a:gdLst/>
              <a:ahLst/>
              <a:cxnLst/>
              <a:rect l="l" t="t" r="r" b="b"/>
              <a:pathLst>
                <a:path w="14916150" h="940499">
                  <a:moveTo>
                    <a:pt x="0" y="0"/>
                  </a:moveTo>
                  <a:lnTo>
                    <a:pt x="14916150" y="0"/>
                  </a:lnTo>
                  <a:lnTo>
                    <a:pt x="14916150" y="940499"/>
                  </a:lnTo>
                  <a:lnTo>
                    <a:pt x="0" y="9404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404" b="-2586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52400"/>
              <a:ext cx="14916150" cy="1092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Tìm hiểu thao tác tạo biểu mẫu bằng Google Forms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" y="7184822"/>
            <a:ext cx="428625" cy="428625"/>
            <a:chOff x="0" y="0"/>
            <a:chExt cx="571500" cy="57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5881" y="7199109"/>
            <a:ext cx="2271712" cy="472154"/>
            <a:chOff x="0" y="0"/>
            <a:chExt cx="3028950" cy="6295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28950" cy="629539"/>
            </a:xfrm>
            <a:custGeom>
              <a:avLst/>
              <a:gdLst/>
              <a:ahLst/>
              <a:cxnLst/>
              <a:rect l="l" t="t" r="r" b="b"/>
              <a:pathLst>
                <a:path w="3028950" h="629539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385" b="-361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0289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Thờ gian: 7 phút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Chuẩn bị nội dung biểu mẫu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2071688"/>
            <a:chOff x="0" y="0"/>
            <a:chExt cx="22821900" cy="2762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2762250"/>
            </a:xfrm>
            <a:custGeom>
              <a:avLst/>
              <a:gdLst/>
              <a:ahLst/>
              <a:cxnLst/>
              <a:rect l="l" t="t" r="r" b="b"/>
              <a:pathLst>
                <a:path w="22821900" h="276225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2533650"/>
                  </a:lnTo>
                  <a:cubicBezTo>
                    <a:pt x="22821900" y="2659888"/>
                    <a:pt x="22719537" y="2762250"/>
                    <a:pt x="22593300" y="2762250"/>
                  </a:cubicBezTo>
                  <a:lnTo>
                    <a:pt x="76200" y="2762250"/>
                  </a:lnTo>
                  <a:cubicBezTo>
                    <a:pt x="34163" y="2762250"/>
                    <a:pt x="0" y="2728087"/>
                    <a:pt x="0" y="26860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2071688"/>
            <a:chOff x="0" y="0"/>
            <a:chExt cx="76200" cy="2762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2762250"/>
            </a:xfrm>
            <a:custGeom>
              <a:avLst/>
              <a:gdLst/>
              <a:ahLst/>
              <a:cxnLst/>
              <a:rect l="l" t="t" r="r" b="b"/>
              <a:pathLst>
                <a:path w="76200" h="2762250">
                  <a:moveTo>
                    <a:pt x="76200" y="0"/>
                  </a:moveTo>
                  <a:lnTo>
                    <a:pt x="76200" y="2762250"/>
                  </a:lnTo>
                  <a:cubicBezTo>
                    <a:pt x="34163" y="2762250"/>
                    <a:pt x="0" y="2728087"/>
                    <a:pt x="0" y="26860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43000" y="2114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3100" y="1885950"/>
            <a:ext cx="15659100" cy="563918"/>
            <a:chOff x="0" y="0"/>
            <a:chExt cx="20878800" cy="7518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khảo sát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71675" y="2514429"/>
            <a:ext cx="15459075" cy="871538"/>
            <a:chOff x="0" y="0"/>
            <a:chExt cx="20612100" cy="1162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612100" cy="1162050"/>
            </a:xfrm>
            <a:custGeom>
              <a:avLst/>
              <a:gdLst/>
              <a:ahLst/>
              <a:cxnLst/>
              <a:rect l="l" t="t" r="r" b="b"/>
              <a:pathLst>
                <a:path w="20612100" h="1162050">
                  <a:moveTo>
                    <a:pt x="76200" y="0"/>
                  </a:moveTo>
                  <a:lnTo>
                    <a:pt x="20459700" y="0"/>
                  </a:lnTo>
                  <a:cubicBezTo>
                    <a:pt x="20543774" y="0"/>
                    <a:pt x="20612100" y="68326"/>
                    <a:pt x="20612100" y="152400"/>
                  </a:cubicBezTo>
                  <a:lnTo>
                    <a:pt x="20612100" y="1009650"/>
                  </a:lnTo>
                  <a:cubicBezTo>
                    <a:pt x="20612100" y="1093724"/>
                    <a:pt x="20543774" y="1162050"/>
                    <a:pt x="20459700" y="1162050"/>
                  </a:cubicBezTo>
                  <a:lnTo>
                    <a:pt x="76200" y="1162050"/>
                  </a:lnTo>
                  <a:cubicBezTo>
                    <a:pt x="34163" y="1162050"/>
                    <a:pt x="0" y="1127887"/>
                    <a:pt x="0" y="1085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71675" y="2514429"/>
            <a:ext cx="57150" cy="871538"/>
            <a:chOff x="0" y="0"/>
            <a:chExt cx="76200" cy="1162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6200" cy="1162050"/>
            </a:xfrm>
            <a:custGeom>
              <a:avLst/>
              <a:gdLst/>
              <a:ahLst/>
              <a:cxnLst/>
              <a:rect l="l" t="t" r="r" b="b"/>
              <a:pathLst>
                <a:path w="76200" h="1162050">
                  <a:moveTo>
                    <a:pt x="76200" y="0"/>
                  </a:moveTo>
                  <a:lnTo>
                    <a:pt x="76200" y="1162050"/>
                  </a:lnTo>
                  <a:cubicBezTo>
                    <a:pt x="34163" y="1162050"/>
                    <a:pt x="0" y="1127887"/>
                    <a:pt x="0" y="1085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50256" y="2514429"/>
            <a:ext cx="15559088" cy="871538"/>
            <a:chOff x="0" y="0"/>
            <a:chExt cx="20745450" cy="1162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745450" cy="1162050"/>
            </a:xfrm>
            <a:custGeom>
              <a:avLst/>
              <a:gdLst/>
              <a:ahLst/>
              <a:cxnLst/>
              <a:rect l="l" t="t" r="r" b="b"/>
              <a:pathLst>
                <a:path w="20745450" h="1162050">
                  <a:moveTo>
                    <a:pt x="0" y="0"/>
                  </a:moveTo>
                  <a:lnTo>
                    <a:pt x="20745450" y="0"/>
                  </a:lnTo>
                  <a:lnTo>
                    <a:pt x="20745450" y="1162050"/>
                  </a:lnTo>
                  <a:lnTo>
                    <a:pt x="0" y="1162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855" b="-29785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074545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Những thông tin chúng tôi cung cấp trên trang web này có hữu ích đối với bạn không?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903888"/>
            <a:ext cx="17145000" cy="3543300"/>
            <a:chOff x="0" y="0"/>
            <a:chExt cx="22860000" cy="472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860000" cy="4724400"/>
            </a:xfrm>
            <a:custGeom>
              <a:avLst/>
              <a:gdLst/>
              <a:ahLst/>
              <a:cxnLst/>
              <a:rect l="l" t="t" r="r" b="b"/>
              <a:pathLst>
                <a:path w="22860000" h="47244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489"/>
                    <a:pt x="22860000" y="228600"/>
                  </a:cubicBezTo>
                  <a:lnTo>
                    <a:pt x="22860000" y="4495800"/>
                  </a:lnTo>
                  <a:cubicBezTo>
                    <a:pt x="22860000" y="4622038"/>
                    <a:pt x="22757512" y="4724400"/>
                    <a:pt x="22631400" y="4724400"/>
                  </a:cubicBezTo>
                  <a:lnTo>
                    <a:pt x="228600" y="4724400"/>
                  </a:lnTo>
                  <a:cubicBezTo>
                    <a:pt x="102362" y="4724400"/>
                    <a:pt x="0" y="4621911"/>
                    <a:pt x="0" y="449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900112" y="424660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285875" y="4189638"/>
            <a:ext cx="16316325" cy="563918"/>
            <a:chOff x="0" y="0"/>
            <a:chExt cx="21755100" cy="7518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phương án trả lời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5825" y="4875257"/>
            <a:ext cx="8143875" cy="1028700"/>
            <a:chOff x="0" y="0"/>
            <a:chExt cx="10858500" cy="1371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219200"/>
                  </a:lnTo>
                  <a:cubicBezTo>
                    <a:pt x="10858500" y="1303401"/>
                    <a:pt x="10790301" y="1371600"/>
                    <a:pt x="107061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5825" y="4875257"/>
            <a:ext cx="57150" cy="1028700"/>
            <a:chOff x="0" y="0"/>
            <a:chExt cx="76200" cy="1371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3000" y="5103857"/>
            <a:ext cx="571500" cy="571500"/>
            <a:chOff x="0" y="0"/>
            <a:chExt cx="762000" cy="762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53388" y="5218157"/>
            <a:ext cx="271462" cy="375056"/>
            <a:chOff x="0" y="0"/>
            <a:chExt cx="361950" cy="5000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1950" cy="500075"/>
            </a:xfrm>
            <a:custGeom>
              <a:avLst/>
              <a:gdLst/>
              <a:ahLst/>
              <a:cxnLst/>
              <a:rect l="l" t="t" r="r" b="b"/>
              <a:pathLst>
                <a:path w="361950" h="500075">
                  <a:moveTo>
                    <a:pt x="0" y="0"/>
                  </a:moveTo>
                  <a:lnTo>
                    <a:pt x="361950" y="0"/>
                  </a:lnTo>
                  <a:lnTo>
                    <a:pt x="3619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067" r="-112067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3619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885950" y="5103857"/>
            <a:ext cx="5200650" cy="428625"/>
            <a:chOff x="0" y="0"/>
            <a:chExt cx="6934200" cy="571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934200" cy="571500"/>
            </a:xfrm>
            <a:custGeom>
              <a:avLst/>
              <a:gdLst/>
              <a:ahLst/>
              <a:cxnLst/>
              <a:rect l="l" t="t" r="r" b="b"/>
              <a:pathLst>
                <a:path w="6934200" h="571500">
                  <a:moveTo>
                    <a:pt x="0" y="0"/>
                  </a:moveTo>
                  <a:lnTo>
                    <a:pt x="6934200" y="0"/>
                  </a:lnTo>
                  <a:lnTo>
                    <a:pt x="6934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418" b="-1864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69342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hữu ích với tôi và có thể với nhiều ngườ khác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86875" y="4875257"/>
            <a:ext cx="8143875" cy="1028700"/>
            <a:chOff x="0" y="0"/>
            <a:chExt cx="10858500" cy="1371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219200"/>
                  </a:lnTo>
                  <a:cubicBezTo>
                    <a:pt x="10858500" y="1303401"/>
                    <a:pt x="10790301" y="1371600"/>
                    <a:pt x="107061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286875" y="4875257"/>
            <a:ext cx="57150" cy="1028700"/>
            <a:chOff x="0" y="0"/>
            <a:chExt cx="76200" cy="1371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44050" y="5103857"/>
            <a:ext cx="571500" cy="571500"/>
            <a:chOff x="0" y="0"/>
            <a:chExt cx="762000" cy="762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754076" y="5218157"/>
            <a:ext cx="271462" cy="375056"/>
            <a:chOff x="0" y="0"/>
            <a:chExt cx="361950" cy="5000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61950" cy="500075"/>
            </a:xfrm>
            <a:custGeom>
              <a:avLst/>
              <a:gdLst/>
              <a:ahLst/>
              <a:cxnLst/>
              <a:rect l="l" t="t" r="r" b="b"/>
              <a:pathLst>
                <a:path w="361950" h="500075">
                  <a:moveTo>
                    <a:pt x="0" y="0"/>
                  </a:moveTo>
                  <a:lnTo>
                    <a:pt x="361950" y="0"/>
                  </a:lnTo>
                  <a:lnTo>
                    <a:pt x="3619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067" r="-112067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3619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287000" y="5103857"/>
            <a:ext cx="2900362" cy="428625"/>
            <a:chOff x="0" y="0"/>
            <a:chExt cx="3867150" cy="5715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67150" cy="571500"/>
            </a:xfrm>
            <a:custGeom>
              <a:avLst/>
              <a:gdLst/>
              <a:ahLst/>
              <a:cxnLst/>
              <a:rect l="l" t="t" r="r" b="b"/>
              <a:pathLst>
                <a:path w="3867150" h="571500">
                  <a:moveTo>
                    <a:pt x="0" y="0"/>
                  </a:moveTo>
                  <a:lnTo>
                    <a:pt x="3867150" y="0"/>
                  </a:lnTo>
                  <a:lnTo>
                    <a:pt x="38671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848" b="-8184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386715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nhiều thông tin hữu ích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85825" y="6132557"/>
            <a:ext cx="8143875" cy="1028700"/>
            <a:chOff x="0" y="0"/>
            <a:chExt cx="10858500" cy="13716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219200"/>
                  </a:lnTo>
                  <a:cubicBezTo>
                    <a:pt x="10858500" y="1303401"/>
                    <a:pt x="10790301" y="1371600"/>
                    <a:pt x="107061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85825" y="6132557"/>
            <a:ext cx="57150" cy="1028700"/>
            <a:chOff x="0" y="0"/>
            <a:chExt cx="76200" cy="1371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43000" y="6361157"/>
            <a:ext cx="571500" cy="571500"/>
            <a:chOff x="0" y="0"/>
            <a:chExt cx="762000" cy="762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48921" y="6475457"/>
            <a:ext cx="271462" cy="375056"/>
            <a:chOff x="0" y="0"/>
            <a:chExt cx="361950" cy="50007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61950" cy="500075"/>
            </a:xfrm>
            <a:custGeom>
              <a:avLst/>
              <a:gdLst/>
              <a:ahLst/>
              <a:cxnLst/>
              <a:rect l="l" t="t" r="r" b="b"/>
              <a:pathLst>
                <a:path w="361950" h="500075">
                  <a:moveTo>
                    <a:pt x="0" y="0"/>
                  </a:moveTo>
                  <a:lnTo>
                    <a:pt x="361950" y="0"/>
                  </a:lnTo>
                  <a:lnTo>
                    <a:pt x="3619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067" r="-112067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66675"/>
              <a:ext cx="3619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85950" y="6361157"/>
            <a:ext cx="3043238" cy="428625"/>
            <a:chOff x="0" y="0"/>
            <a:chExt cx="4057650" cy="5715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057650" cy="571500"/>
            </a:xfrm>
            <a:custGeom>
              <a:avLst/>
              <a:gdLst/>
              <a:ahLst/>
              <a:cxnLst/>
              <a:rect l="l" t="t" r="r" b="b"/>
              <a:pathLst>
                <a:path w="4057650" h="571500">
                  <a:moveTo>
                    <a:pt x="0" y="0"/>
                  </a:moveTo>
                  <a:lnTo>
                    <a:pt x="4057650" y="0"/>
                  </a:lnTo>
                  <a:lnTo>
                    <a:pt x="40576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343" b="-8834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405765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một số thông tin hữu ích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286875" y="6132557"/>
            <a:ext cx="8143875" cy="1028700"/>
            <a:chOff x="0" y="0"/>
            <a:chExt cx="10858500" cy="13716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219200"/>
                  </a:lnTo>
                  <a:cubicBezTo>
                    <a:pt x="10858500" y="1303401"/>
                    <a:pt x="10790301" y="1371600"/>
                    <a:pt x="107061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EA4335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286875" y="6132557"/>
            <a:ext cx="57150" cy="1028700"/>
            <a:chOff x="0" y="0"/>
            <a:chExt cx="76200" cy="1371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EA433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544050" y="6361157"/>
            <a:ext cx="571500" cy="571500"/>
            <a:chOff x="0" y="0"/>
            <a:chExt cx="762000" cy="7620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EA433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744970" y="6475457"/>
            <a:ext cx="285750" cy="375056"/>
            <a:chOff x="0" y="0"/>
            <a:chExt cx="381000" cy="50007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81000" cy="500075"/>
            </a:xfrm>
            <a:custGeom>
              <a:avLst/>
              <a:gdLst/>
              <a:ahLst/>
              <a:cxnLst/>
              <a:rect l="l" t="t" r="r" b="b"/>
              <a:pathLst>
                <a:path w="381000" h="500075">
                  <a:moveTo>
                    <a:pt x="0" y="0"/>
                  </a:moveTo>
                  <a:lnTo>
                    <a:pt x="381000" y="0"/>
                  </a:lnTo>
                  <a:lnTo>
                    <a:pt x="3810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3810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287000" y="6361157"/>
            <a:ext cx="3900488" cy="428625"/>
            <a:chOff x="0" y="0"/>
            <a:chExt cx="5200650" cy="5715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200650" cy="571500"/>
            </a:xfrm>
            <a:custGeom>
              <a:avLst/>
              <a:gdLst/>
              <a:ahLst/>
              <a:cxnLst/>
              <a:rect l="l" t="t" r="r" b="b"/>
              <a:pathLst>
                <a:path w="5200650" h="571500">
                  <a:moveTo>
                    <a:pt x="0" y="0"/>
                  </a:moveTo>
                  <a:lnTo>
                    <a:pt x="5200650" y="0"/>
                  </a:lnTo>
                  <a:lnTo>
                    <a:pt x="52006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13" b="-1273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520065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ít thông tin có ý nghĩa đối với tôi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0075" y="7675607"/>
            <a:ext cx="17116425" cy="800100"/>
            <a:chOff x="0" y="0"/>
            <a:chExt cx="22821900" cy="1066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2821900" cy="1066800"/>
            </a:xfrm>
            <a:custGeom>
              <a:avLst/>
              <a:gdLst/>
              <a:ahLst/>
              <a:cxnLst/>
              <a:rect l="l" t="t" r="r" b="b"/>
              <a:pathLst>
                <a:path w="22821900" h="10668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0075" y="7675607"/>
            <a:ext cx="57150" cy="800100"/>
            <a:chOff x="0" y="0"/>
            <a:chExt cx="76200" cy="1066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" name="Freeform 82"/>
          <p:cNvSpPr/>
          <p:nvPr/>
        </p:nvSpPr>
        <p:spPr>
          <a:xfrm>
            <a:off x="900112" y="790420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3" name="Group 83"/>
          <p:cNvGrpSpPr/>
          <p:nvPr/>
        </p:nvGrpSpPr>
        <p:grpSpPr>
          <a:xfrm>
            <a:off x="1457325" y="7904207"/>
            <a:ext cx="12744450" cy="375056"/>
            <a:chOff x="0" y="0"/>
            <a:chExt cx="16992600" cy="50007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6992600" cy="500075"/>
            </a:xfrm>
            <a:custGeom>
              <a:avLst/>
              <a:gdLst/>
              <a:ahLst/>
              <a:cxnLst/>
              <a:rect l="l" t="t" r="r" b="b"/>
              <a:pathLst>
                <a:path w="16992600" h="500075">
                  <a:moveTo>
                    <a:pt x="0" y="0"/>
                  </a:moveTo>
                  <a:lnTo>
                    <a:pt x="16992600" y="0"/>
                  </a:lnTo>
                  <a:lnTo>
                    <a:pt x="169926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6390" b="-6078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169926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Lưu ý: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Trước khi tạo biểu mẫu, cần chuẩn bị sẵn nội dung câu hỏi và các phương án trả lờ phù hợp với mục đích khảo sát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bước tạo biểu mẫu trong Google Forms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00200"/>
            <a:ext cx="914400" cy="914400"/>
            <a:chOff x="0" y="0"/>
            <a:chExt cx="1219200" cy="1219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5775" y="1600200"/>
            <a:ext cx="1085850" cy="914400"/>
            <a:chOff x="0" y="0"/>
            <a:chExt cx="144780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0125" y="2628900"/>
            <a:ext cx="57150" cy="914400"/>
            <a:chOff x="0" y="0"/>
            <a:chExt cx="76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00225" y="1600200"/>
            <a:ext cx="15916275" cy="1457325"/>
            <a:chOff x="0" y="0"/>
            <a:chExt cx="21221700" cy="1943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00225" y="1600200"/>
            <a:ext cx="57150" cy="1457325"/>
            <a:chOff x="0" y="0"/>
            <a:chExt cx="76200" cy="1943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14550" y="1885950"/>
            <a:ext cx="15459075" cy="472154"/>
            <a:chOff x="0" y="0"/>
            <a:chExt cx="20612100" cy="6295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Truy cập Google Forms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14550" y="2400300"/>
            <a:ext cx="15430500" cy="376199"/>
            <a:chOff x="0" y="0"/>
            <a:chExt cx="20574000" cy="50159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Truy cập kho ứng dụng Google → Chọn ứng dụng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Forms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→ Quan sát giao diện tạo biểu mẫu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77190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5775" y="3771900"/>
            <a:ext cx="1085850" cy="914400"/>
            <a:chOff x="0" y="0"/>
            <a:chExt cx="14478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0125" y="4800600"/>
            <a:ext cx="57150" cy="914400"/>
            <a:chOff x="0" y="0"/>
            <a:chExt cx="7620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853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800225" y="3771900"/>
            <a:ext cx="15916275" cy="1457325"/>
            <a:chOff x="0" y="0"/>
            <a:chExt cx="21221700" cy="1943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800225" y="3771900"/>
            <a:ext cx="57150" cy="1457325"/>
            <a:chOff x="0" y="0"/>
            <a:chExt cx="76200" cy="1943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14550" y="4057650"/>
            <a:ext cx="15459075" cy="472154"/>
            <a:chOff x="0" y="0"/>
            <a:chExt cx="20612100" cy="6295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 mới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114550" y="4572000"/>
            <a:ext cx="15430500" cy="376199"/>
            <a:chOff x="0" y="0"/>
            <a:chExt cx="20574000" cy="5015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Nhấn nút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"+"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tạo biểu mẫu mới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5943600"/>
            <a:ext cx="914400" cy="914400"/>
            <a:chOff x="0" y="0"/>
            <a:chExt cx="121920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5775" y="5943600"/>
            <a:ext cx="1085850" cy="914400"/>
            <a:chOff x="0" y="0"/>
            <a:chExt cx="144780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00125" y="6972300"/>
            <a:ext cx="57150" cy="914400"/>
            <a:chOff x="0" y="0"/>
            <a:chExt cx="7620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800225" y="5943600"/>
            <a:ext cx="15916275" cy="1457325"/>
            <a:chOff x="0" y="0"/>
            <a:chExt cx="21221700" cy="19431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00225" y="5943600"/>
            <a:ext cx="57150" cy="1457325"/>
            <a:chOff x="0" y="0"/>
            <a:chExt cx="76200" cy="19431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114550" y="6229350"/>
            <a:ext cx="15459075" cy="472154"/>
            <a:chOff x="0" y="0"/>
            <a:chExt cx="20612100" cy="62953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Nhập tiêu đề và mô tả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114550" y="6743700"/>
            <a:ext cx="15430500" cy="376199"/>
            <a:chOff x="0" y="0"/>
            <a:chExt cx="20574000" cy="50159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Nhập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tiêu đề biểu mẫu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và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mô tả biểu mẫu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(nếu cần)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8115300"/>
            <a:ext cx="914400" cy="914400"/>
            <a:chOff x="0" y="0"/>
            <a:chExt cx="1219200" cy="1219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5775" y="8115300"/>
            <a:ext cx="1085850" cy="914400"/>
            <a:chOff x="0" y="0"/>
            <a:chExt cx="1447800" cy="1219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00225" y="8115300"/>
            <a:ext cx="15916275" cy="1457325"/>
            <a:chOff x="0" y="0"/>
            <a:chExt cx="21221700" cy="1943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800225" y="8115300"/>
            <a:ext cx="57150" cy="1457325"/>
            <a:chOff x="0" y="0"/>
            <a:chExt cx="76200" cy="19431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114550" y="8401050"/>
            <a:ext cx="15459075" cy="472154"/>
            <a:chOff x="0" y="0"/>
            <a:chExt cx="20612100" cy="62953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Thêm câu hỏi và phương án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114550" y="8915400"/>
            <a:ext cx="15430500" cy="376199"/>
            <a:chOff x="0" y="0"/>
            <a:chExt cx="20574000" cy="50159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Thêm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trắc nghiệm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→ Nhập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phương án trả lờ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thành phần của biểu mẫu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28775"/>
            <a:ext cx="8429625" cy="2771775"/>
            <a:chOff x="0" y="0"/>
            <a:chExt cx="11239500" cy="3695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39500" cy="3695700"/>
            </a:xfrm>
            <a:custGeom>
              <a:avLst/>
              <a:gdLst/>
              <a:ahLst/>
              <a:cxnLst/>
              <a:rect l="l" t="t" r="r" b="b"/>
              <a:pathLst>
                <a:path w="11239500" h="36957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467100"/>
                  </a:lnTo>
                  <a:cubicBezTo>
                    <a:pt x="11239500" y="3593338"/>
                    <a:pt x="11137138" y="3695700"/>
                    <a:pt x="1101090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628775"/>
            <a:ext cx="8429625" cy="57150"/>
            <a:chOff x="0" y="0"/>
            <a:chExt cx="112395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250" y="1943100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5134" y="2143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0"/>
                </a:moveTo>
                <a:lnTo>
                  <a:pt x="250032" y="0"/>
                </a:lnTo>
                <a:lnTo>
                  <a:pt x="25003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714500" y="2085975"/>
            <a:ext cx="2271712" cy="472154"/>
            <a:chOff x="0" y="0"/>
            <a:chExt cx="3028950" cy="6295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28950" cy="629539"/>
            </a:xfrm>
            <a:custGeom>
              <a:avLst/>
              <a:gdLst/>
              <a:ahLst/>
              <a:cxnLst/>
              <a:rect l="l" t="t" r="r" b="b"/>
              <a:pathLst>
                <a:path w="3028950" h="629539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85" b="-361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0289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Tiêu đề biểu mẫu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250" y="2800350"/>
            <a:ext cx="7858125" cy="1314450"/>
            <a:chOff x="0" y="0"/>
            <a:chExt cx="10477500" cy="1752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77500" cy="1752600"/>
            </a:xfrm>
            <a:custGeom>
              <a:avLst/>
              <a:gdLst/>
              <a:ahLst/>
              <a:cxnLst/>
              <a:rect l="l" t="t" r="r" b="b"/>
              <a:pathLst>
                <a:path w="10477500" h="1752600">
                  <a:moveTo>
                    <a:pt x="152400" y="0"/>
                  </a:moveTo>
                  <a:lnTo>
                    <a:pt x="10325100" y="0"/>
                  </a:lnTo>
                  <a:cubicBezTo>
                    <a:pt x="10409301" y="0"/>
                    <a:pt x="10477500" y="68199"/>
                    <a:pt x="10477500" y="152400"/>
                  </a:cubicBezTo>
                  <a:lnTo>
                    <a:pt x="10477500" y="1600200"/>
                  </a:lnTo>
                  <a:cubicBezTo>
                    <a:pt x="10477500" y="1684401"/>
                    <a:pt x="10409301" y="1752600"/>
                    <a:pt x="10325100" y="1752600"/>
                  </a:cubicBezTo>
                  <a:lnTo>
                    <a:pt x="152400" y="1752600"/>
                  </a:lnTo>
                  <a:cubicBezTo>
                    <a:pt x="68199" y="1752600"/>
                    <a:pt x="0" y="1684401"/>
                    <a:pt x="0" y="1600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5850" y="3028950"/>
            <a:ext cx="7515225" cy="375056"/>
            <a:chOff x="0" y="0"/>
            <a:chExt cx="10020300" cy="5000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20300" cy="500075"/>
            </a:xfrm>
            <a:custGeom>
              <a:avLst/>
              <a:gdLst/>
              <a:ahLst/>
              <a:cxnLst/>
              <a:rect l="l" t="t" r="r" b="b"/>
              <a:pathLst>
                <a:path w="10020300" h="500075">
                  <a:moveTo>
                    <a:pt x="0" y="0"/>
                  </a:moveTo>
                  <a:lnTo>
                    <a:pt x="10020300" y="0"/>
                  </a:lnTo>
                  <a:lnTo>
                    <a:pt x="10020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720" b="-3361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0020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Ví dụ: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85850" y="3486150"/>
            <a:ext cx="7529512" cy="425510"/>
            <a:chOff x="0" y="0"/>
            <a:chExt cx="10039350" cy="5673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39350" cy="567347"/>
            </a:xfrm>
            <a:custGeom>
              <a:avLst/>
              <a:gdLst/>
              <a:ahLst/>
              <a:cxnLst/>
              <a:rect l="l" t="t" r="r" b="b"/>
              <a:pathLst>
                <a:path w="10039350" h="567347">
                  <a:moveTo>
                    <a:pt x="0" y="0"/>
                  </a:moveTo>
                  <a:lnTo>
                    <a:pt x="10039350" y="0"/>
                  </a:lnTo>
                  <a:lnTo>
                    <a:pt x="1003935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784" b="-2918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003935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"Ý kiến phản hồi của bạn"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86875" y="1628775"/>
            <a:ext cx="8429625" cy="2771775"/>
            <a:chOff x="0" y="0"/>
            <a:chExt cx="11239500" cy="36957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239500" cy="3695700"/>
            </a:xfrm>
            <a:custGeom>
              <a:avLst/>
              <a:gdLst/>
              <a:ahLst/>
              <a:cxnLst/>
              <a:rect l="l" t="t" r="r" b="b"/>
              <a:pathLst>
                <a:path w="11239500" h="36957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467100"/>
                  </a:lnTo>
                  <a:cubicBezTo>
                    <a:pt x="11239500" y="3593338"/>
                    <a:pt x="11137138" y="3695700"/>
                    <a:pt x="1101090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286875" y="1628775"/>
            <a:ext cx="8429625" cy="57150"/>
            <a:chOff x="0" y="0"/>
            <a:chExt cx="11239500" cy="76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72625" y="1943100"/>
            <a:ext cx="685800" cy="685800"/>
            <a:chOff x="0" y="0"/>
            <a:chExt cx="9144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 31"/>
          <p:cNvSpPr/>
          <p:nvPr/>
        </p:nvSpPr>
        <p:spPr>
          <a:xfrm>
            <a:off x="9826228" y="214312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0" y="0"/>
                </a:moveTo>
                <a:lnTo>
                  <a:pt x="178594" y="0"/>
                </a:lnTo>
                <a:lnTo>
                  <a:pt x="178594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10429875" y="2085975"/>
            <a:ext cx="2486025" cy="472154"/>
            <a:chOff x="0" y="0"/>
            <a:chExt cx="3314700" cy="6295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314700" cy="629539"/>
            </a:xfrm>
            <a:custGeom>
              <a:avLst/>
              <a:gdLst/>
              <a:ahLst/>
              <a:cxnLst/>
              <a:rect l="l" t="t" r="r" b="b"/>
              <a:pathLst>
                <a:path w="3314700" h="629539">
                  <a:moveTo>
                    <a:pt x="0" y="0"/>
                  </a:moveTo>
                  <a:lnTo>
                    <a:pt x="3314700" y="0"/>
                  </a:lnTo>
                  <a:lnTo>
                    <a:pt x="3314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29" b="-44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33147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Nội dung biểu mẫu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72625" y="2800350"/>
            <a:ext cx="7858125" cy="1257300"/>
            <a:chOff x="0" y="0"/>
            <a:chExt cx="10477500" cy="1676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77500" cy="1676400"/>
            </a:xfrm>
            <a:custGeom>
              <a:avLst/>
              <a:gdLst/>
              <a:ahLst/>
              <a:cxnLst/>
              <a:rect l="l" t="t" r="r" b="b"/>
              <a:pathLst>
                <a:path w="10477500" h="1676400">
                  <a:moveTo>
                    <a:pt x="152400" y="0"/>
                  </a:moveTo>
                  <a:lnTo>
                    <a:pt x="10325100" y="0"/>
                  </a:lnTo>
                  <a:cubicBezTo>
                    <a:pt x="10409301" y="0"/>
                    <a:pt x="10477500" y="68199"/>
                    <a:pt x="10477500" y="152400"/>
                  </a:cubicBezTo>
                  <a:lnTo>
                    <a:pt x="10477500" y="1524000"/>
                  </a:lnTo>
                  <a:cubicBezTo>
                    <a:pt x="10477500" y="1608201"/>
                    <a:pt x="10409301" y="1676400"/>
                    <a:pt x="10325100" y="1676400"/>
                  </a:cubicBezTo>
                  <a:lnTo>
                    <a:pt x="152400" y="1676400"/>
                  </a:lnTo>
                  <a:cubicBezTo>
                    <a:pt x="68199" y="1676400"/>
                    <a:pt x="0" y="1608201"/>
                    <a:pt x="0" y="1524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801225" y="3028950"/>
            <a:ext cx="7515225" cy="375056"/>
            <a:chOff x="0" y="0"/>
            <a:chExt cx="10020300" cy="50007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020300" cy="500075"/>
            </a:xfrm>
            <a:custGeom>
              <a:avLst/>
              <a:gdLst/>
              <a:ahLst/>
              <a:cxnLst/>
              <a:rect l="l" t="t" r="r" b="b"/>
              <a:pathLst>
                <a:path w="10020300" h="500075">
                  <a:moveTo>
                    <a:pt x="0" y="0"/>
                  </a:moveTo>
                  <a:lnTo>
                    <a:pt x="10020300" y="0"/>
                  </a:lnTo>
                  <a:lnTo>
                    <a:pt x="10020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720" b="-3361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10020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khảo sát: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01225" y="3486150"/>
            <a:ext cx="7515225" cy="375056"/>
            <a:chOff x="0" y="0"/>
            <a:chExt cx="10020300" cy="5000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20300" cy="500075"/>
            </a:xfrm>
            <a:custGeom>
              <a:avLst/>
              <a:gdLst/>
              <a:ahLst/>
              <a:cxnLst/>
              <a:rect l="l" t="t" r="r" b="b"/>
              <a:pathLst>
                <a:path w="10020300" h="500075">
                  <a:moveTo>
                    <a:pt x="0" y="0"/>
                  </a:moveTo>
                  <a:lnTo>
                    <a:pt x="10020300" y="0"/>
                  </a:lnTo>
                  <a:lnTo>
                    <a:pt x="10020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720" b="-3361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10020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Những thông tin chúng tôi cung cấp có hữu ích không?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629150"/>
            <a:ext cx="17145000" cy="2514600"/>
            <a:chOff x="0" y="0"/>
            <a:chExt cx="22860000" cy="335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860000" cy="3352800"/>
            </a:xfrm>
            <a:custGeom>
              <a:avLst/>
              <a:gdLst/>
              <a:ahLst/>
              <a:cxnLst/>
              <a:rect l="l" t="t" r="r" b="b"/>
              <a:pathLst>
                <a:path w="22860000" h="33528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3124200"/>
                  </a:lnTo>
                  <a:cubicBezTo>
                    <a:pt x="22860000" y="3250438"/>
                    <a:pt x="22757637" y="3352800"/>
                    <a:pt x="22631400" y="3352800"/>
                  </a:cubicBezTo>
                  <a:lnTo>
                    <a:pt x="228600" y="3352800"/>
                  </a:lnTo>
                  <a:cubicBezTo>
                    <a:pt x="102362" y="3352800"/>
                    <a:pt x="0" y="3250438"/>
                    <a:pt x="0" y="31242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Freeform 45"/>
          <p:cNvSpPr/>
          <p:nvPr/>
        </p:nvSpPr>
        <p:spPr>
          <a:xfrm>
            <a:off x="892969" y="4972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1214438" y="4914900"/>
            <a:ext cx="16359188" cy="472154"/>
            <a:chOff x="0" y="0"/>
            <a:chExt cx="21812250" cy="62953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812250" cy="629539"/>
            </a:xfrm>
            <a:custGeom>
              <a:avLst/>
              <a:gdLst/>
              <a:ahLst/>
              <a:cxnLst/>
              <a:rect l="l" t="t" r="r" b="b"/>
              <a:pathLst>
                <a:path w="21812250" h="629539">
                  <a:moveTo>
                    <a:pt x="0" y="0"/>
                  </a:moveTo>
                  <a:lnTo>
                    <a:pt x="21812250" y="0"/>
                  </a:lnTo>
                  <a:lnTo>
                    <a:pt x="218122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2752" b="-6174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218122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phương án trả lờ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7250" y="5543550"/>
            <a:ext cx="3971925" cy="1314450"/>
            <a:chOff x="0" y="0"/>
            <a:chExt cx="5295900" cy="17526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295900" cy="1752600"/>
            </a:xfrm>
            <a:custGeom>
              <a:avLst/>
              <a:gdLst/>
              <a:ahLst/>
              <a:cxnLst/>
              <a:rect l="l" t="t" r="r" b="b"/>
              <a:pathLst>
                <a:path w="5295900" h="1752600">
                  <a:moveTo>
                    <a:pt x="152400" y="0"/>
                  </a:moveTo>
                  <a:lnTo>
                    <a:pt x="5143500" y="0"/>
                  </a:lnTo>
                  <a:cubicBezTo>
                    <a:pt x="5227701" y="0"/>
                    <a:pt x="5295900" y="68199"/>
                    <a:pt x="5295900" y="152400"/>
                  </a:cubicBezTo>
                  <a:lnTo>
                    <a:pt x="5295900" y="1600200"/>
                  </a:lnTo>
                  <a:cubicBezTo>
                    <a:pt x="5295900" y="1684401"/>
                    <a:pt x="5227701" y="1752600"/>
                    <a:pt x="5143500" y="1752600"/>
                  </a:cubicBezTo>
                  <a:lnTo>
                    <a:pt x="152400" y="1752600"/>
                  </a:lnTo>
                  <a:cubicBezTo>
                    <a:pt x="68199" y="1752600"/>
                    <a:pt x="0" y="1684401"/>
                    <a:pt x="0" y="1600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557462" y="5715000"/>
            <a:ext cx="571500" cy="571500"/>
            <a:chOff x="0" y="0"/>
            <a:chExt cx="762000" cy="762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710701" y="5829300"/>
            <a:ext cx="271462" cy="375056"/>
            <a:chOff x="0" y="0"/>
            <a:chExt cx="361950" cy="50007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61950" cy="500075"/>
            </a:xfrm>
            <a:custGeom>
              <a:avLst/>
              <a:gdLst/>
              <a:ahLst/>
              <a:cxnLst/>
              <a:rect l="l" t="t" r="r" b="b"/>
              <a:pathLst>
                <a:path w="361950" h="500075">
                  <a:moveTo>
                    <a:pt x="0" y="0"/>
                  </a:moveTo>
                  <a:lnTo>
                    <a:pt x="361950" y="0"/>
                  </a:lnTo>
                  <a:lnTo>
                    <a:pt x="3619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067" r="-112067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3619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78694" y="6400800"/>
            <a:ext cx="3729038" cy="329555"/>
            <a:chOff x="0" y="0"/>
            <a:chExt cx="4972050" cy="439407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972050" cy="439407"/>
            </a:xfrm>
            <a:custGeom>
              <a:avLst/>
              <a:gdLst/>
              <a:ahLst/>
              <a:cxnLst/>
              <a:rect l="l" t="t" r="r" b="b"/>
              <a:pathLst>
                <a:path w="4972050" h="439407">
                  <a:moveTo>
                    <a:pt x="0" y="0"/>
                  </a:moveTo>
                  <a:lnTo>
                    <a:pt x="4972050" y="0"/>
                  </a:lnTo>
                  <a:lnTo>
                    <a:pt x="49720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126" b="-163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9720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hữu ích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057775" y="5543550"/>
            <a:ext cx="3971925" cy="1314450"/>
            <a:chOff x="0" y="0"/>
            <a:chExt cx="5295900" cy="1752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295900" cy="1752600"/>
            </a:xfrm>
            <a:custGeom>
              <a:avLst/>
              <a:gdLst/>
              <a:ahLst/>
              <a:cxnLst/>
              <a:rect l="l" t="t" r="r" b="b"/>
              <a:pathLst>
                <a:path w="5295900" h="1752600">
                  <a:moveTo>
                    <a:pt x="152400" y="0"/>
                  </a:moveTo>
                  <a:lnTo>
                    <a:pt x="5143500" y="0"/>
                  </a:lnTo>
                  <a:cubicBezTo>
                    <a:pt x="5227701" y="0"/>
                    <a:pt x="5295900" y="68199"/>
                    <a:pt x="5295900" y="152400"/>
                  </a:cubicBezTo>
                  <a:lnTo>
                    <a:pt x="5295900" y="1600200"/>
                  </a:lnTo>
                  <a:cubicBezTo>
                    <a:pt x="5295900" y="1684401"/>
                    <a:pt x="5227701" y="1752600"/>
                    <a:pt x="5143500" y="1752600"/>
                  </a:cubicBezTo>
                  <a:lnTo>
                    <a:pt x="152400" y="1752600"/>
                  </a:lnTo>
                  <a:cubicBezTo>
                    <a:pt x="68199" y="1752600"/>
                    <a:pt x="0" y="1684401"/>
                    <a:pt x="0" y="1600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57988" y="5715000"/>
            <a:ext cx="571500" cy="571500"/>
            <a:chOff x="0" y="0"/>
            <a:chExt cx="762000" cy="762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910864" y="5829300"/>
            <a:ext cx="271462" cy="375056"/>
            <a:chOff x="0" y="0"/>
            <a:chExt cx="361950" cy="50007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61950" cy="500075"/>
            </a:xfrm>
            <a:custGeom>
              <a:avLst/>
              <a:gdLst/>
              <a:ahLst/>
              <a:cxnLst/>
              <a:rect l="l" t="t" r="r" b="b"/>
              <a:pathLst>
                <a:path w="361950" h="500075">
                  <a:moveTo>
                    <a:pt x="0" y="0"/>
                  </a:moveTo>
                  <a:lnTo>
                    <a:pt x="361950" y="0"/>
                  </a:lnTo>
                  <a:lnTo>
                    <a:pt x="3619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067" r="-112067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3619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179219" y="6400800"/>
            <a:ext cx="3729038" cy="329555"/>
            <a:chOff x="0" y="0"/>
            <a:chExt cx="4972050" cy="43940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972050" cy="439407"/>
            </a:xfrm>
            <a:custGeom>
              <a:avLst/>
              <a:gdLst/>
              <a:ahLst/>
              <a:cxnLst/>
              <a:rect l="l" t="t" r="r" b="b"/>
              <a:pathLst>
                <a:path w="4972050" h="439407">
                  <a:moveTo>
                    <a:pt x="0" y="0"/>
                  </a:moveTo>
                  <a:lnTo>
                    <a:pt x="4972050" y="0"/>
                  </a:lnTo>
                  <a:lnTo>
                    <a:pt x="49720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126" b="-163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49720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nhiều thông tin hữu ích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258300" y="5543550"/>
            <a:ext cx="3971925" cy="1314450"/>
            <a:chOff x="0" y="0"/>
            <a:chExt cx="5295900" cy="17526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295900" cy="1752600"/>
            </a:xfrm>
            <a:custGeom>
              <a:avLst/>
              <a:gdLst/>
              <a:ahLst/>
              <a:cxnLst/>
              <a:rect l="l" t="t" r="r" b="b"/>
              <a:pathLst>
                <a:path w="5295900" h="1752600">
                  <a:moveTo>
                    <a:pt x="152400" y="0"/>
                  </a:moveTo>
                  <a:lnTo>
                    <a:pt x="5143500" y="0"/>
                  </a:lnTo>
                  <a:cubicBezTo>
                    <a:pt x="5227701" y="0"/>
                    <a:pt x="5295900" y="68199"/>
                    <a:pt x="5295900" y="152400"/>
                  </a:cubicBezTo>
                  <a:lnTo>
                    <a:pt x="5295900" y="1600200"/>
                  </a:lnTo>
                  <a:cubicBezTo>
                    <a:pt x="5295900" y="1684401"/>
                    <a:pt x="5227701" y="1752600"/>
                    <a:pt x="5143500" y="1752600"/>
                  </a:cubicBezTo>
                  <a:lnTo>
                    <a:pt x="152400" y="1752600"/>
                  </a:lnTo>
                  <a:cubicBezTo>
                    <a:pt x="68199" y="1752600"/>
                    <a:pt x="0" y="1684401"/>
                    <a:pt x="0" y="1600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958512" y="5715000"/>
            <a:ext cx="571500" cy="571500"/>
            <a:chOff x="0" y="0"/>
            <a:chExt cx="762000" cy="7620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107283" y="5829300"/>
            <a:ext cx="271462" cy="375056"/>
            <a:chOff x="0" y="0"/>
            <a:chExt cx="361950" cy="50007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61950" cy="500075"/>
            </a:xfrm>
            <a:custGeom>
              <a:avLst/>
              <a:gdLst/>
              <a:ahLst/>
              <a:cxnLst/>
              <a:rect l="l" t="t" r="r" b="b"/>
              <a:pathLst>
                <a:path w="361950" h="500075">
                  <a:moveTo>
                    <a:pt x="0" y="0"/>
                  </a:moveTo>
                  <a:lnTo>
                    <a:pt x="361950" y="0"/>
                  </a:lnTo>
                  <a:lnTo>
                    <a:pt x="3619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067" r="-112067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3619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379744" y="6400800"/>
            <a:ext cx="3729038" cy="329555"/>
            <a:chOff x="0" y="0"/>
            <a:chExt cx="4972050" cy="43940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972050" cy="439407"/>
            </a:xfrm>
            <a:custGeom>
              <a:avLst/>
              <a:gdLst/>
              <a:ahLst/>
              <a:cxnLst/>
              <a:rect l="l" t="t" r="r" b="b"/>
              <a:pathLst>
                <a:path w="4972050" h="439407">
                  <a:moveTo>
                    <a:pt x="0" y="0"/>
                  </a:moveTo>
                  <a:lnTo>
                    <a:pt x="4972050" y="0"/>
                  </a:lnTo>
                  <a:lnTo>
                    <a:pt x="49720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126" b="-163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49720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một số thông tin hữu ích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458825" y="5543550"/>
            <a:ext cx="3971925" cy="1314450"/>
            <a:chOff x="0" y="0"/>
            <a:chExt cx="5295900" cy="17526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295900" cy="1752600"/>
            </a:xfrm>
            <a:custGeom>
              <a:avLst/>
              <a:gdLst/>
              <a:ahLst/>
              <a:cxnLst/>
              <a:rect l="l" t="t" r="r" b="b"/>
              <a:pathLst>
                <a:path w="5295900" h="1752600">
                  <a:moveTo>
                    <a:pt x="152400" y="0"/>
                  </a:moveTo>
                  <a:lnTo>
                    <a:pt x="5143500" y="0"/>
                  </a:lnTo>
                  <a:cubicBezTo>
                    <a:pt x="5227701" y="0"/>
                    <a:pt x="5295900" y="68199"/>
                    <a:pt x="5295900" y="152400"/>
                  </a:cubicBezTo>
                  <a:lnTo>
                    <a:pt x="5295900" y="1600200"/>
                  </a:lnTo>
                  <a:cubicBezTo>
                    <a:pt x="5295900" y="1684401"/>
                    <a:pt x="5227701" y="1752600"/>
                    <a:pt x="5143500" y="1752600"/>
                  </a:cubicBezTo>
                  <a:lnTo>
                    <a:pt x="152400" y="1752600"/>
                  </a:lnTo>
                  <a:cubicBezTo>
                    <a:pt x="68199" y="1752600"/>
                    <a:pt x="0" y="1684401"/>
                    <a:pt x="0" y="1600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EA4335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159038" y="5715000"/>
            <a:ext cx="571500" cy="571500"/>
            <a:chOff x="0" y="0"/>
            <a:chExt cx="762000" cy="7620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EA433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5302808" y="5829300"/>
            <a:ext cx="285750" cy="375056"/>
            <a:chOff x="0" y="0"/>
            <a:chExt cx="381000" cy="50007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81000" cy="500075"/>
            </a:xfrm>
            <a:custGeom>
              <a:avLst/>
              <a:gdLst/>
              <a:ahLst/>
              <a:cxnLst/>
              <a:rect l="l" t="t" r="r" b="b"/>
              <a:pathLst>
                <a:path w="381000" h="500075">
                  <a:moveTo>
                    <a:pt x="0" y="0"/>
                  </a:moveTo>
                  <a:lnTo>
                    <a:pt x="381000" y="0"/>
                  </a:lnTo>
                  <a:lnTo>
                    <a:pt x="3810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3810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3580269" y="6400800"/>
            <a:ext cx="3729038" cy="329555"/>
            <a:chOff x="0" y="0"/>
            <a:chExt cx="4972050" cy="43940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972050" cy="439407"/>
            </a:xfrm>
            <a:custGeom>
              <a:avLst/>
              <a:gdLst/>
              <a:ahLst/>
              <a:cxnLst/>
              <a:rect l="l" t="t" r="r" b="b"/>
              <a:pathLst>
                <a:path w="4972050" h="439407">
                  <a:moveTo>
                    <a:pt x="0" y="0"/>
                  </a:moveTo>
                  <a:lnTo>
                    <a:pt x="4972050" y="0"/>
                  </a:lnTo>
                  <a:lnTo>
                    <a:pt x="49720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126" b="-163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49720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ít thông tin có ý nghĩa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00075" y="7372350"/>
            <a:ext cx="17116425" cy="1485900"/>
            <a:chOff x="0" y="0"/>
            <a:chExt cx="22821900" cy="19812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2821900" cy="1981200"/>
            </a:xfrm>
            <a:custGeom>
              <a:avLst/>
              <a:gdLst/>
              <a:ahLst/>
              <a:cxnLst/>
              <a:rect l="l" t="t" r="r" b="b"/>
              <a:pathLst>
                <a:path w="22821900" h="19812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1752600"/>
                  </a:lnTo>
                  <a:cubicBezTo>
                    <a:pt x="22821900" y="1878711"/>
                    <a:pt x="22719412" y="1981200"/>
                    <a:pt x="22593300" y="1981200"/>
                  </a:cubicBezTo>
                  <a:lnTo>
                    <a:pt x="76200" y="1981200"/>
                  </a:lnTo>
                  <a:cubicBezTo>
                    <a:pt x="34163" y="1981200"/>
                    <a:pt x="0" y="1947037"/>
                    <a:pt x="0" y="1905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0075" y="7372350"/>
            <a:ext cx="57150" cy="1485900"/>
            <a:chOff x="0" y="0"/>
            <a:chExt cx="76200" cy="1981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76200" cy="1981200"/>
            </a:xfrm>
            <a:custGeom>
              <a:avLst/>
              <a:gdLst/>
              <a:ahLst/>
              <a:cxnLst/>
              <a:rect l="l" t="t" r="r" b="b"/>
              <a:pathLst>
                <a:path w="76200" h="1981200">
                  <a:moveTo>
                    <a:pt x="76200" y="0"/>
                  </a:moveTo>
                  <a:lnTo>
                    <a:pt x="76200" y="1981200"/>
                  </a:lnTo>
                  <a:cubicBezTo>
                    <a:pt x="34163" y="1981200"/>
                    <a:pt x="0" y="1947037"/>
                    <a:pt x="0" y="1905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" name="Freeform 93"/>
          <p:cNvSpPr/>
          <p:nvPr/>
        </p:nvSpPr>
        <p:spPr>
          <a:xfrm>
            <a:off x="932259" y="7715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0"/>
                </a:moveTo>
                <a:lnTo>
                  <a:pt x="321469" y="0"/>
                </a:lnTo>
                <a:lnTo>
                  <a:pt x="321469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4" name="Group 94"/>
          <p:cNvGrpSpPr/>
          <p:nvPr/>
        </p:nvGrpSpPr>
        <p:grpSpPr>
          <a:xfrm>
            <a:off x="1271588" y="7658100"/>
            <a:ext cx="16302038" cy="472154"/>
            <a:chOff x="0" y="0"/>
            <a:chExt cx="21736050" cy="629539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1736050" cy="629539"/>
            </a:xfrm>
            <a:custGeom>
              <a:avLst/>
              <a:gdLst/>
              <a:ahLst/>
              <a:cxnLst/>
              <a:rect l="l" t="t" r="r" b="b"/>
              <a:pathLst>
                <a:path w="21736050" h="629539">
                  <a:moveTo>
                    <a:pt x="0" y="0"/>
                  </a:moveTo>
                  <a:lnTo>
                    <a:pt x="21736050" y="0"/>
                  </a:lnTo>
                  <a:lnTo>
                    <a:pt x="21736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0394" b="-6151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57150"/>
              <a:ext cx="217360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hiển thị đầy đủ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42975" y="8286750"/>
            <a:ext cx="228600" cy="228600"/>
            <a:chOff x="0" y="0"/>
            <a:chExt cx="304800" cy="304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314450" y="8229600"/>
            <a:ext cx="1943100" cy="375056"/>
            <a:chOff x="0" y="0"/>
            <a:chExt cx="2590800" cy="500075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590800" cy="500075"/>
            </a:xfrm>
            <a:custGeom>
              <a:avLst/>
              <a:gdLst/>
              <a:ahLst/>
              <a:cxnLst/>
              <a:rect l="l" t="t" r="r" b="b"/>
              <a:pathLst>
                <a:path w="2590800" h="500075">
                  <a:moveTo>
                    <a:pt x="0" y="0"/>
                  </a:moveTo>
                  <a:lnTo>
                    <a:pt x="2590800" y="0"/>
                  </a:lnTo>
                  <a:lnTo>
                    <a:pt x="25908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35" b="-466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66675"/>
              <a:ext cx="25908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Tiêu đề biểu mẫu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524568" y="8286750"/>
            <a:ext cx="228600" cy="228600"/>
            <a:chOff x="0" y="0"/>
            <a:chExt cx="304800" cy="3048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896043" y="8229600"/>
            <a:ext cx="1857375" cy="375056"/>
            <a:chOff x="0" y="0"/>
            <a:chExt cx="2476500" cy="500075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476500" cy="500075"/>
            </a:xfrm>
            <a:custGeom>
              <a:avLst/>
              <a:gdLst/>
              <a:ahLst/>
              <a:cxnLst/>
              <a:rect l="l" t="t" r="r" b="b"/>
              <a:pathLst>
                <a:path w="2476500" h="500075">
                  <a:moveTo>
                    <a:pt x="0" y="0"/>
                  </a:moveTo>
                  <a:lnTo>
                    <a:pt x="2476500" y="0"/>
                  </a:lnTo>
                  <a:lnTo>
                    <a:pt x="24765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781" b="-422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66675"/>
              <a:ext cx="24765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Câu hỏi khảo sát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106161" y="8286750"/>
            <a:ext cx="228600" cy="228600"/>
            <a:chOff x="0" y="0"/>
            <a:chExt cx="304800" cy="304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2477636" y="8229600"/>
            <a:ext cx="2671762" cy="375056"/>
            <a:chOff x="0" y="0"/>
            <a:chExt cx="3562350" cy="500075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562350" cy="500075"/>
            </a:xfrm>
            <a:custGeom>
              <a:avLst/>
              <a:gdLst/>
              <a:ahLst/>
              <a:cxnLst/>
              <a:rect l="l" t="t" r="r" b="b"/>
              <a:pathLst>
                <a:path w="3562350" h="500075">
                  <a:moveTo>
                    <a:pt x="0" y="0"/>
                  </a:moveTo>
                  <a:lnTo>
                    <a:pt x="3562350" y="0"/>
                  </a:lnTo>
                  <a:lnTo>
                    <a:pt x="35623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091" b="-845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-66675"/>
              <a:ext cx="35623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Các phương án lựa chọn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C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www.bepublishing.com/eb1ed7b62693edd1d92358287d574962409109dd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t="-63694" b="-636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BBC04">
                    <a:alpha val="95000"/>
                  </a:srgbClr>
                </a:gs>
                <a:gs pos="100000">
                  <a:srgbClr val="4285F4">
                    <a:alpha val="9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2432447"/>
            <a:ext cx="3071812" cy="628650"/>
            <a:chOff x="0" y="0"/>
            <a:chExt cx="40957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95750" cy="838200"/>
            </a:xfrm>
            <a:custGeom>
              <a:avLst/>
              <a:gdLst/>
              <a:ahLst/>
              <a:cxnLst/>
              <a:rect l="l" t="t" r="r" b="b"/>
              <a:pathLst>
                <a:path w="4095750" h="838200">
                  <a:moveTo>
                    <a:pt x="419100" y="0"/>
                  </a:moveTo>
                  <a:lnTo>
                    <a:pt x="3676650" y="0"/>
                  </a:lnTo>
                  <a:cubicBezTo>
                    <a:pt x="3907917" y="0"/>
                    <a:pt x="4095750" y="187833"/>
                    <a:pt x="4095750" y="419100"/>
                  </a:cubicBezTo>
                  <a:cubicBezTo>
                    <a:pt x="4095750" y="650367"/>
                    <a:pt x="3907917" y="838200"/>
                    <a:pt x="36766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558177"/>
            <a:ext cx="2526744" cy="472154"/>
            <a:chOff x="0" y="0"/>
            <a:chExt cx="3368992" cy="6295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68992" cy="629539"/>
            </a:xfrm>
            <a:custGeom>
              <a:avLst/>
              <a:gdLst/>
              <a:ahLst/>
              <a:cxnLst/>
              <a:rect l="l" t="t" r="r" b="b"/>
              <a:pathLst>
                <a:path w="3368992" h="629539">
                  <a:moveTo>
                    <a:pt x="0" y="0"/>
                  </a:moveTo>
                  <a:lnTo>
                    <a:pt x="3368992" y="0"/>
                  </a:lnTo>
                  <a:lnTo>
                    <a:pt x="3368992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331" b="-442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368992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spc="11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HOẠT ĐỘNG 2.2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3632597"/>
            <a:ext cx="17487900" cy="1133932"/>
            <a:chOff x="0" y="0"/>
            <a:chExt cx="23317200" cy="15119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317200" cy="1511910"/>
            </a:xfrm>
            <a:custGeom>
              <a:avLst/>
              <a:gdLst/>
              <a:ahLst/>
              <a:cxnLst/>
              <a:rect l="l" t="t" r="r" b="b"/>
              <a:pathLst>
                <a:path w="23317200" h="1511910">
                  <a:moveTo>
                    <a:pt x="0" y="0"/>
                  </a:moveTo>
                  <a:lnTo>
                    <a:pt x="23317200" y="0"/>
                  </a:lnTo>
                  <a:lnTo>
                    <a:pt x="23317200" y="1511910"/>
                  </a:lnTo>
                  <a:lnTo>
                    <a:pt x="0" y="15119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705" b="-2383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3317200" cy="1502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NHÚNG BIỂU MẪU VÀO TRANG WEB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4832747"/>
            <a:ext cx="2286000" cy="57150"/>
            <a:chOff x="0" y="0"/>
            <a:chExt cx="3048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5347097"/>
            <a:ext cx="11187112" cy="1419749"/>
            <a:chOff x="0" y="0"/>
            <a:chExt cx="14916150" cy="18929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16150" cy="1892998"/>
            </a:xfrm>
            <a:custGeom>
              <a:avLst/>
              <a:gdLst/>
              <a:ahLst/>
              <a:cxnLst/>
              <a:rect l="l" t="t" r="r" b="b"/>
              <a:pathLst>
                <a:path w="14916150" h="1892998">
                  <a:moveTo>
                    <a:pt x="0" y="0"/>
                  </a:moveTo>
                  <a:lnTo>
                    <a:pt x="14916150" y="0"/>
                  </a:lnTo>
                  <a:lnTo>
                    <a:pt x="14916150" y="1892998"/>
                  </a:lnTo>
                  <a:lnTo>
                    <a:pt x="0" y="18929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224" b="-1028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52400"/>
              <a:ext cx="14916150" cy="204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Tìm hiểu thao tác nhúng biểu mẫu vào trang web bằng Google Sites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" y="7425928"/>
            <a:ext cx="428625" cy="428625"/>
            <a:chOff x="0" y="0"/>
            <a:chExt cx="571500" cy="57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5881" y="7440216"/>
            <a:ext cx="2271712" cy="472154"/>
            <a:chOff x="0" y="0"/>
            <a:chExt cx="3028950" cy="6295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28950" cy="629539"/>
            </a:xfrm>
            <a:custGeom>
              <a:avLst/>
              <a:gdLst/>
              <a:ahLst/>
              <a:cxnLst/>
              <a:rect l="l" t="t" r="r" b="b"/>
              <a:pathLst>
                <a:path w="3028950" h="629539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385" b="-361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0289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Thờ gian: 7 phút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933" y="528933"/>
            <a:ext cx="17468145" cy="780463"/>
            <a:chOff x="0" y="0"/>
            <a:chExt cx="23290860" cy="10406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90864" cy="1040624"/>
            </a:xfrm>
            <a:custGeom>
              <a:avLst/>
              <a:gdLst/>
              <a:ahLst/>
              <a:cxnLst/>
              <a:rect l="l" t="t" r="r" b="b"/>
              <a:pathLst>
                <a:path w="23290864" h="1040624">
                  <a:moveTo>
                    <a:pt x="0" y="0"/>
                  </a:moveTo>
                  <a:lnTo>
                    <a:pt x="23290864" y="0"/>
                  </a:lnTo>
                  <a:lnTo>
                    <a:pt x="23290864" y="1040624"/>
                  </a:lnTo>
                  <a:lnTo>
                    <a:pt x="0" y="104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221" b="-3699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3290860" cy="992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48"/>
                </a:lnSpc>
              </a:pPr>
              <a:r>
                <a:rPr lang="en-US" sz="3748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bước nhúng biểu mẫu vào trang web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8933" y="1163660"/>
            <a:ext cx="1269444" cy="52892"/>
            <a:chOff x="0" y="0"/>
            <a:chExt cx="1692592" cy="70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2656" cy="70485"/>
            </a:xfrm>
            <a:custGeom>
              <a:avLst/>
              <a:gdLst/>
              <a:ahLst/>
              <a:cxnLst/>
              <a:rect l="l" t="t" r="r" b="b"/>
              <a:pathLst>
                <a:path w="1692656" h="70485">
                  <a:moveTo>
                    <a:pt x="0" y="0"/>
                  </a:moveTo>
                  <a:lnTo>
                    <a:pt x="1692656" y="0"/>
                  </a:lnTo>
                  <a:lnTo>
                    <a:pt x="1692656" y="70485"/>
                  </a:lnTo>
                  <a:lnTo>
                    <a:pt x="0" y="70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28933" y="1481023"/>
            <a:ext cx="740512" cy="740512"/>
            <a:chOff x="0" y="0"/>
            <a:chExt cx="987349" cy="9873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7298" cy="987298"/>
            </a:xfrm>
            <a:custGeom>
              <a:avLst/>
              <a:gdLst/>
              <a:ahLst/>
              <a:cxnLst/>
              <a:rect l="l" t="t" r="r" b="b"/>
              <a:pathLst>
                <a:path w="987298" h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2820" y="1481023"/>
            <a:ext cx="872747" cy="740512"/>
            <a:chOff x="0" y="0"/>
            <a:chExt cx="1163663" cy="987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3662" cy="987351"/>
            </a:xfrm>
            <a:custGeom>
              <a:avLst/>
              <a:gdLst/>
              <a:ahLst/>
              <a:cxnLst/>
              <a:rect l="l" t="t" r="r" b="b"/>
              <a:pathLst>
                <a:path w="1163662" h="987351">
                  <a:moveTo>
                    <a:pt x="0" y="0"/>
                  </a:moveTo>
                  <a:lnTo>
                    <a:pt x="1163662" y="0"/>
                  </a:lnTo>
                  <a:lnTo>
                    <a:pt x="1163662" y="987351"/>
                  </a:lnTo>
                  <a:lnTo>
                    <a:pt x="0" y="98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r="-588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63663" cy="10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8"/>
                </a:lnSpc>
              </a:pPr>
              <a:r>
                <a:rPr lang="en-US" sz="2082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2747" y="2327319"/>
            <a:ext cx="52892" cy="528933"/>
            <a:chOff x="0" y="0"/>
            <a:chExt cx="70523" cy="7052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485" cy="705231"/>
            </a:xfrm>
            <a:custGeom>
              <a:avLst/>
              <a:gdLst/>
              <a:ahLst/>
              <a:cxnLst/>
              <a:rect l="l" t="t" r="r" b="b"/>
              <a:pathLst>
                <a:path w="70485" h="705231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07474" y="1481023"/>
            <a:ext cx="16251593" cy="1190111"/>
            <a:chOff x="0" y="0"/>
            <a:chExt cx="21668791" cy="15868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668741" cy="1586865"/>
            </a:xfrm>
            <a:custGeom>
              <a:avLst/>
              <a:gdLst/>
              <a:ahLst/>
              <a:cxnLst/>
              <a:rect l="l" t="t" r="r" b="b"/>
              <a:pathLst>
                <a:path w="21668741" h="1586865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07474" y="1481023"/>
            <a:ext cx="52892" cy="1190111"/>
            <a:chOff x="0" y="0"/>
            <a:chExt cx="70523" cy="15868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85" cy="1586865"/>
            </a:xfrm>
            <a:custGeom>
              <a:avLst/>
              <a:gdLst/>
              <a:ahLst/>
              <a:cxnLst/>
              <a:rect l="l" t="t" r="r" b="b"/>
              <a:pathLst>
                <a:path w="70485" h="158686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45494" y="1692602"/>
            <a:ext cx="15921009" cy="385506"/>
            <a:chOff x="0" y="0"/>
            <a:chExt cx="21228012" cy="5140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228008" cy="514007"/>
            </a:xfrm>
            <a:custGeom>
              <a:avLst/>
              <a:gdLst/>
              <a:ahLst/>
              <a:cxnLst/>
              <a:rect l="l" t="t" r="r" b="b"/>
              <a:pathLst>
                <a:path w="21228008" h="514007">
                  <a:moveTo>
                    <a:pt x="0" y="0"/>
                  </a:moveTo>
                  <a:lnTo>
                    <a:pt x="21228008" y="0"/>
                  </a:lnTo>
                  <a:lnTo>
                    <a:pt x="21228008" y="514007"/>
                  </a:lnTo>
                  <a:lnTo>
                    <a:pt x="0" y="514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691" b="-7527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1228012" cy="580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22"/>
                </a:lnSpc>
              </a:pPr>
              <a:r>
                <a:rPr lang="en-US" sz="1873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Mở trang web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45494" y="2115750"/>
            <a:ext cx="15907788" cy="347980"/>
            <a:chOff x="0" y="0"/>
            <a:chExt cx="21210384" cy="4639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210378" cy="463979"/>
            </a:xfrm>
            <a:custGeom>
              <a:avLst/>
              <a:gdLst/>
              <a:ahLst/>
              <a:cxnLst/>
              <a:rect l="l" t="t" r="r" b="b"/>
              <a:pathLst>
                <a:path w="21210378" h="463979">
                  <a:moveTo>
                    <a:pt x="0" y="0"/>
                  </a:moveTo>
                  <a:lnTo>
                    <a:pt x="21210378" y="0"/>
                  </a:lnTo>
                  <a:lnTo>
                    <a:pt x="21210378" y="463979"/>
                  </a:lnTo>
                  <a:lnTo>
                    <a:pt x="0" y="463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40" b="-840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1210384" cy="5306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9"/>
                </a:lnSpc>
              </a:pP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Mở trang web cần chỉnh sửa trong </a:t>
              </a:r>
              <a:r>
                <a:rPr lang="en-US" sz="1666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Google Sites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8933" y="3014939"/>
            <a:ext cx="740512" cy="740512"/>
            <a:chOff x="0" y="0"/>
            <a:chExt cx="987349" cy="9873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7298" cy="987298"/>
            </a:xfrm>
            <a:custGeom>
              <a:avLst/>
              <a:gdLst/>
              <a:ahLst/>
              <a:cxnLst/>
              <a:rect l="l" t="t" r="r" b="b"/>
              <a:pathLst>
                <a:path w="987298" h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2820" y="3014939"/>
            <a:ext cx="872747" cy="740512"/>
            <a:chOff x="0" y="0"/>
            <a:chExt cx="1163663" cy="9873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63662" cy="987351"/>
            </a:xfrm>
            <a:custGeom>
              <a:avLst/>
              <a:gdLst/>
              <a:ahLst/>
              <a:cxnLst/>
              <a:rect l="l" t="t" r="r" b="b"/>
              <a:pathLst>
                <a:path w="1163662" h="987351">
                  <a:moveTo>
                    <a:pt x="0" y="0"/>
                  </a:moveTo>
                  <a:lnTo>
                    <a:pt x="1163662" y="0"/>
                  </a:lnTo>
                  <a:lnTo>
                    <a:pt x="1163662" y="987351"/>
                  </a:lnTo>
                  <a:lnTo>
                    <a:pt x="0" y="98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r="-588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63663" cy="10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8"/>
                </a:lnSpc>
              </a:pPr>
              <a:r>
                <a:rPr lang="en-US" sz="2082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72747" y="3861244"/>
            <a:ext cx="52892" cy="528933"/>
            <a:chOff x="0" y="0"/>
            <a:chExt cx="70523" cy="7052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0485" cy="705231"/>
            </a:xfrm>
            <a:custGeom>
              <a:avLst/>
              <a:gdLst/>
              <a:ahLst/>
              <a:cxnLst/>
              <a:rect l="l" t="t" r="r" b="b"/>
              <a:pathLst>
                <a:path w="70485" h="705231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853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07474" y="3014939"/>
            <a:ext cx="16251593" cy="1190111"/>
            <a:chOff x="0" y="0"/>
            <a:chExt cx="21668791" cy="158681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668741" cy="1586865"/>
            </a:xfrm>
            <a:custGeom>
              <a:avLst/>
              <a:gdLst/>
              <a:ahLst/>
              <a:cxnLst/>
              <a:rect l="l" t="t" r="r" b="b"/>
              <a:pathLst>
                <a:path w="21668741" h="1586865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07474" y="3014939"/>
            <a:ext cx="52892" cy="1190111"/>
            <a:chOff x="0" y="0"/>
            <a:chExt cx="70523" cy="158681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0485" cy="1586865"/>
            </a:xfrm>
            <a:custGeom>
              <a:avLst/>
              <a:gdLst/>
              <a:ahLst/>
              <a:cxnLst/>
              <a:rect l="l" t="t" r="r" b="b"/>
              <a:pathLst>
                <a:path w="70485" h="158686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45494" y="3226518"/>
            <a:ext cx="15921009" cy="385506"/>
            <a:chOff x="0" y="0"/>
            <a:chExt cx="21228012" cy="5140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228008" cy="514007"/>
            </a:xfrm>
            <a:custGeom>
              <a:avLst/>
              <a:gdLst/>
              <a:ahLst/>
              <a:cxnLst/>
              <a:rect l="l" t="t" r="r" b="b"/>
              <a:pathLst>
                <a:path w="21228008" h="514007">
                  <a:moveTo>
                    <a:pt x="0" y="0"/>
                  </a:moveTo>
                  <a:lnTo>
                    <a:pt x="21228008" y="0"/>
                  </a:lnTo>
                  <a:lnTo>
                    <a:pt x="21228008" y="514007"/>
                  </a:lnTo>
                  <a:lnTo>
                    <a:pt x="0" y="514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691" b="-7527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21228012" cy="580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22"/>
                </a:lnSpc>
              </a:pPr>
              <a:r>
                <a:rPr lang="en-US" sz="1873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Chọn công cụ Chèn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45494" y="3649666"/>
            <a:ext cx="15907788" cy="347980"/>
            <a:chOff x="0" y="0"/>
            <a:chExt cx="21210384" cy="46397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210378" cy="463979"/>
            </a:xfrm>
            <a:custGeom>
              <a:avLst/>
              <a:gdLst/>
              <a:ahLst/>
              <a:cxnLst/>
              <a:rect l="l" t="t" r="r" b="b"/>
              <a:pathLst>
                <a:path w="21210378" h="463979">
                  <a:moveTo>
                    <a:pt x="0" y="0"/>
                  </a:moveTo>
                  <a:lnTo>
                    <a:pt x="21210378" y="0"/>
                  </a:lnTo>
                  <a:lnTo>
                    <a:pt x="21210378" y="463979"/>
                  </a:lnTo>
                  <a:lnTo>
                    <a:pt x="0" y="463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40" b="-840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21210384" cy="5306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9"/>
                </a:lnSpc>
              </a:pP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công cụ </a:t>
              </a:r>
              <a:r>
                <a:rPr lang="en-US" sz="1666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"Biểu mẫu"</a:t>
              </a: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trong bảng chọn </a:t>
              </a:r>
              <a:r>
                <a:rPr lang="en-US" sz="1666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"Chèn"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8933" y="4548864"/>
            <a:ext cx="740512" cy="740512"/>
            <a:chOff x="0" y="0"/>
            <a:chExt cx="987349" cy="98734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87298" cy="987298"/>
            </a:xfrm>
            <a:custGeom>
              <a:avLst/>
              <a:gdLst/>
              <a:ahLst/>
              <a:cxnLst/>
              <a:rect l="l" t="t" r="r" b="b"/>
              <a:pathLst>
                <a:path w="987298" h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2820" y="4548864"/>
            <a:ext cx="872747" cy="740513"/>
            <a:chOff x="0" y="0"/>
            <a:chExt cx="1163663" cy="9873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63662" cy="987351"/>
            </a:xfrm>
            <a:custGeom>
              <a:avLst/>
              <a:gdLst/>
              <a:ahLst/>
              <a:cxnLst/>
              <a:rect l="l" t="t" r="r" b="b"/>
              <a:pathLst>
                <a:path w="1163662" h="987351">
                  <a:moveTo>
                    <a:pt x="0" y="0"/>
                  </a:moveTo>
                  <a:lnTo>
                    <a:pt x="1163662" y="0"/>
                  </a:lnTo>
                  <a:lnTo>
                    <a:pt x="1163662" y="987351"/>
                  </a:lnTo>
                  <a:lnTo>
                    <a:pt x="0" y="98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r="-588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163663" cy="10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8"/>
                </a:lnSpc>
              </a:pPr>
              <a:r>
                <a:rPr lang="en-US" sz="2082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72747" y="5395160"/>
            <a:ext cx="52892" cy="528933"/>
            <a:chOff x="0" y="0"/>
            <a:chExt cx="70523" cy="70524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0485" cy="705231"/>
            </a:xfrm>
            <a:custGeom>
              <a:avLst/>
              <a:gdLst/>
              <a:ahLst/>
              <a:cxnLst/>
              <a:rect l="l" t="t" r="r" b="b"/>
              <a:pathLst>
                <a:path w="70485" h="705231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07474" y="4548864"/>
            <a:ext cx="16251593" cy="1190111"/>
            <a:chOff x="0" y="0"/>
            <a:chExt cx="21668791" cy="158681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668741" cy="1586865"/>
            </a:xfrm>
            <a:custGeom>
              <a:avLst/>
              <a:gdLst/>
              <a:ahLst/>
              <a:cxnLst/>
              <a:rect l="l" t="t" r="r" b="b"/>
              <a:pathLst>
                <a:path w="21668741" h="1586865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07474" y="4548864"/>
            <a:ext cx="52892" cy="1190111"/>
            <a:chOff x="0" y="0"/>
            <a:chExt cx="70523" cy="158681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0485" cy="1586865"/>
            </a:xfrm>
            <a:custGeom>
              <a:avLst/>
              <a:gdLst/>
              <a:ahLst/>
              <a:cxnLst/>
              <a:rect l="l" t="t" r="r" b="b"/>
              <a:pathLst>
                <a:path w="70485" h="158686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745494" y="4760433"/>
            <a:ext cx="15921009" cy="385506"/>
            <a:chOff x="0" y="0"/>
            <a:chExt cx="21228012" cy="51400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228008" cy="514007"/>
            </a:xfrm>
            <a:custGeom>
              <a:avLst/>
              <a:gdLst/>
              <a:ahLst/>
              <a:cxnLst/>
              <a:rect l="l" t="t" r="r" b="b"/>
              <a:pathLst>
                <a:path w="21228008" h="514007">
                  <a:moveTo>
                    <a:pt x="0" y="0"/>
                  </a:moveTo>
                  <a:lnTo>
                    <a:pt x="21228008" y="0"/>
                  </a:lnTo>
                  <a:lnTo>
                    <a:pt x="21228008" y="514007"/>
                  </a:lnTo>
                  <a:lnTo>
                    <a:pt x="0" y="514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691" b="-7527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21228012" cy="580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22"/>
                </a:lnSpc>
              </a:pPr>
              <a:r>
                <a:rPr lang="en-US" sz="1873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Chọn biểu mẫu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745494" y="5183581"/>
            <a:ext cx="15907788" cy="347980"/>
            <a:chOff x="0" y="0"/>
            <a:chExt cx="21210384" cy="46397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210378" cy="463979"/>
            </a:xfrm>
            <a:custGeom>
              <a:avLst/>
              <a:gdLst/>
              <a:ahLst/>
              <a:cxnLst/>
              <a:rect l="l" t="t" r="r" b="b"/>
              <a:pathLst>
                <a:path w="21210378" h="463979">
                  <a:moveTo>
                    <a:pt x="0" y="0"/>
                  </a:moveTo>
                  <a:lnTo>
                    <a:pt x="21210378" y="0"/>
                  </a:lnTo>
                  <a:lnTo>
                    <a:pt x="21210378" y="463979"/>
                  </a:lnTo>
                  <a:lnTo>
                    <a:pt x="0" y="463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40" b="-840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21210384" cy="5306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9"/>
                </a:lnSpc>
              </a:pP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biểu mẫu </a:t>
              </a:r>
              <a:r>
                <a:rPr lang="en-US" sz="1666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"Ý kiến phản hồi của bạn"</a:t>
              </a: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đã tạo trước đó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8933" y="6082779"/>
            <a:ext cx="740512" cy="740512"/>
            <a:chOff x="0" y="0"/>
            <a:chExt cx="987349" cy="98734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87298" cy="987298"/>
            </a:xfrm>
            <a:custGeom>
              <a:avLst/>
              <a:gdLst/>
              <a:ahLst/>
              <a:cxnLst/>
              <a:rect l="l" t="t" r="r" b="b"/>
              <a:pathLst>
                <a:path w="987298" h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62820" y="6082779"/>
            <a:ext cx="872747" cy="740512"/>
            <a:chOff x="0" y="0"/>
            <a:chExt cx="1163663" cy="9873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163662" cy="987351"/>
            </a:xfrm>
            <a:custGeom>
              <a:avLst/>
              <a:gdLst/>
              <a:ahLst/>
              <a:cxnLst/>
              <a:rect l="l" t="t" r="r" b="b"/>
              <a:pathLst>
                <a:path w="1163662" h="987351">
                  <a:moveTo>
                    <a:pt x="0" y="0"/>
                  </a:moveTo>
                  <a:lnTo>
                    <a:pt x="1163662" y="0"/>
                  </a:lnTo>
                  <a:lnTo>
                    <a:pt x="1163662" y="987351"/>
                  </a:lnTo>
                  <a:lnTo>
                    <a:pt x="0" y="98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r="-588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163663" cy="10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8"/>
                </a:lnSpc>
              </a:pPr>
              <a:r>
                <a:rPr lang="en-US" sz="2082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72747" y="6929076"/>
            <a:ext cx="52892" cy="528933"/>
            <a:chOff x="0" y="0"/>
            <a:chExt cx="70523" cy="70524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0485" cy="705231"/>
            </a:xfrm>
            <a:custGeom>
              <a:avLst/>
              <a:gdLst/>
              <a:ahLst/>
              <a:cxnLst/>
              <a:rect l="l" t="t" r="r" b="b"/>
              <a:pathLst>
                <a:path w="70485" h="705231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07474" y="6082779"/>
            <a:ext cx="16251593" cy="1190111"/>
            <a:chOff x="0" y="0"/>
            <a:chExt cx="21668791" cy="158681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668741" cy="1586865"/>
            </a:xfrm>
            <a:custGeom>
              <a:avLst/>
              <a:gdLst/>
              <a:ahLst/>
              <a:cxnLst/>
              <a:rect l="l" t="t" r="r" b="b"/>
              <a:pathLst>
                <a:path w="21668741" h="1586865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07474" y="6082779"/>
            <a:ext cx="52892" cy="1190111"/>
            <a:chOff x="0" y="0"/>
            <a:chExt cx="70523" cy="158681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0485" cy="1586865"/>
            </a:xfrm>
            <a:custGeom>
              <a:avLst/>
              <a:gdLst/>
              <a:ahLst/>
              <a:cxnLst/>
              <a:rect l="l" t="t" r="r" b="b"/>
              <a:pathLst>
                <a:path w="70485" h="158686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745494" y="6294349"/>
            <a:ext cx="15921009" cy="385506"/>
            <a:chOff x="0" y="0"/>
            <a:chExt cx="21228012" cy="51400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1228008" cy="514007"/>
            </a:xfrm>
            <a:custGeom>
              <a:avLst/>
              <a:gdLst/>
              <a:ahLst/>
              <a:cxnLst/>
              <a:rect l="l" t="t" r="r" b="b"/>
              <a:pathLst>
                <a:path w="21228008" h="514007">
                  <a:moveTo>
                    <a:pt x="0" y="0"/>
                  </a:moveTo>
                  <a:lnTo>
                    <a:pt x="21228008" y="0"/>
                  </a:lnTo>
                  <a:lnTo>
                    <a:pt x="21228008" y="514007"/>
                  </a:lnTo>
                  <a:lnTo>
                    <a:pt x="0" y="514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691" b="-7527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21228012" cy="580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22"/>
                </a:lnSpc>
              </a:pPr>
              <a:r>
                <a:rPr lang="en-US" sz="1873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Chèn biểu mẫu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745494" y="6717497"/>
            <a:ext cx="15907788" cy="347980"/>
            <a:chOff x="0" y="0"/>
            <a:chExt cx="21210384" cy="46397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1210378" cy="463979"/>
            </a:xfrm>
            <a:custGeom>
              <a:avLst/>
              <a:gdLst/>
              <a:ahLst/>
              <a:cxnLst/>
              <a:rect l="l" t="t" r="r" b="b"/>
              <a:pathLst>
                <a:path w="21210378" h="463979">
                  <a:moveTo>
                    <a:pt x="0" y="0"/>
                  </a:moveTo>
                  <a:lnTo>
                    <a:pt x="21210378" y="0"/>
                  </a:lnTo>
                  <a:lnTo>
                    <a:pt x="21210378" y="463979"/>
                  </a:lnTo>
                  <a:lnTo>
                    <a:pt x="0" y="463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40" b="-840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21210384" cy="5306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9"/>
                </a:lnSpc>
              </a:pP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Nhấn </a:t>
              </a:r>
              <a:r>
                <a:rPr lang="en-US" sz="1666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"Chèn"</a:t>
              </a: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đưa biểu mẫu vào trang web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28933" y="7616695"/>
            <a:ext cx="740512" cy="740512"/>
            <a:chOff x="0" y="0"/>
            <a:chExt cx="987349" cy="98734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87298" cy="987298"/>
            </a:xfrm>
            <a:custGeom>
              <a:avLst/>
              <a:gdLst/>
              <a:ahLst/>
              <a:cxnLst/>
              <a:rect l="l" t="t" r="r" b="b"/>
              <a:pathLst>
                <a:path w="987298" h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462820" y="7616695"/>
            <a:ext cx="872747" cy="740513"/>
            <a:chOff x="0" y="0"/>
            <a:chExt cx="1163663" cy="98735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163662" cy="987351"/>
            </a:xfrm>
            <a:custGeom>
              <a:avLst/>
              <a:gdLst/>
              <a:ahLst/>
              <a:cxnLst/>
              <a:rect l="l" t="t" r="r" b="b"/>
              <a:pathLst>
                <a:path w="1163662" h="987351">
                  <a:moveTo>
                    <a:pt x="0" y="0"/>
                  </a:moveTo>
                  <a:lnTo>
                    <a:pt x="1163662" y="0"/>
                  </a:lnTo>
                  <a:lnTo>
                    <a:pt x="1163662" y="987351"/>
                  </a:lnTo>
                  <a:lnTo>
                    <a:pt x="0" y="98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r="-588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1163663" cy="10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8"/>
                </a:lnSpc>
              </a:pPr>
              <a:r>
                <a:rPr lang="en-US" sz="2082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5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507474" y="7616695"/>
            <a:ext cx="16251593" cy="1190111"/>
            <a:chOff x="0" y="0"/>
            <a:chExt cx="21668791" cy="158681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1668741" cy="1586865"/>
            </a:xfrm>
            <a:custGeom>
              <a:avLst/>
              <a:gdLst/>
              <a:ahLst/>
              <a:cxnLst/>
              <a:rect l="l" t="t" r="r" b="b"/>
              <a:pathLst>
                <a:path w="21668741" h="1586865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07474" y="7616695"/>
            <a:ext cx="52892" cy="1190111"/>
            <a:chOff x="0" y="0"/>
            <a:chExt cx="70523" cy="158681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0485" cy="1586865"/>
            </a:xfrm>
            <a:custGeom>
              <a:avLst/>
              <a:gdLst/>
              <a:ahLst/>
              <a:cxnLst/>
              <a:rect l="l" t="t" r="r" b="b"/>
              <a:pathLst>
                <a:path w="70485" h="158686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745494" y="7828274"/>
            <a:ext cx="15921009" cy="385506"/>
            <a:chOff x="0" y="0"/>
            <a:chExt cx="21228012" cy="514007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1228008" cy="514007"/>
            </a:xfrm>
            <a:custGeom>
              <a:avLst/>
              <a:gdLst/>
              <a:ahLst/>
              <a:cxnLst/>
              <a:rect l="l" t="t" r="r" b="b"/>
              <a:pathLst>
                <a:path w="21228008" h="514007">
                  <a:moveTo>
                    <a:pt x="0" y="0"/>
                  </a:moveTo>
                  <a:lnTo>
                    <a:pt x="21228008" y="0"/>
                  </a:lnTo>
                  <a:lnTo>
                    <a:pt x="21228008" y="514007"/>
                  </a:lnTo>
                  <a:lnTo>
                    <a:pt x="0" y="514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691" b="-7527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66675"/>
              <a:ext cx="21228012" cy="580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22"/>
                </a:lnSpc>
              </a:pPr>
              <a:r>
                <a:rPr lang="en-US" sz="1873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Xuất bản trang web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745494" y="8251422"/>
            <a:ext cx="15907788" cy="347980"/>
            <a:chOff x="0" y="0"/>
            <a:chExt cx="21210384" cy="46397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1210378" cy="463979"/>
            </a:xfrm>
            <a:custGeom>
              <a:avLst/>
              <a:gdLst/>
              <a:ahLst/>
              <a:cxnLst/>
              <a:rect l="l" t="t" r="r" b="b"/>
              <a:pathLst>
                <a:path w="21210378" h="463979">
                  <a:moveTo>
                    <a:pt x="0" y="0"/>
                  </a:moveTo>
                  <a:lnTo>
                    <a:pt x="21210378" y="0"/>
                  </a:lnTo>
                  <a:lnTo>
                    <a:pt x="21210378" y="463979"/>
                  </a:lnTo>
                  <a:lnTo>
                    <a:pt x="0" y="463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40" b="-840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21210384" cy="5306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9"/>
                </a:lnSpc>
              </a:pP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Xuất bản trang web để biểu mẫu hiển thị khi truy cập → Truy cập địa chỉ URL và thử trả lờ biểu mẫu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55384" y="9018375"/>
            <a:ext cx="17203674" cy="740512"/>
            <a:chOff x="0" y="0"/>
            <a:chExt cx="22938232" cy="98734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2938232" cy="987298"/>
            </a:xfrm>
            <a:custGeom>
              <a:avLst/>
              <a:gdLst/>
              <a:ahLst/>
              <a:cxnLst/>
              <a:rect l="l" t="t" r="r" b="b"/>
              <a:pathLst>
                <a:path w="22938232" h="987298">
                  <a:moveTo>
                    <a:pt x="70485" y="0"/>
                  </a:moveTo>
                  <a:lnTo>
                    <a:pt x="22726650" y="0"/>
                  </a:lnTo>
                  <a:cubicBezTo>
                    <a:pt x="22843489" y="0"/>
                    <a:pt x="22938232" y="94742"/>
                    <a:pt x="22938232" y="211582"/>
                  </a:cubicBezTo>
                  <a:lnTo>
                    <a:pt x="22938232" y="775716"/>
                  </a:lnTo>
                  <a:cubicBezTo>
                    <a:pt x="22938232" y="892556"/>
                    <a:pt x="22843489" y="987298"/>
                    <a:pt x="22726650" y="987298"/>
                  </a:cubicBezTo>
                  <a:lnTo>
                    <a:pt x="70485" y="987298"/>
                  </a:lnTo>
                  <a:cubicBezTo>
                    <a:pt x="31623" y="987298"/>
                    <a:pt x="0" y="955802"/>
                    <a:pt x="0" y="916813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55384" y="9018375"/>
            <a:ext cx="52892" cy="740512"/>
            <a:chOff x="0" y="0"/>
            <a:chExt cx="70523" cy="987349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0485" cy="987298"/>
            </a:xfrm>
            <a:custGeom>
              <a:avLst/>
              <a:gdLst/>
              <a:ahLst/>
              <a:cxnLst/>
              <a:rect l="l" t="t" r="r" b="b"/>
              <a:pathLst>
                <a:path w="70485" h="987298">
                  <a:moveTo>
                    <a:pt x="70485" y="0"/>
                  </a:moveTo>
                  <a:lnTo>
                    <a:pt x="70485" y="987298"/>
                  </a:lnTo>
                  <a:cubicBezTo>
                    <a:pt x="31623" y="987298"/>
                    <a:pt x="0" y="955802"/>
                    <a:pt x="0" y="916813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4" name="Freeform 94"/>
          <p:cNvSpPr/>
          <p:nvPr/>
        </p:nvSpPr>
        <p:spPr>
          <a:xfrm>
            <a:off x="872747" y="9229954"/>
            <a:ext cx="238020" cy="317363"/>
          </a:xfrm>
          <a:custGeom>
            <a:avLst/>
            <a:gdLst/>
            <a:ahLst/>
            <a:cxnLst/>
            <a:rect l="l" t="t" r="r" b="b"/>
            <a:pathLst>
              <a:path w="238020" h="317363">
                <a:moveTo>
                  <a:pt x="0" y="0"/>
                </a:moveTo>
                <a:lnTo>
                  <a:pt x="238020" y="0"/>
                </a:lnTo>
                <a:lnTo>
                  <a:pt x="238020" y="317363"/>
                </a:lnTo>
                <a:lnTo>
                  <a:pt x="0" y="317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5" name="Group 95"/>
          <p:cNvGrpSpPr/>
          <p:nvPr/>
        </p:nvGrpSpPr>
        <p:grpSpPr>
          <a:xfrm>
            <a:off x="1348788" y="9229954"/>
            <a:ext cx="11663067" cy="344803"/>
            <a:chOff x="0" y="0"/>
            <a:chExt cx="15550756" cy="459737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5550750" cy="459736"/>
            </a:xfrm>
            <a:custGeom>
              <a:avLst/>
              <a:gdLst/>
              <a:ahLst/>
              <a:cxnLst/>
              <a:rect l="l" t="t" r="r" b="b"/>
              <a:pathLst>
                <a:path w="15550750" h="459736">
                  <a:moveTo>
                    <a:pt x="0" y="0"/>
                  </a:moveTo>
                  <a:lnTo>
                    <a:pt x="15550750" y="0"/>
                  </a:lnTo>
                  <a:lnTo>
                    <a:pt x="15550750" y="459736"/>
                  </a:lnTo>
                  <a:lnTo>
                    <a:pt x="0" y="459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068" b="-6051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15550756" cy="507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99"/>
                </a:lnSpc>
              </a:pPr>
              <a:r>
                <a:rPr lang="en-US" sz="1666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Mẹo:</a:t>
              </a:r>
              <a:r>
                <a:rPr lang="en-US" sz="1666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Biểu mẫu có thể được chèn ở bất kỳ vị trí nào trên trang web, thường đặt ở cuối trang để thu thập ý kiến phản hồi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Kết quả sau khi nhúng biểu mẫu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28775"/>
            <a:ext cx="5529262" cy="2943225"/>
            <a:chOff x="0" y="0"/>
            <a:chExt cx="7372350" cy="3924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72350" cy="3924300"/>
            </a:xfrm>
            <a:custGeom>
              <a:avLst/>
              <a:gdLst/>
              <a:ahLst/>
              <a:cxnLst/>
              <a:rect l="l" t="t" r="r" b="b"/>
              <a:pathLst>
                <a:path w="7372350" h="39243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628775"/>
            <a:ext cx="5529262" cy="57150"/>
            <a:chOff x="0" y="0"/>
            <a:chExt cx="737235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76436" y="1943100"/>
            <a:ext cx="914400" cy="914400"/>
            <a:chOff x="0" y="0"/>
            <a:chExt cx="121920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122895" y="21859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2956" y="3028950"/>
            <a:ext cx="5086350" cy="425510"/>
            <a:chOff x="0" y="0"/>
            <a:chExt cx="6781800" cy="5673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81800" cy="567347"/>
            </a:xfrm>
            <a:custGeom>
              <a:avLst/>
              <a:gdLst/>
              <a:ahLst/>
              <a:cxnLst/>
              <a:rect l="l" t="t" r="r" b="b"/>
              <a:pathLst>
                <a:path w="6781800" h="567347">
                  <a:moveTo>
                    <a:pt x="0" y="0"/>
                  </a:moveTo>
                  <a:lnTo>
                    <a:pt x="6781800" y="0"/>
                  </a:lnTo>
                  <a:lnTo>
                    <a:pt x="67818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906" b="-1799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67818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Trang web đã chèn biểu mẫu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0100" y="3543300"/>
            <a:ext cx="5072062" cy="757199"/>
            <a:chOff x="0" y="0"/>
            <a:chExt cx="6762750" cy="1009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62750" cy="1009599"/>
            </a:xfrm>
            <a:custGeom>
              <a:avLst/>
              <a:gdLst/>
              <a:ahLst/>
              <a:cxnLst/>
              <a:rect l="l" t="t" r="r" b="b"/>
              <a:pathLst>
                <a:path w="6762750" h="1009599">
                  <a:moveTo>
                    <a:pt x="0" y="0"/>
                  </a:moveTo>
                  <a:lnTo>
                    <a:pt x="6762750" y="0"/>
                  </a:lnTo>
                  <a:lnTo>
                    <a:pt x="676275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460" b="-795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676275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Trang web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"Việt Nam vẻ đẹp tiềm ẩn"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hiển thị biểu mẫu khảo sát ở cuối trang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1693" y="1628775"/>
            <a:ext cx="5529262" cy="2943225"/>
            <a:chOff x="0" y="0"/>
            <a:chExt cx="7372350" cy="3924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72350" cy="3924300"/>
            </a:xfrm>
            <a:custGeom>
              <a:avLst/>
              <a:gdLst/>
              <a:ahLst/>
              <a:cxnLst/>
              <a:rect l="l" t="t" r="r" b="b"/>
              <a:pathLst>
                <a:path w="7372350" h="39243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81693" y="1628775"/>
            <a:ext cx="5529262" cy="57150"/>
            <a:chOff x="0" y="0"/>
            <a:chExt cx="7372350" cy="76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86619" y="194310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8933078" y="21859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6603149" y="3028950"/>
            <a:ext cx="5086350" cy="425510"/>
            <a:chOff x="0" y="0"/>
            <a:chExt cx="6781800" cy="5673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81800" cy="567347"/>
            </a:xfrm>
            <a:custGeom>
              <a:avLst/>
              <a:gdLst/>
              <a:ahLst/>
              <a:cxnLst/>
              <a:rect l="l" t="t" r="r" b="b"/>
              <a:pathLst>
                <a:path w="6781800" h="567347">
                  <a:moveTo>
                    <a:pt x="0" y="0"/>
                  </a:moveTo>
                  <a:lnTo>
                    <a:pt x="6781800" y="0"/>
                  </a:lnTo>
                  <a:lnTo>
                    <a:pt x="67818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906" b="-1799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67818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hiển thị đầy đủ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10293" y="3543300"/>
            <a:ext cx="5072062" cy="757199"/>
            <a:chOff x="0" y="0"/>
            <a:chExt cx="6762750" cy="10095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762750" cy="1009599"/>
            </a:xfrm>
            <a:custGeom>
              <a:avLst/>
              <a:gdLst/>
              <a:ahLst/>
              <a:cxnLst/>
              <a:rect l="l" t="t" r="r" b="b"/>
              <a:pathLst>
                <a:path w="6762750" h="1009599">
                  <a:moveTo>
                    <a:pt x="0" y="0"/>
                  </a:moveTo>
                  <a:lnTo>
                    <a:pt x="6762750" y="0"/>
                  </a:lnTo>
                  <a:lnTo>
                    <a:pt x="676275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460" b="-795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676275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 truy cập có thể nhập phản hồi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trực tiếp trên trang web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91886" y="1628775"/>
            <a:ext cx="5529262" cy="2943225"/>
            <a:chOff x="0" y="0"/>
            <a:chExt cx="7372350" cy="39243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72350" cy="3924300"/>
            </a:xfrm>
            <a:custGeom>
              <a:avLst/>
              <a:gdLst/>
              <a:ahLst/>
              <a:cxnLst/>
              <a:rect l="l" t="t" r="r" b="b"/>
              <a:pathLst>
                <a:path w="7372350" h="39243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191886" y="1628775"/>
            <a:ext cx="5529262" cy="57150"/>
            <a:chOff x="0" y="0"/>
            <a:chExt cx="7372350" cy="76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496993" y="1943100"/>
            <a:ext cx="914400" cy="914400"/>
            <a:chOff x="0" y="0"/>
            <a:chExt cx="121920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14770237" y="2185988"/>
            <a:ext cx="375047" cy="428625"/>
          </a:xfrm>
          <a:custGeom>
            <a:avLst/>
            <a:gdLst/>
            <a:ahLst/>
            <a:cxnLst/>
            <a:rect l="l" t="t" r="r" b="b"/>
            <a:pathLst>
              <a:path w="375047" h="428625">
                <a:moveTo>
                  <a:pt x="0" y="0"/>
                </a:moveTo>
                <a:lnTo>
                  <a:pt x="375046" y="0"/>
                </a:lnTo>
                <a:lnTo>
                  <a:pt x="375046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2413332" y="3028950"/>
            <a:ext cx="5086350" cy="425510"/>
            <a:chOff x="0" y="0"/>
            <a:chExt cx="6781800" cy="56734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81800" cy="567347"/>
            </a:xfrm>
            <a:custGeom>
              <a:avLst/>
              <a:gdLst/>
              <a:ahLst/>
              <a:cxnLst/>
              <a:rect l="l" t="t" r="r" b="b"/>
              <a:pathLst>
                <a:path w="6781800" h="567347">
                  <a:moveTo>
                    <a:pt x="0" y="0"/>
                  </a:moveTo>
                  <a:lnTo>
                    <a:pt x="6781800" y="0"/>
                  </a:lnTo>
                  <a:lnTo>
                    <a:pt x="67818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906" b="-1799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67818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Dữ liệu được lưu lại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20486" y="3543300"/>
            <a:ext cx="5072062" cy="757199"/>
            <a:chOff x="0" y="0"/>
            <a:chExt cx="6762750" cy="100959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762750" cy="1009599"/>
            </a:xfrm>
            <a:custGeom>
              <a:avLst/>
              <a:gdLst/>
              <a:ahLst/>
              <a:cxnLst/>
              <a:rect l="l" t="t" r="r" b="b"/>
              <a:pathLst>
                <a:path w="6762750" h="1009599">
                  <a:moveTo>
                    <a:pt x="0" y="0"/>
                  </a:moveTo>
                  <a:lnTo>
                    <a:pt x="6762750" y="0"/>
                  </a:lnTo>
                  <a:lnTo>
                    <a:pt x="6762750" y="1009599"/>
                  </a:lnTo>
                  <a:lnTo>
                    <a:pt x="0" y="1009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460" b="-795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6762750" cy="10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Thông tin phản hồi được lưu trong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Google Forms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thống kê và phân tích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800600"/>
            <a:ext cx="17145000" cy="2628900"/>
            <a:chOff x="0" y="0"/>
            <a:chExt cx="22860000" cy="3505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860000" cy="3505200"/>
            </a:xfrm>
            <a:custGeom>
              <a:avLst/>
              <a:gdLst/>
              <a:ahLst/>
              <a:cxnLst/>
              <a:rect l="l" t="t" r="r" b="b"/>
              <a:pathLst>
                <a:path w="22860000" h="35052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3276600"/>
                  </a:lnTo>
                  <a:cubicBezTo>
                    <a:pt x="22860000" y="3402838"/>
                    <a:pt x="22757637" y="3505200"/>
                    <a:pt x="22631400" y="3505200"/>
                  </a:cubicBezTo>
                  <a:lnTo>
                    <a:pt x="228600" y="3505200"/>
                  </a:lnTo>
                  <a:cubicBezTo>
                    <a:pt x="102362" y="3505200"/>
                    <a:pt x="0" y="3402838"/>
                    <a:pt x="0" y="32766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48"/>
          <p:cNvSpPr/>
          <p:nvPr/>
        </p:nvSpPr>
        <p:spPr>
          <a:xfrm>
            <a:off x="900112" y="514331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>
            <a:off x="1285875" y="5086350"/>
            <a:ext cx="16316325" cy="563918"/>
            <a:chOff x="0" y="0"/>
            <a:chExt cx="21755100" cy="75189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Quy trình hoạt động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311003" y="5771969"/>
            <a:ext cx="914400" cy="914400"/>
            <a:chOff x="0" y="0"/>
            <a:chExt cx="1219200" cy="1219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618184" y="6057719"/>
            <a:ext cx="300038" cy="342900"/>
            <a:chOff x="0" y="0"/>
            <a:chExt cx="400050" cy="457200"/>
          </a:xfrm>
        </p:grpSpPr>
        <p:sp>
          <p:nvSpPr>
            <p:cNvPr id="55" name="Freeform 55"/>
            <p:cNvSpPr/>
            <p:nvPr/>
          </p:nvSpPr>
          <p:spPr>
            <a:xfrm>
              <a:off x="14224" y="7112"/>
              <a:ext cx="371602" cy="450215"/>
            </a:xfrm>
            <a:custGeom>
              <a:avLst/>
              <a:gdLst/>
              <a:ahLst/>
              <a:cxnLst/>
              <a:rect l="l" t="t" r="r" b="b"/>
              <a:pathLst>
                <a:path w="371602" h="450215">
                  <a:moveTo>
                    <a:pt x="185801" y="214376"/>
                  </a:moveTo>
                  <a:cubicBezTo>
                    <a:pt x="244983" y="214376"/>
                    <a:pt x="292989" y="166370"/>
                    <a:pt x="292989" y="107188"/>
                  </a:cubicBezTo>
                  <a:cubicBezTo>
                    <a:pt x="292989" y="48006"/>
                    <a:pt x="244983" y="0"/>
                    <a:pt x="185801" y="0"/>
                  </a:cubicBezTo>
                  <a:cubicBezTo>
                    <a:pt x="126619" y="0"/>
                    <a:pt x="78613" y="48006"/>
                    <a:pt x="78613" y="107188"/>
                  </a:cubicBezTo>
                  <a:cubicBezTo>
                    <a:pt x="78613" y="166370"/>
                    <a:pt x="126619" y="214376"/>
                    <a:pt x="185801" y="214376"/>
                  </a:cubicBezTo>
                  <a:close/>
                  <a:moveTo>
                    <a:pt x="159258" y="264414"/>
                  </a:moveTo>
                  <a:cubicBezTo>
                    <a:pt x="71247" y="264414"/>
                    <a:pt x="0" y="335661"/>
                    <a:pt x="0" y="423672"/>
                  </a:cubicBezTo>
                  <a:cubicBezTo>
                    <a:pt x="0" y="438277"/>
                    <a:pt x="11938" y="450215"/>
                    <a:pt x="26543" y="450215"/>
                  </a:cubicBezTo>
                  <a:lnTo>
                    <a:pt x="345059" y="450215"/>
                  </a:lnTo>
                  <a:cubicBezTo>
                    <a:pt x="359664" y="450215"/>
                    <a:pt x="371602" y="438277"/>
                    <a:pt x="371602" y="423672"/>
                  </a:cubicBezTo>
                  <a:cubicBezTo>
                    <a:pt x="371602" y="335661"/>
                    <a:pt x="300355" y="264414"/>
                    <a:pt x="212344" y="264414"/>
                  </a:cubicBezTo>
                  <a:lnTo>
                    <a:pt x="159258" y="2644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0100" y="6800669"/>
            <a:ext cx="3943350" cy="375056"/>
            <a:chOff x="0" y="0"/>
            <a:chExt cx="5257800" cy="50007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257800" cy="500075"/>
            </a:xfrm>
            <a:custGeom>
              <a:avLst/>
              <a:gdLst/>
              <a:ahLst/>
              <a:cxnLst/>
              <a:rect l="l" t="t" r="r" b="b"/>
              <a:pathLst>
                <a:path w="5257800" h="500075">
                  <a:moveTo>
                    <a:pt x="0" y="0"/>
                  </a:moveTo>
                  <a:lnTo>
                    <a:pt x="5257800" y="0"/>
                  </a:lnTo>
                  <a:lnTo>
                    <a:pt x="52578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152" b="-1505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52578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Ngườ dùng truy cập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722019" y="6286319"/>
            <a:ext cx="342900" cy="342900"/>
            <a:chOff x="0" y="0"/>
            <a:chExt cx="457200" cy="457200"/>
          </a:xfrm>
        </p:grpSpPr>
        <p:sp>
          <p:nvSpPr>
            <p:cNvPr id="60" name="Freeform 60"/>
            <p:cNvSpPr/>
            <p:nvPr/>
          </p:nvSpPr>
          <p:spPr>
            <a:xfrm>
              <a:off x="0" y="57023"/>
              <a:ext cx="457200" cy="343154"/>
            </a:xfrm>
            <a:custGeom>
              <a:avLst/>
              <a:gdLst/>
              <a:ahLst/>
              <a:cxnLst/>
              <a:rect l="l" t="t" r="r" b="b"/>
              <a:pathLst>
                <a:path w="457200" h="343154">
                  <a:moveTo>
                    <a:pt x="448818" y="191770"/>
                  </a:moveTo>
                  <a:cubicBezTo>
                    <a:pt x="459994" y="180594"/>
                    <a:pt x="459994" y="162433"/>
                    <a:pt x="448818" y="151257"/>
                  </a:cubicBezTo>
                  <a:lnTo>
                    <a:pt x="305943" y="8382"/>
                  </a:lnTo>
                  <a:cubicBezTo>
                    <a:pt x="294767" y="-2794"/>
                    <a:pt x="276606" y="-2794"/>
                    <a:pt x="265430" y="8382"/>
                  </a:cubicBezTo>
                  <a:cubicBezTo>
                    <a:pt x="254254" y="19558"/>
                    <a:pt x="254254" y="37719"/>
                    <a:pt x="265430" y="48895"/>
                  </a:cubicBezTo>
                  <a:lnTo>
                    <a:pt x="359537" y="143002"/>
                  </a:lnTo>
                  <a:lnTo>
                    <a:pt x="28575" y="143002"/>
                  </a:lnTo>
                  <a:cubicBezTo>
                    <a:pt x="12827" y="143002"/>
                    <a:pt x="0" y="155829"/>
                    <a:pt x="0" y="171577"/>
                  </a:cubicBezTo>
                  <a:cubicBezTo>
                    <a:pt x="0" y="187325"/>
                    <a:pt x="12827" y="200152"/>
                    <a:pt x="28575" y="200152"/>
                  </a:cubicBezTo>
                  <a:lnTo>
                    <a:pt x="359537" y="200152"/>
                  </a:lnTo>
                  <a:lnTo>
                    <a:pt x="265430" y="294259"/>
                  </a:lnTo>
                  <a:cubicBezTo>
                    <a:pt x="254254" y="305435"/>
                    <a:pt x="254254" y="323596"/>
                    <a:pt x="265430" y="334772"/>
                  </a:cubicBezTo>
                  <a:cubicBezTo>
                    <a:pt x="276606" y="345948"/>
                    <a:pt x="294767" y="345948"/>
                    <a:pt x="305943" y="334772"/>
                  </a:cubicBezTo>
                  <a:lnTo>
                    <a:pt x="448818" y="19189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561534" y="5771969"/>
            <a:ext cx="914400" cy="914400"/>
            <a:chOff x="0" y="0"/>
            <a:chExt cx="1219200" cy="1219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Freeform 63"/>
          <p:cNvSpPr/>
          <p:nvPr/>
        </p:nvSpPr>
        <p:spPr>
          <a:xfrm>
            <a:off x="6847284" y="605771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4" name="Group 64"/>
          <p:cNvGrpSpPr/>
          <p:nvPr/>
        </p:nvGrpSpPr>
        <p:grpSpPr>
          <a:xfrm>
            <a:off x="5050631" y="6800669"/>
            <a:ext cx="3943350" cy="375056"/>
            <a:chOff x="0" y="0"/>
            <a:chExt cx="5257800" cy="50007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257800" cy="500075"/>
            </a:xfrm>
            <a:custGeom>
              <a:avLst/>
              <a:gdLst/>
              <a:ahLst/>
              <a:cxnLst/>
              <a:rect l="l" t="t" r="r" b="b"/>
              <a:pathLst>
                <a:path w="5257800" h="500075">
                  <a:moveTo>
                    <a:pt x="0" y="0"/>
                  </a:moveTo>
                  <a:lnTo>
                    <a:pt x="5257800" y="0"/>
                  </a:lnTo>
                  <a:lnTo>
                    <a:pt x="52578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152" b="-1505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66675"/>
              <a:ext cx="52578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Điền biểu mẫu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972550" y="6286319"/>
            <a:ext cx="342900" cy="342900"/>
            <a:chOff x="0" y="0"/>
            <a:chExt cx="457200" cy="457200"/>
          </a:xfrm>
        </p:grpSpPr>
        <p:sp>
          <p:nvSpPr>
            <p:cNvPr id="68" name="Freeform 68"/>
            <p:cNvSpPr/>
            <p:nvPr/>
          </p:nvSpPr>
          <p:spPr>
            <a:xfrm>
              <a:off x="0" y="57023"/>
              <a:ext cx="457200" cy="343154"/>
            </a:xfrm>
            <a:custGeom>
              <a:avLst/>
              <a:gdLst/>
              <a:ahLst/>
              <a:cxnLst/>
              <a:rect l="l" t="t" r="r" b="b"/>
              <a:pathLst>
                <a:path w="457200" h="343154">
                  <a:moveTo>
                    <a:pt x="448818" y="191770"/>
                  </a:moveTo>
                  <a:cubicBezTo>
                    <a:pt x="459994" y="180594"/>
                    <a:pt x="459994" y="162433"/>
                    <a:pt x="448818" y="151257"/>
                  </a:cubicBezTo>
                  <a:lnTo>
                    <a:pt x="305943" y="8382"/>
                  </a:lnTo>
                  <a:cubicBezTo>
                    <a:pt x="294767" y="-2794"/>
                    <a:pt x="276606" y="-2794"/>
                    <a:pt x="265430" y="8382"/>
                  </a:cubicBezTo>
                  <a:cubicBezTo>
                    <a:pt x="254254" y="19558"/>
                    <a:pt x="254254" y="37719"/>
                    <a:pt x="265430" y="48895"/>
                  </a:cubicBezTo>
                  <a:lnTo>
                    <a:pt x="359537" y="143002"/>
                  </a:lnTo>
                  <a:lnTo>
                    <a:pt x="28575" y="143002"/>
                  </a:lnTo>
                  <a:cubicBezTo>
                    <a:pt x="12827" y="143002"/>
                    <a:pt x="0" y="155829"/>
                    <a:pt x="0" y="171577"/>
                  </a:cubicBezTo>
                  <a:cubicBezTo>
                    <a:pt x="0" y="187325"/>
                    <a:pt x="12827" y="200152"/>
                    <a:pt x="28575" y="200152"/>
                  </a:cubicBezTo>
                  <a:lnTo>
                    <a:pt x="359537" y="200152"/>
                  </a:lnTo>
                  <a:lnTo>
                    <a:pt x="265430" y="294259"/>
                  </a:lnTo>
                  <a:cubicBezTo>
                    <a:pt x="254254" y="305435"/>
                    <a:pt x="254254" y="323596"/>
                    <a:pt x="265430" y="334772"/>
                  </a:cubicBezTo>
                  <a:cubicBezTo>
                    <a:pt x="276606" y="345948"/>
                    <a:pt x="294767" y="345948"/>
                    <a:pt x="305943" y="334772"/>
                  </a:cubicBezTo>
                  <a:lnTo>
                    <a:pt x="448818" y="191897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812066" y="5771969"/>
            <a:ext cx="914400" cy="914400"/>
            <a:chOff x="0" y="0"/>
            <a:chExt cx="1219200" cy="12192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" name="Freeform 71"/>
          <p:cNvSpPr/>
          <p:nvPr/>
        </p:nvSpPr>
        <p:spPr>
          <a:xfrm>
            <a:off x="11076384" y="6057719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2" h="342900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2" name="Group 72"/>
          <p:cNvGrpSpPr/>
          <p:nvPr/>
        </p:nvGrpSpPr>
        <p:grpSpPr>
          <a:xfrm>
            <a:off x="9301162" y="6800669"/>
            <a:ext cx="3943350" cy="375056"/>
            <a:chOff x="0" y="0"/>
            <a:chExt cx="5257800" cy="50007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257800" cy="500075"/>
            </a:xfrm>
            <a:custGeom>
              <a:avLst/>
              <a:gdLst/>
              <a:ahLst/>
              <a:cxnLst/>
              <a:rect l="l" t="t" r="r" b="b"/>
              <a:pathLst>
                <a:path w="5257800" h="500075">
                  <a:moveTo>
                    <a:pt x="0" y="0"/>
                  </a:moveTo>
                  <a:lnTo>
                    <a:pt x="5257800" y="0"/>
                  </a:lnTo>
                  <a:lnTo>
                    <a:pt x="52578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152" b="-1505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52578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Gửi phản hồi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223081" y="6286319"/>
            <a:ext cx="342900" cy="342900"/>
            <a:chOff x="0" y="0"/>
            <a:chExt cx="457200" cy="457200"/>
          </a:xfrm>
        </p:grpSpPr>
        <p:sp>
          <p:nvSpPr>
            <p:cNvPr id="76" name="Freeform 76"/>
            <p:cNvSpPr/>
            <p:nvPr/>
          </p:nvSpPr>
          <p:spPr>
            <a:xfrm>
              <a:off x="0" y="57023"/>
              <a:ext cx="457200" cy="343154"/>
            </a:xfrm>
            <a:custGeom>
              <a:avLst/>
              <a:gdLst/>
              <a:ahLst/>
              <a:cxnLst/>
              <a:rect l="l" t="t" r="r" b="b"/>
              <a:pathLst>
                <a:path w="457200" h="343154">
                  <a:moveTo>
                    <a:pt x="448818" y="191770"/>
                  </a:moveTo>
                  <a:cubicBezTo>
                    <a:pt x="459994" y="180594"/>
                    <a:pt x="459994" y="162433"/>
                    <a:pt x="448818" y="151257"/>
                  </a:cubicBezTo>
                  <a:lnTo>
                    <a:pt x="305943" y="8382"/>
                  </a:lnTo>
                  <a:cubicBezTo>
                    <a:pt x="294767" y="-2794"/>
                    <a:pt x="276606" y="-2794"/>
                    <a:pt x="265430" y="8382"/>
                  </a:cubicBezTo>
                  <a:cubicBezTo>
                    <a:pt x="254254" y="19558"/>
                    <a:pt x="254254" y="37719"/>
                    <a:pt x="265430" y="48895"/>
                  </a:cubicBezTo>
                  <a:lnTo>
                    <a:pt x="359537" y="143002"/>
                  </a:lnTo>
                  <a:lnTo>
                    <a:pt x="28575" y="143002"/>
                  </a:lnTo>
                  <a:cubicBezTo>
                    <a:pt x="12827" y="143002"/>
                    <a:pt x="0" y="155829"/>
                    <a:pt x="0" y="171577"/>
                  </a:cubicBezTo>
                  <a:cubicBezTo>
                    <a:pt x="0" y="187325"/>
                    <a:pt x="12827" y="200152"/>
                    <a:pt x="28575" y="200152"/>
                  </a:cubicBezTo>
                  <a:lnTo>
                    <a:pt x="359537" y="200152"/>
                  </a:lnTo>
                  <a:lnTo>
                    <a:pt x="265430" y="294259"/>
                  </a:lnTo>
                  <a:cubicBezTo>
                    <a:pt x="254254" y="305435"/>
                    <a:pt x="254254" y="323596"/>
                    <a:pt x="265430" y="334772"/>
                  </a:cubicBezTo>
                  <a:cubicBezTo>
                    <a:pt x="276606" y="345948"/>
                    <a:pt x="294767" y="345948"/>
                    <a:pt x="305943" y="334772"/>
                  </a:cubicBezTo>
                  <a:lnTo>
                    <a:pt x="448818" y="191897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5062597" y="5771969"/>
            <a:ext cx="914400" cy="914400"/>
            <a:chOff x="0" y="0"/>
            <a:chExt cx="1219200" cy="1219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" name="Freeform 79"/>
          <p:cNvSpPr/>
          <p:nvPr/>
        </p:nvSpPr>
        <p:spPr>
          <a:xfrm>
            <a:off x="15348347" y="605771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0" name="Group 80"/>
          <p:cNvGrpSpPr/>
          <p:nvPr/>
        </p:nvGrpSpPr>
        <p:grpSpPr>
          <a:xfrm>
            <a:off x="13551694" y="6800669"/>
            <a:ext cx="3943350" cy="375056"/>
            <a:chOff x="0" y="0"/>
            <a:chExt cx="5257800" cy="50007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257800" cy="500075"/>
            </a:xfrm>
            <a:custGeom>
              <a:avLst/>
              <a:gdLst/>
              <a:ahLst/>
              <a:cxnLst/>
              <a:rect l="l" t="t" r="r" b="b"/>
              <a:pathLst>
                <a:path w="5257800" h="500075">
                  <a:moveTo>
                    <a:pt x="0" y="0"/>
                  </a:moveTo>
                  <a:lnTo>
                    <a:pt x="5257800" y="0"/>
                  </a:lnTo>
                  <a:lnTo>
                    <a:pt x="52578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152" b="-1505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66675"/>
              <a:ext cx="52578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Dữ liệu được lưu trữ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7657919"/>
            <a:ext cx="17145000" cy="857250"/>
            <a:chOff x="0" y="0"/>
            <a:chExt cx="22860000" cy="11430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2860000" cy="1143000"/>
            </a:xfrm>
            <a:custGeom>
              <a:avLst/>
              <a:gdLst/>
              <a:ahLst/>
              <a:cxnLst/>
              <a:rect l="l" t="t" r="r" b="b"/>
              <a:pathLst>
                <a:path w="22860000" h="1143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914400"/>
                  </a:lnTo>
                  <a:cubicBezTo>
                    <a:pt x="22860000" y="1040511"/>
                    <a:pt x="22757512" y="1143000"/>
                    <a:pt x="22631400" y="1143000"/>
                  </a:cubicBezTo>
                  <a:lnTo>
                    <a:pt x="228600" y="1143000"/>
                  </a:lnTo>
                  <a:cubicBezTo>
                    <a:pt x="102489" y="1143000"/>
                    <a:pt x="0" y="1040511"/>
                    <a:pt x="0" y="914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735773" y="7977969"/>
            <a:ext cx="257175" cy="257175"/>
            <a:chOff x="0" y="0"/>
            <a:chExt cx="342900" cy="342900"/>
          </a:xfrm>
        </p:grpSpPr>
        <p:sp>
          <p:nvSpPr>
            <p:cNvPr id="86" name="Freeform 86"/>
            <p:cNvSpPr/>
            <p:nvPr/>
          </p:nvSpPr>
          <p:spPr>
            <a:xfrm>
              <a:off x="0" y="42862"/>
              <a:ext cx="342836" cy="257302"/>
            </a:xfrm>
            <a:custGeom>
              <a:avLst/>
              <a:gdLst/>
              <a:ahLst/>
              <a:cxnLst/>
              <a:rect l="l" t="t" r="r" b="b"/>
              <a:pathLst>
                <a:path w="342836" h="257302">
                  <a:moveTo>
                    <a:pt x="336550" y="143701"/>
                  </a:moveTo>
                  <a:cubicBezTo>
                    <a:pt x="344932" y="135319"/>
                    <a:pt x="344932" y="121730"/>
                    <a:pt x="336550" y="113348"/>
                  </a:cubicBezTo>
                  <a:lnTo>
                    <a:pt x="229489" y="6287"/>
                  </a:lnTo>
                  <a:cubicBezTo>
                    <a:pt x="221107" y="-2095"/>
                    <a:pt x="207518" y="-2095"/>
                    <a:pt x="199136" y="6287"/>
                  </a:cubicBezTo>
                  <a:cubicBezTo>
                    <a:pt x="190754" y="14669"/>
                    <a:pt x="190754" y="28258"/>
                    <a:pt x="199136" y="36640"/>
                  </a:cubicBezTo>
                  <a:lnTo>
                    <a:pt x="269748" y="107252"/>
                  </a:lnTo>
                  <a:lnTo>
                    <a:pt x="21463" y="107252"/>
                  </a:lnTo>
                  <a:cubicBezTo>
                    <a:pt x="9525" y="107125"/>
                    <a:pt x="0" y="116777"/>
                    <a:pt x="0" y="128588"/>
                  </a:cubicBezTo>
                  <a:cubicBezTo>
                    <a:pt x="0" y="140399"/>
                    <a:pt x="9525" y="150051"/>
                    <a:pt x="21463" y="150051"/>
                  </a:cubicBezTo>
                  <a:lnTo>
                    <a:pt x="269748" y="150051"/>
                  </a:lnTo>
                  <a:lnTo>
                    <a:pt x="199136" y="220663"/>
                  </a:lnTo>
                  <a:cubicBezTo>
                    <a:pt x="190754" y="229045"/>
                    <a:pt x="190754" y="242634"/>
                    <a:pt x="199136" y="251016"/>
                  </a:cubicBezTo>
                  <a:cubicBezTo>
                    <a:pt x="207518" y="259398"/>
                    <a:pt x="221107" y="259398"/>
                    <a:pt x="229489" y="251016"/>
                  </a:cubicBezTo>
                  <a:lnTo>
                    <a:pt x="336550" y="1438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150144" y="7886519"/>
            <a:ext cx="16402050" cy="425510"/>
            <a:chOff x="0" y="0"/>
            <a:chExt cx="21869400" cy="567347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1869400" cy="567347"/>
            </a:xfrm>
            <a:custGeom>
              <a:avLst/>
              <a:gdLst/>
              <a:ahLst/>
              <a:cxnLst/>
              <a:rect l="l" t="t" r="r" b="b"/>
              <a:pathLst>
                <a:path w="21869400" h="567347">
                  <a:moveTo>
                    <a:pt x="0" y="0"/>
                  </a:moveTo>
                  <a:lnTo>
                    <a:pt x="21869400" y="0"/>
                  </a:lnTo>
                  <a:lnTo>
                    <a:pt x="2186940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4077" b="-69809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2186940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Tiếp theo: Tìm hiểu cách xem và thống kê dữ liệu phản hồi từ biểu mẫu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cdn.marketing123.123formbuilder.com/5152fdd2298ecda70dc9d4db63808fe3c247d827.webp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t="-17338" b="-604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95000"/>
                  </a:srgbClr>
                </a:gs>
                <a:gs pos="100000">
                  <a:srgbClr val="34A853">
                    <a:alpha val="9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2432447"/>
            <a:ext cx="3071812" cy="628650"/>
            <a:chOff x="0" y="0"/>
            <a:chExt cx="40957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95750" cy="838200"/>
            </a:xfrm>
            <a:custGeom>
              <a:avLst/>
              <a:gdLst/>
              <a:ahLst/>
              <a:cxnLst/>
              <a:rect l="l" t="t" r="r" b="b"/>
              <a:pathLst>
                <a:path w="4095750" h="838200">
                  <a:moveTo>
                    <a:pt x="419100" y="0"/>
                  </a:moveTo>
                  <a:lnTo>
                    <a:pt x="3676650" y="0"/>
                  </a:lnTo>
                  <a:cubicBezTo>
                    <a:pt x="3907917" y="0"/>
                    <a:pt x="4095750" y="187833"/>
                    <a:pt x="4095750" y="419100"/>
                  </a:cubicBezTo>
                  <a:cubicBezTo>
                    <a:pt x="4095750" y="650367"/>
                    <a:pt x="3907917" y="838200"/>
                    <a:pt x="36766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558177"/>
            <a:ext cx="2534069" cy="472154"/>
            <a:chOff x="0" y="0"/>
            <a:chExt cx="3378759" cy="6295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78756" cy="629539"/>
            </a:xfrm>
            <a:custGeom>
              <a:avLst/>
              <a:gdLst/>
              <a:ahLst/>
              <a:cxnLst/>
              <a:rect l="l" t="t" r="r" b="b"/>
              <a:pathLst>
                <a:path w="3378756" h="629539">
                  <a:moveTo>
                    <a:pt x="0" y="0"/>
                  </a:moveTo>
                  <a:lnTo>
                    <a:pt x="3378756" y="0"/>
                  </a:lnTo>
                  <a:lnTo>
                    <a:pt x="3378756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633" b="-445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378759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spc="11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HOẠT ĐỘNG 2.3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3632597"/>
            <a:ext cx="17487900" cy="1133932"/>
            <a:chOff x="0" y="0"/>
            <a:chExt cx="23317200" cy="15119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317200" cy="1511910"/>
            </a:xfrm>
            <a:custGeom>
              <a:avLst/>
              <a:gdLst/>
              <a:ahLst/>
              <a:cxnLst/>
              <a:rect l="l" t="t" r="r" b="b"/>
              <a:pathLst>
                <a:path w="23317200" h="1511910">
                  <a:moveTo>
                    <a:pt x="0" y="0"/>
                  </a:moveTo>
                  <a:lnTo>
                    <a:pt x="23317200" y="0"/>
                  </a:lnTo>
                  <a:lnTo>
                    <a:pt x="23317200" y="1511910"/>
                  </a:lnTo>
                  <a:lnTo>
                    <a:pt x="0" y="15119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705" b="-2383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3317200" cy="1502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 THỐNG KÊ PHẢN HỒI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4832747"/>
            <a:ext cx="2286000" cy="57150"/>
            <a:chOff x="0" y="0"/>
            <a:chExt cx="3048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5347097"/>
            <a:ext cx="11187112" cy="1419749"/>
            <a:chOff x="0" y="0"/>
            <a:chExt cx="14916150" cy="18929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16150" cy="1892998"/>
            </a:xfrm>
            <a:custGeom>
              <a:avLst/>
              <a:gdLst/>
              <a:ahLst/>
              <a:cxnLst/>
              <a:rect l="l" t="t" r="r" b="b"/>
              <a:pathLst>
                <a:path w="14916150" h="1892998">
                  <a:moveTo>
                    <a:pt x="0" y="0"/>
                  </a:moveTo>
                  <a:lnTo>
                    <a:pt x="14916150" y="0"/>
                  </a:lnTo>
                  <a:lnTo>
                    <a:pt x="14916150" y="1892998"/>
                  </a:lnTo>
                  <a:lnTo>
                    <a:pt x="0" y="18929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224" b="-1028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52400"/>
              <a:ext cx="14916150" cy="204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Tìm hiểu thao tác xem và phân tích dữ liệu phản hồi từ biểu mẫu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" y="7425928"/>
            <a:ext cx="428625" cy="428625"/>
            <a:chOff x="0" y="0"/>
            <a:chExt cx="571500" cy="57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5881" y="7440216"/>
            <a:ext cx="2271712" cy="472154"/>
            <a:chOff x="0" y="0"/>
            <a:chExt cx="3028950" cy="6295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28950" cy="629539"/>
            </a:xfrm>
            <a:custGeom>
              <a:avLst/>
              <a:gdLst/>
              <a:ahLst/>
              <a:cxnLst/>
              <a:rect l="l" t="t" r="r" b="b"/>
              <a:pathLst>
                <a:path w="3028950" h="629539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385" b="-361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0289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Thờ gian: 7 phút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bước xem dữ liệu phản hồi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00200"/>
            <a:ext cx="914400" cy="914400"/>
            <a:chOff x="0" y="0"/>
            <a:chExt cx="1219200" cy="1219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5775" y="1600200"/>
            <a:ext cx="1085850" cy="914400"/>
            <a:chOff x="0" y="0"/>
            <a:chExt cx="144780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0125" y="2628900"/>
            <a:ext cx="57150" cy="914400"/>
            <a:chOff x="0" y="0"/>
            <a:chExt cx="76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00225" y="1600200"/>
            <a:ext cx="15916275" cy="1457325"/>
            <a:chOff x="0" y="0"/>
            <a:chExt cx="21221700" cy="1943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00225" y="1600200"/>
            <a:ext cx="57150" cy="1457325"/>
            <a:chOff x="0" y="0"/>
            <a:chExt cx="76200" cy="1943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14550" y="1885950"/>
            <a:ext cx="15459075" cy="472154"/>
            <a:chOff x="0" y="0"/>
            <a:chExt cx="20612100" cy="6295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Mở biểu mẫu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14550" y="2400300"/>
            <a:ext cx="15430500" cy="376199"/>
            <a:chOff x="0" y="0"/>
            <a:chExt cx="20574000" cy="50159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Mở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ứng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dụng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Google Forms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và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mở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lại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mẫu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"Ý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kiến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phản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hồi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của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bạn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77190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5775" y="3771900"/>
            <a:ext cx="1085850" cy="914400"/>
            <a:chOff x="0" y="0"/>
            <a:chExt cx="14478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0125" y="4800600"/>
            <a:ext cx="57150" cy="914400"/>
            <a:chOff x="0" y="0"/>
            <a:chExt cx="7620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853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800225" y="3771900"/>
            <a:ext cx="15916275" cy="1457325"/>
            <a:chOff x="0" y="0"/>
            <a:chExt cx="21221700" cy="1943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800225" y="3771900"/>
            <a:ext cx="57150" cy="1457325"/>
            <a:chOff x="0" y="0"/>
            <a:chExt cx="76200" cy="1943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14550" y="4057650"/>
            <a:ext cx="15459075" cy="472154"/>
            <a:chOff x="0" y="0"/>
            <a:chExt cx="20612100" cy="6295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Quan sát số lượng câu trả lờ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114550" y="4572000"/>
            <a:ext cx="15430500" cy="376199"/>
            <a:chOff x="0" y="0"/>
            <a:chExt cx="20574000" cy="5015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Quan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sát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thông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tin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số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lượng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trả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lờ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của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mẫu</a:t>
              </a:r>
              <a:endParaRPr lang="en-US" sz="1800" dirty="0">
                <a:solidFill>
                  <a:srgbClr val="202124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5943600"/>
            <a:ext cx="914400" cy="914400"/>
            <a:chOff x="0" y="0"/>
            <a:chExt cx="121920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5775" y="5943600"/>
            <a:ext cx="1085850" cy="914400"/>
            <a:chOff x="0" y="0"/>
            <a:chExt cx="144780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00125" y="6972300"/>
            <a:ext cx="57150" cy="914400"/>
            <a:chOff x="0" y="0"/>
            <a:chExt cx="7620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>
                <a:alpha val="902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800225" y="5943600"/>
            <a:ext cx="15916275" cy="1457325"/>
            <a:chOff x="0" y="0"/>
            <a:chExt cx="21221700" cy="19431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00225" y="5943600"/>
            <a:ext cx="57150" cy="1457325"/>
            <a:chOff x="0" y="0"/>
            <a:chExt cx="76200" cy="19431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114550" y="6229350"/>
            <a:ext cx="15459075" cy="472154"/>
            <a:chOff x="0" y="0"/>
            <a:chExt cx="20612100" cy="62953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 phản hồi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114550" y="6743700"/>
            <a:ext cx="15430500" cy="376199"/>
            <a:chOff x="0" y="0"/>
            <a:chExt cx="20574000" cy="50159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mục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trả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1800" b="1" dirty="0" err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lờ</a:t>
              </a:r>
              <a:r>
                <a:rPr lang="en-US" sz="1800" b="1" dirty="0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(Responses)"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để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xem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dữ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liệu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phản</a:t>
              </a:r>
              <a:r>
                <a:rPr lang="en-US" sz="1800" dirty="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</a:t>
              </a:r>
              <a:r>
                <a:rPr lang="en-US" sz="1800" dirty="0" err="1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hồi</a:t>
              </a:r>
              <a:endParaRPr lang="en-US" sz="1800" dirty="0">
                <a:solidFill>
                  <a:srgbClr val="202124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8115300"/>
            <a:ext cx="914400" cy="914400"/>
            <a:chOff x="0" y="0"/>
            <a:chExt cx="1219200" cy="1219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5775" y="8115300"/>
            <a:ext cx="1085850" cy="914400"/>
            <a:chOff x="0" y="0"/>
            <a:chExt cx="1447800" cy="1219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r="-580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144780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00225" y="8115300"/>
            <a:ext cx="15916275" cy="1457325"/>
            <a:chOff x="0" y="0"/>
            <a:chExt cx="21221700" cy="19431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221700" cy="1943100"/>
            </a:xfrm>
            <a:custGeom>
              <a:avLst/>
              <a:gdLst/>
              <a:ahLst/>
              <a:cxnLst/>
              <a:rect l="l" t="t" r="r" b="b"/>
              <a:pathLst>
                <a:path w="21221700" h="19431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800225" y="8115300"/>
            <a:ext cx="57150" cy="1457325"/>
            <a:chOff x="0" y="0"/>
            <a:chExt cx="76200" cy="19431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114550" y="8401050"/>
            <a:ext cx="15459075" cy="472154"/>
            <a:chOff x="0" y="0"/>
            <a:chExt cx="20612100" cy="62953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0612100" cy="629539"/>
            </a:xfrm>
            <a:custGeom>
              <a:avLst/>
              <a:gdLst/>
              <a:ahLst/>
              <a:cxnLst/>
              <a:rect l="l" t="t" r="r" b="b"/>
              <a:pathLst>
                <a:path w="20612100" h="629539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5606" b="-5803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20612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trong bảng tính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114550" y="8915400"/>
            <a:ext cx="15430500" cy="376199"/>
            <a:chOff x="0" y="0"/>
            <a:chExt cx="20574000" cy="50159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574000" cy="501599"/>
            </a:xfrm>
            <a:custGeom>
              <a:avLst/>
              <a:gdLst/>
              <a:ahLst/>
              <a:cxnLst/>
              <a:rect l="l" t="t" r="r" b="b"/>
              <a:pathLst>
                <a:path w="20574000" h="501599">
                  <a:moveTo>
                    <a:pt x="0" y="0"/>
                  </a:moveTo>
                  <a:lnTo>
                    <a:pt x="20574000" y="0"/>
                  </a:lnTo>
                  <a:lnTo>
                    <a:pt x="205740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842" b="-7485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85725"/>
              <a:ext cx="205740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"Xem trong trang tính"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xem toàn bộ dữ liệu phản hồi dưới dạng bảng tính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dạng hiển thị dữ liệu phản hồi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8401050" cy="1800225"/>
            <a:chOff x="0" y="0"/>
            <a:chExt cx="11201400" cy="2400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01400" cy="2400300"/>
            </a:xfrm>
            <a:custGeom>
              <a:avLst/>
              <a:gdLst/>
              <a:ahLst/>
              <a:cxnLst/>
              <a:rect l="l" t="t" r="r" b="b"/>
              <a:pathLst>
                <a:path w="11201400" h="24003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02489"/>
                    <a:pt x="11201400" y="228600"/>
                  </a:cubicBezTo>
                  <a:lnTo>
                    <a:pt x="11201400" y="2171700"/>
                  </a:lnTo>
                  <a:cubicBezTo>
                    <a:pt x="11201400" y="2297811"/>
                    <a:pt x="11098911" y="2400300"/>
                    <a:pt x="109728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1800225"/>
            <a:chOff x="0" y="0"/>
            <a:chExt cx="76200" cy="24003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2400300"/>
            </a:xfrm>
            <a:custGeom>
              <a:avLst/>
              <a:gdLst/>
              <a:ahLst/>
              <a:cxnLst/>
              <a:rect l="l" t="t" r="r" b="b"/>
              <a:pathLst>
                <a:path w="76200" h="24003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4425" y="2085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771650" y="2028825"/>
            <a:ext cx="2586038" cy="472154"/>
            <a:chOff x="0" y="0"/>
            <a:chExt cx="3448050" cy="6295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48050" cy="629539"/>
            </a:xfrm>
            <a:custGeom>
              <a:avLst/>
              <a:gdLst/>
              <a:ahLst/>
              <a:cxnLst/>
              <a:rect l="l" t="t" r="r" b="b"/>
              <a:pathLst>
                <a:path w="3448050" h="629539">
                  <a:moveTo>
                    <a:pt x="0" y="0"/>
                  </a:moveTo>
                  <a:lnTo>
                    <a:pt x="3448050" y="0"/>
                  </a:lnTo>
                  <a:lnTo>
                    <a:pt x="3448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357" b="-490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4480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dirty="0" err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Số</a:t>
              </a:r>
              <a:r>
                <a:rPr lang="en-US" sz="2250" b="1" dirty="0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2250" b="1" dirty="0" err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lượng</a:t>
              </a:r>
              <a:r>
                <a:rPr lang="en-US" sz="2250" b="1" dirty="0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2250" b="1" dirty="0" err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</a:t>
              </a:r>
              <a:r>
                <a:rPr lang="en-US" sz="2250" b="1" dirty="0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2250" b="1" dirty="0" err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trả</a:t>
              </a:r>
              <a:r>
                <a:rPr lang="en-US" sz="2250" b="1" dirty="0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2250" b="1" dirty="0" err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lời</a:t>
              </a:r>
              <a:endParaRPr lang="en-US" sz="2250" b="1" dirty="0">
                <a:solidFill>
                  <a:srgbClr val="4285F4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2743200"/>
            <a:ext cx="7915275" cy="376199"/>
            <a:chOff x="0" y="0"/>
            <a:chExt cx="10553700" cy="501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53700" cy="501599"/>
            </a:xfrm>
            <a:custGeom>
              <a:avLst/>
              <a:gdLst/>
              <a:ahLst/>
              <a:cxnLst/>
              <a:rect l="l" t="t" r="r" b="b"/>
              <a:pathLst>
                <a:path w="10553700" h="501599">
                  <a:moveTo>
                    <a:pt x="0" y="0"/>
                  </a:moveTo>
                  <a:lnTo>
                    <a:pt x="10553700" y="0"/>
                  </a:lnTo>
                  <a:lnTo>
                    <a:pt x="105537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595" b="-3593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05537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 mẫu hiển thị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tổng số ngườ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đã gửi phản hồi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15450" y="1600200"/>
            <a:ext cx="8401050" cy="1800225"/>
            <a:chOff x="0" y="0"/>
            <a:chExt cx="11201400" cy="2400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201400" cy="2400300"/>
            </a:xfrm>
            <a:custGeom>
              <a:avLst/>
              <a:gdLst/>
              <a:ahLst/>
              <a:cxnLst/>
              <a:rect l="l" t="t" r="r" b="b"/>
              <a:pathLst>
                <a:path w="11201400" h="24003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02489"/>
                    <a:pt x="11201400" y="228600"/>
                  </a:cubicBezTo>
                  <a:lnTo>
                    <a:pt x="11201400" y="2171700"/>
                  </a:lnTo>
                  <a:cubicBezTo>
                    <a:pt x="11201400" y="2297811"/>
                    <a:pt x="11098911" y="2400300"/>
                    <a:pt x="109728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15450" y="1600200"/>
            <a:ext cx="57150" cy="1800225"/>
            <a:chOff x="0" y="0"/>
            <a:chExt cx="76200" cy="2400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200" cy="2400300"/>
            </a:xfrm>
            <a:custGeom>
              <a:avLst/>
              <a:gdLst/>
              <a:ahLst/>
              <a:cxnLst/>
              <a:rect l="l" t="t" r="r" b="b"/>
              <a:pathLst>
                <a:path w="76200" h="24003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29775" y="1885950"/>
            <a:ext cx="685800" cy="685800"/>
            <a:chOff x="0" y="0"/>
            <a:chExt cx="9144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9811941" y="20859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0"/>
                </a:moveTo>
                <a:lnTo>
                  <a:pt x="321468" y="0"/>
                </a:lnTo>
                <a:lnTo>
                  <a:pt x="32146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487025" y="2028825"/>
            <a:ext cx="2986088" cy="472154"/>
            <a:chOff x="0" y="0"/>
            <a:chExt cx="3981450" cy="6295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81450" cy="629539"/>
            </a:xfrm>
            <a:custGeom>
              <a:avLst/>
              <a:gdLst/>
              <a:ahLst/>
              <a:cxnLst/>
              <a:rect l="l" t="t" r="r" b="b"/>
              <a:pathLst>
                <a:path w="3981450" h="629539">
                  <a:moveTo>
                    <a:pt x="0" y="0"/>
                  </a:moveTo>
                  <a:lnTo>
                    <a:pt x="3981450" y="0"/>
                  </a:lnTo>
                  <a:lnTo>
                    <a:pt x="39814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866" b="-655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39814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Thống kê dạng biểu đồ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29775" y="2743200"/>
            <a:ext cx="7915275" cy="376199"/>
            <a:chOff x="0" y="0"/>
            <a:chExt cx="10553700" cy="5015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53700" cy="501599"/>
            </a:xfrm>
            <a:custGeom>
              <a:avLst/>
              <a:gdLst/>
              <a:ahLst/>
              <a:cxnLst/>
              <a:rect l="l" t="t" r="r" b="b"/>
              <a:pathLst>
                <a:path w="10553700" h="501599">
                  <a:moveTo>
                    <a:pt x="0" y="0"/>
                  </a:moveTo>
                  <a:lnTo>
                    <a:pt x="10553700" y="0"/>
                  </a:lnTo>
                  <a:lnTo>
                    <a:pt x="105537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595" b="-3593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105537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Các câu trả lờ được tổng hợp và hiển thị dưới dạng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đồ thống kê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3629025"/>
            <a:ext cx="17145000" cy="2400300"/>
            <a:chOff x="0" y="0"/>
            <a:chExt cx="22860000" cy="3200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860000" cy="3200400"/>
            </a:xfrm>
            <a:custGeom>
              <a:avLst/>
              <a:gdLst/>
              <a:ahLst/>
              <a:cxnLst/>
              <a:rect l="l" t="t" r="r" b="b"/>
              <a:pathLst>
                <a:path w="22860000" h="32004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2971800"/>
                  </a:lnTo>
                  <a:cubicBezTo>
                    <a:pt x="22860000" y="3097911"/>
                    <a:pt x="22757512" y="3200400"/>
                    <a:pt x="22631400" y="3200400"/>
                  </a:cubicBezTo>
                  <a:lnTo>
                    <a:pt x="228600" y="3200400"/>
                  </a:lnTo>
                  <a:cubicBezTo>
                    <a:pt x="102489" y="3200400"/>
                    <a:pt x="0" y="3097911"/>
                    <a:pt x="0" y="2971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Freeform 35"/>
          <p:cNvSpPr/>
          <p:nvPr/>
        </p:nvSpPr>
        <p:spPr>
          <a:xfrm>
            <a:off x="892969" y="3971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214438" y="3914775"/>
            <a:ext cx="16359188" cy="472154"/>
            <a:chOff x="0" y="0"/>
            <a:chExt cx="21812250" cy="62953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812250" cy="629539"/>
            </a:xfrm>
            <a:custGeom>
              <a:avLst/>
              <a:gdLst/>
              <a:ahLst/>
              <a:cxnLst/>
              <a:rect l="l" t="t" r="r" b="b"/>
              <a:pathLst>
                <a:path w="21812250" h="629539">
                  <a:moveTo>
                    <a:pt x="0" y="0"/>
                  </a:moveTo>
                  <a:lnTo>
                    <a:pt x="21812250" y="0"/>
                  </a:lnTo>
                  <a:lnTo>
                    <a:pt x="218122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2752" b="-6174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218122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Thông tin phản hồi chi tiết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7250" y="4543425"/>
            <a:ext cx="8172450" cy="1200150"/>
            <a:chOff x="0" y="0"/>
            <a:chExt cx="10896600" cy="1600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896600" cy="1600200"/>
            </a:xfrm>
            <a:custGeom>
              <a:avLst/>
              <a:gdLst/>
              <a:ahLst/>
              <a:cxnLst/>
              <a:rect l="l" t="t" r="r" b="b"/>
              <a:pathLst>
                <a:path w="10896600" h="1600200">
                  <a:moveTo>
                    <a:pt x="152400" y="0"/>
                  </a:moveTo>
                  <a:lnTo>
                    <a:pt x="10744200" y="0"/>
                  </a:lnTo>
                  <a:cubicBezTo>
                    <a:pt x="10828401" y="0"/>
                    <a:pt x="10896600" y="68199"/>
                    <a:pt x="10896600" y="152400"/>
                  </a:cubicBezTo>
                  <a:lnTo>
                    <a:pt x="10896600" y="1447800"/>
                  </a:lnTo>
                  <a:cubicBezTo>
                    <a:pt x="10896600" y="1532001"/>
                    <a:pt x="10828401" y="1600200"/>
                    <a:pt x="107442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Freeform 41"/>
          <p:cNvSpPr/>
          <p:nvPr/>
        </p:nvSpPr>
        <p:spPr>
          <a:xfrm>
            <a:off x="1121569" y="4800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2" name="Group 42"/>
          <p:cNvGrpSpPr/>
          <p:nvPr/>
        </p:nvGrpSpPr>
        <p:grpSpPr>
          <a:xfrm>
            <a:off x="1614488" y="4772025"/>
            <a:ext cx="4929188" cy="375056"/>
            <a:chOff x="0" y="0"/>
            <a:chExt cx="6572250" cy="50007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572250" cy="500075"/>
            </a:xfrm>
            <a:custGeom>
              <a:avLst/>
              <a:gdLst/>
              <a:ahLst/>
              <a:cxnLst/>
              <a:rect l="l" t="t" r="r" b="b"/>
              <a:pathLst>
                <a:path w="6572250" h="500075">
                  <a:moveTo>
                    <a:pt x="0" y="0"/>
                  </a:moveTo>
                  <a:lnTo>
                    <a:pt x="6572250" y="0"/>
                  </a:lnTo>
                  <a:lnTo>
                    <a:pt x="65722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369" b="-2017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66675"/>
              <a:ext cx="65722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Kết quả từng câu hỏi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14488" y="5172075"/>
            <a:ext cx="4929188" cy="375056"/>
            <a:chOff x="0" y="0"/>
            <a:chExt cx="6572250" cy="5000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572250" cy="500075"/>
            </a:xfrm>
            <a:custGeom>
              <a:avLst/>
              <a:gdLst/>
              <a:ahLst/>
              <a:cxnLst/>
              <a:rect l="l" t="t" r="r" b="b"/>
              <a:pathLst>
                <a:path w="6572250" h="500075">
                  <a:moveTo>
                    <a:pt x="0" y="0"/>
                  </a:moveTo>
                  <a:lnTo>
                    <a:pt x="6572250" y="0"/>
                  </a:lnTo>
                  <a:lnTo>
                    <a:pt x="65722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369" b="-2017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65722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Xem kết quả trả lờ của từng câu hỏi riêng biệt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258300" y="4543425"/>
            <a:ext cx="8172450" cy="1200150"/>
            <a:chOff x="0" y="0"/>
            <a:chExt cx="10896600" cy="1600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896600" cy="1600200"/>
            </a:xfrm>
            <a:custGeom>
              <a:avLst/>
              <a:gdLst/>
              <a:ahLst/>
              <a:cxnLst/>
              <a:rect l="l" t="t" r="r" b="b"/>
              <a:pathLst>
                <a:path w="10896600" h="1600200">
                  <a:moveTo>
                    <a:pt x="152400" y="0"/>
                  </a:moveTo>
                  <a:lnTo>
                    <a:pt x="10744200" y="0"/>
                  </a:lnTo>
                  <a:cubicBezTo>
                    <a:pt x="10828401" y="0"/>
                    <a:pt x="10896600" y="68199"/>
                    <a:pt x="10896600" y="152400"/>
                  </a:cubicBezTo>
                  <a:lnTo>
                    <a:pt x="10896600" y="1447800"/>
                  </a:lnTo>
                  <a:cubicBezTo>
                    <a:pt x="10896600" y="1532001"/>
                    <a:pt x="10828401" y="1600200"/>
                    <a:pt x="107442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40478" y="4800600"/>
            <a:ext cx="250031" cy="285750"/>
            <a:chOff x="0" y="0"/>
            <a:chExt cx="333375" cy="381000"/>
          </a:xfrm>
        </p:grpSpPr>
        <p:sp>
          <p:nvSpPr>
            <p:cNvPr id="51" name="Freeform 51"/>
            <p:cNvSpPr/>
            <p:nvPr/>
          </p:nvSpPr>
          <p:spPr>
            <a:xfrm>
              <a:off x="11938" y="5969"/>
              <a:ext cx="309499" cy="375031"/>
            </a:xfrm>
            <a:custGeom>
              <a:avLst/>
              <a:gdLst/>
              <a:ahLst/>
              <a:cxnLst/>
              <a:rect l="l" t="t" r="r" b="b"/>
              <a:pathLst>
                <a:path w="309499" h="375031">
                  <a:moveTo>
                    <a:pt x="154813" y="178562"/>
                  </a:moveTo>
                  <a:cubicBezTo>
                    <a:pt x="204089" y="178562"/>
                    <a:pt x="244094" y="138557"/>
                    <a:pt x="244094" y="89281"/>
                  </a:cubicBezTo>
                  <a:cubicBezTo>
                    <a:pt x="244094" y="40005"/>
                    <a:pt x="204089" y="0"/>
                    <a:pt x="154813" y="0"/>
                  </a:cubicBezTo>
                  <a:cubicBezTo>
                    <a:pt x="105537" y="0"/>
                    <a:pt x="65405" y="40005"/>
                    <a:pt x="65405" y="89281"/>
                  </a:cubicBezTo>
                  <a:cubicBezTo>
                    <a:pt x="65405" y="138557"/>
                    <a:pt x="105410" y="178562"/>
                    <a:pt x="154686" y="178562"/>
                  </a:cubicBezTo>
                  <a:close/>
                  <a:moveTo>
                    <a:pt x="132588" y="220218"/>
                  </a:moveTo>
                  <a:cubicBezTo>
                    <a:pt x="59309" y="220218"/>
                    <a:pt x="0" y="279654"/>
                    <a:pt x="0" y="352933"/>
                  </a:cubicBezTo>
                  <a:cubicBezTo>
                    <a:pt x="0" y="365125"/>
                    <a:pt x="9906" y="375031"/>
                    <a:pt x="22098" y="375031"/>
                  </a:cubicBezTo>
                  <a:lnTo>
                    <a:pt x="287401" y="375031"/>
                  </a:lnTo>
                  <a:cubicBezTo>
                    <a:pt x="299593" y="375031"/>
                    <a:pt x="309499" y="365125"/>
                    <a:pt x="309499" y="352933"/>
                  </a:cubicBezTo>
                  <a:cubicBezTo>
                    <a:pt x="309499" y="279654"/>
                    <a:pt x="250063" y="220218"/>
                    <a:pt x="176784" y="220218"/>
                  </a:cubicBezTo>
                  <a:lnTo>
                    <a:pt x="132588" y="220218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015538" y="4772025"/>
            <a:ext cx="4214812" cy="375056"/>
            <a:chOff x="0" y="0"/>
            <a:chExt cx="5619750" cy="50007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619750" cy="500075"/>
            </a:xfrm>
            <a:custGeom>
              <a:avLst/>
              <a:gdLst/>
              <a:ahLst/>
              <a:cxnLst/>
              <a:rect l="l" t="t" r="r" b="b"/>
              <a:pathLst>
                <a:path w="5619750" h="500075">
                  <a:moveTo>
                    <a:pt x="0" y="0"/>
                  </a:moveTo>
                  <a:lnTo>
                    <a:pt x="5619750" y="0"/>
                  </a:lnTo>
                  <a:lnTo>
                    <a:pt x="56197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256" b="-1646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56197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trả lờ từng ngườ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5538" y="5172075"/>
            <a:ext cx="4214812" cy="375056"/>
            <a:chOff x="0" y="0"/>
            <a:chExt cx="5619750" cy="50007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619750" cy="500075"/>
            </a:xfrm>
            <a:custGeom>
              <a:avLst/>
              <a:gdLst/>
              <a:ahLst/>
              <a:cxnLst/>
              <a:rect l="l" t="t" r="r" b="b"/>
              <a:pathLst>
                <a:path w="5619750" h="500075">
                  <a:moveTo>
                    <a:pt x="0" y="0"/>
                  </a:moveTo>
                  <a:lnTo>
                    <a:pt x="5619750" y="0"/>
                  </a:lnTo>
                  <a:lnTo>
                    <a:pt x="56197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256" b="-1646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56197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Xem câu trả lờ của từng ngườ tham gia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0075" y="6257925"/>
            <a:ext cx="17116425" cy="1457325"/>
            <a:chOff x="0" y="0"/>
            <a:chExt cx="22821900" cy="19431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821900" cy="1943100"/>
            </a:xfrm>
            <a:custGeom>
              <a:avLst/>
              <a:gdLst/>
              <a:ahLst/>
              <a:cxnLst/>
              <a:rect l="l" t="t" r="r" b="b"/>
              <a:pathLst>
                <a:path w="22821900" h="19431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1714500"/>
                  </a:lnTo>
                  <a:cubicBezTo>
                    <a:pt x="22821900" y="1840611"/>
                    <a:pt x="22719412" y="1943100"/>
                    <a:pt x="225933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0075" y="6257925"/>
            <a:ext cx="57150" cy="1457325"/>
            <a:chOff x="0" y="0"/>
            <a:chExt cx="76200" cy="19431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6200" cy="1943100"/>
            </a:xfrm>
            <a:custGeom>
              <a:avLst/>
              <a:gdLst/>
              <a:ahLst/>
              <a:cxnLst/>
              <a:rect l="l" t="t" r="r" b="b"/>
              <a:pathLst>
                <a:path w="76200" h="19431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14400" y="6543675"/>
            <a:ext cx="800100" cy="800100"/>
            <a:chOff x="0" y="0"/>
            <a:chExt cx="1066800" cy="1066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64431" y="6772275"/>
            <a:ext cx="300038" cy="342900"/>
            <a:chOff x="0" y="0"/>
            <a:chExt cx="400050" cy="457200"/>
          </a:xfrm>
        </p:grpSpPr>
        <p:sp>
          <p:nvSpPr>
            <p:cNvPr id="65" name="Freeform 65"/>
            <p:cNvSpPr/>
            <p:nvPr/>
          </p:nvSpPr>
          <p:spPr>
            <a:xfrm>
              <a:off x="0" y="28575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28600" y="114300"/>
                  </a:moveTo>
                  <a:lnTo>
                    <a:pt x="228600" y="200025"/>
                  </a:lnTo>
                  <a:lnTo>
                    <a:pt x="342900" y="200025"/>
                  </a:lnTo>
                  <a:lnTo>
                    <a:pt x="342900" y="114300"/>
                  </a:lnTo>
                  <a:lnTo>
                    <a:pt x="228600" y="114300"/>
                  </a:lnTo>
                  <a:close/>
                  <a:moveTo>
                    <a:pt x="171450" y="114300"/>
                  </a:moveTo>
                  <a:lnTo>
                    <a:pt x="57150" y="114300"/>
                  </a:lnTo>
                  <a:lnTo>
                    <a:pt x="57150" y="200025"/>
                  </a:lnTo>
                  <a:lnTo>
                    <a:pt x="171450" y="200025"/>
                  </a:lnTo>
                  <a:lnTo>
                    <a:pt x="171450" y="114300"/>
                  </a:lnTo>
                  <a:close/>
                  <a:moveTo>
                    <a:pt x="0" y="257175"/>
                  </a:moveTo>
                  <a:lnTo>
                    <a:pt x="0" y="57150"/>
                  </a:lnTo>
                  <a:cubicBezTo>
                    <a:pt x="0" y="25654"/>
                    <a:pt x="25654" y="0"/>
                    <a:pt x="57150" y="0"/>
                  </a:cubicBezTo>
                  <a:lnTo>
                    <a:pt x="342900" y="0"/>
                  </a:lnTo>
                  <a:cubicBezTo>
                    <a:pt x="374396" y="0"/>
                    <a:pt x="400050" y="25654"/>
                    <a:pt x="400050" y="57150"/>
                  </a:cubicBezTo>
                  <a:lnTo>
                    <a:pt x="400050" y="342900"/>
                  </a:lnTo>
                  <a:cubicBezTo>
                    <a:pt x="400050" y="374396"/>
                    <a:pt x="374396" y="400050"/>
                    <a:pt x="342900" y="400050"/>
                  </a:cubicBezTo>
                  <a:lnTo>
                    <a:pt x="57150" y="400050"/>
                  </a:lnTo>
                  <a:cubicBezTo>
                    <a:pt x="25654" y="400050"/>
                    <a:pt x="0" y="374396"/>
                    <a:pt x="0" y="342900"/>
                  </a:cubicBezTo>
                  <a:lnTo>
                    <a:pt x="0" y="257175"/>
                  </a:lnTo>
                  <a:close/>
                  <a:moveTo>
                    <a:pt x="342900" y="257175"/>
                  </a:moveTo>
                  <a:lnTo>
                    <a:pt x="228600" y="257175"/>
                  </a:lnTo>
                  <a:lnTo>
                    <a:pt x="228600" y="342900"/>
                  </a:lnTo>
                  <a:lnTo>
                    <a:pt x="342900" y="342900"/>
                  </a:lnTo>
                  <a:lnTo>
                    <a:pt x="342900" y="257175"/>
                  </a:lnTo>
                  <a:close/>
                  <a:moveTo>
                    <a:pt x="171450" y="342900"/>
                  </a:moveTo>
                  <a:lnTo>
                    <a:pt x="171450" y="257175"/>
                  </a:lnTo>
                  <a:lnTo>
                    <a:pt x="57150" y="257175"/>
                  </a:lnTo>
                  <a:lnTo>
                    <a:pt x="57150" y="342900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943100" y="6543675"/>
            <a:ext cx="15630525" cy="472154"/>
            <a:chOff x="0" y="0"/>
            <a:chExt cx="20840700" cy="62953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840700" cy="629539"/>
            </a:xfrm>
            <a:custGeom>
              <a:avLst/>
              <a:gdLst/>
              <a:ahLst/>
              <a:cxnLst/>
              <a:rect l="l" t="t" r="r" b="b"/>
              <a:pathLst>
                <a:path w="20840700" h="629539">
                  <a:moveTo>
                    <a:pt x="0" y="0"/>
                  </a:moveTo>
                  <a:lnTo>
                    <a:pt x="20840700" y="0"/>
                  </a:lnTo>
                  <a:lnTo>
                    <a:pt x="20840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682" b="-5874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57150"/>
              <a:ext cx="208407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Dữ liệu trong bảng tính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943100" y="7058025"/>
            <a:ext cx="15601950" cy="376199"/>
            <a:chOff x="0" y="0"/>
            <a:chExt cx="20802600" cy="50159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0802600" cy="501599"/>
            </a:xfrm>
            <a:custGeom>
              <a:avLst/>
              <a:gdLst/>
              <a:ahLst/>
              <a:cxnLst/>
              <a:rect l="l" t="t" r="r" b="b"/>
              <a:pathLst>
                <a:path w="20802600" h="501599">
                  <a:moveTo>
                    <a:pt x="0" y="0"/>
                  </a:moveTo>
                  <a:lnTo>
                    <a:pt x="20802600" y="0"/>
                  </a:lnTo>
                  <a:lnTo>
                    <a:pt x="208026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8722" b="-7574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85725"/>
              <a:ext cx="208026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Toàn bộ câu trả lờ được tập hợp và lưu trữ trong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bảng tính Google Sheets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, phục vụ cho việc thống kê và phân tích dữ liệu chi tiết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8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cdn.marketing123.123formbuilder.com/1ac350d225da2955b9b311b3a612e6000d6279c7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t="-58108" b="-5810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34A853">
                    <a:alpha val="95000"/>
                  </a:srgbClr>
                </a:gs>
                <a:gs pos="100000">
                  <a:srgbClr val="FBBC04">
                    <a:alpha val="9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2673553"/>
            <a:ext cx="2814638" cy="628650"/>
            <a:chOff x="0" y="0"/>
            <a:chExt cx="37528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52850" cy="838200"/>
            </a:xfrm>
            <a:custGeom>
              <a:avLst/>
              <a:gdLst/>
              <a:ahLst/>
              <a:cxnLst/>
              <a:rect l="l" t="t" r="r" b="b"/>
              <a:pathLst>
                <a:path w="3752850" h="838200">
                  <a:moveTo>
                    <a:pt x="419100" y="0"/>
                  </a:moveTo>
                  <a:lnTo>
                    <a:pt x="3333750" y="0"/>
                  </a:lnTo>
                  <a:cubicBezTo>
                    <a:pt x="3565017" y="0"/>
                    <a:pt x="3752850" y="187833"/>
                    <a:pt x="3752850" y="419100"/>
                  </a:cubicBezTo>
                  <a:cubicBezTo>
                    <a:pt x="3752850" y="650367"/>
                    <a:pt x="3565017" y="838200"/>
                    <a:pt x="33337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99274"/>
            <a:ext cx="2275818" cy="472154"/>
            <a:chOff x="0" y="0"/>
            <a:chExt cx="3034424" cy="6295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34426" cy="629539"/>
            </a:xfrm>
            <a:custGeom>
              <a:avLst/>
              <a:gdLst/>
              <a:ahLst/>
              <a:cxnLst/>
              <a:rect l="l" t="t" r="r" b="b"/>
              <a:pathLst>
                <a:path w="3034426" h="629539">
                  <a:moveTo>
                    <a:pt x="0" y="0"/>
                  </a:moveTo>
                  <a:lnTo>
                    <a:pt x="3034426" y="0"/>
                  </a:lnTo>
                  <a:lnTo>
                    <a:pt x="3034426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975" b="-338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034424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spc="11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HOẠT ĐỘNG 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3873703"/>
            <a:ext cx="17573625" cy="1422178"/>
            <a:chOff x="0" y="0"/>
            <a:chExt cx="23431500" cy="18962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31500" cy="1896237"/>
            </a:xfrm>
            <a:custGeom>
              <a:avLst/>
              <a:gdLst/>
              <a:ahLst/>
              <a:cxnLst/>
              <a:rect l="l" t="t" r="r" b="b"/>
              <a:pathLst>
                <a:path w="23431500" h="1896237">
                  <a:moveTo>
                    <a:pt x="0" y="0"/>
                  </a:moveTo>
                  <a:lnTo>
                    <a:pt x="23431500" y="0"/>
                  </a:lnTo>
                  <a:lnTo>
                    <a:pt x="2343150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100" b="-1784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3431500" cy="19057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LUYỆN TẬP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5288166"/>
            <a:ext cx="2286000" cy="57150"/>
            <a:chOff x="0" y="0"/>
            <a:chExt cx="3048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5802516"/>
            <a:ext cx="11187112" cy="705374"/>
            <a:chOff x="0" y="0"/>
            <a:chExt cx="14916150" cy="9404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16150" cy="940499"/>
            </a:xfrm>
            <a:custGeom>
              <a:avLst/>
              <a:gdLst/>
              <a:ahLst/>
              <a:cxnLst/>
              <a:rect l="l" t="t" r="r" b="b"/>
              <a:pathLst>
                <a:path w="14916150" h="940499">
                  <a:moveTo>
                    <a:pt x="0" y="0"/>
                  </a:moveTo>
                  <a:lnTo>
                    <a:pt x="14916150" y="0"/>
                  </a:lnTo>
                  <a:lnTo>
                    <a:pt x="14916150" y="940499"/>
                  </a:lnTo>
                  <a:lnTo>
                    <a:pt x="0" y="9404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404" b="-2586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52400"/>
              <a:ext cx="14916150" cy="1092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Phân tích biểu mẫu trong Google Forms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" y="7184822"/>
            <a:ext cx="428625" cy="428625"/>
            <a:chOff x="0" y="0"/>
            <a:chExt cx="571500" cy="57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5881" y="7199109"/>
            <a:ext cx="2557462" cy="472154"/>
            <a:chOff x="0" y="0"/>
            <a:chExt cx="3409950" cy="6295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09950" cy="629539"/>
            </a:xfrm>
            <a:custGeom>
              <a:avLst/>
              <a:gdLst/>
              <a:ahLst/>
              <a:cxnLst/>
              <a:rect l="l" t="t" r="r" b="b"/>
              <a:pathLst>
                <a:path w="3409950" h="629539">
                  <a:moveTo>
                    <a:pt x="0" y="0"/>
                  </a:moveTo>
                  <a:lnTo>
                    <a:pt x="3409950" y="0"/>
                  </a:lnTo>
                  <a:lnTo>
                    <a:pt x="3409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177" b="-47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4099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Thờ gian: 5-7 phút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Nhiệm vụ luyện tập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3128962"/>
            <a:chOff x="0" y="0"/>
            <a:chExt cx="22821900" cy="4171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4171950"/>
            </a:xfrm>
            <a:custGeom>
              <a:avLst/>
              <a:gdLst/>
              <a:ahLst/>
              <a:cxnLst/>
              <a:rect l="l" t="t" r="r" b="b"/>
              <a:pathLst>
                <a:path w="22821900" h="417195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3943350"/>
                  </a:lnTo>
                  <a:cubicBezTo>
                    <a:pt x="22821900" y="4069588"/>
                    <a:pt x="22719537" y="4171950"/>
                    <a:pt x="22593300" y="4171950"/>
                  </a:cubicBezTo>
                  <a:lnTo>
                    <a:pt x="76200" y="4171950"/>
                  </a:lnTo>
                  <a:cubicBezTo>
                    <a:pt x="34163" y="4171950"/>
                    <a:pt x="0" y="4137787"/>
                    <a:pt x="0" y="4095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3128962"/>
            <a:chOff x="0" y="0"/>
            <a:chExt cx="76200" cy="41719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4171950"/>
            </a:xfrm>
            <a:custGeom>
              <a:avLst/>
              <a:gdLst/>
              <a:ahLst/>
              <a:cxnLst/>
              <a:rect l="l" t="t" r="r" b="b"/>
              <a:pathLst>
                <a:path w="76200" h="4171950">
                  <a:moveTo>
                    <a:pt x="76200" y="0"/>
                  </a:moveTo>
                  <a:lnTo>
                    <a:pt x="76200" y="4171950"/>
                  </a:lnTo>
                  <a:cubicBezTo>
                    <a:pt x="34163" y="4171950"/>
                    <a:pt x="0" y="4137787"/>
                    <a:pt x="0" y="4095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43000" y="2114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3100" y="1885950"/>
            <a:ext cx="15659100" cy="563918"/>
            <a:chOff x="0" y="0"/>
            <a:chExt cx="20878800" cy="7518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43100" y="2514419"/>
            <a:ext cx="15616238" cy="423224"/>
            <a:chOff x="0" y="0"/>
            <a:chExt cx="20821650" cy="5642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821650" cy="564299"/>
            </a:xfrm>
            <a:custGeom>
              <a:avLst/>
              <a:gdLst/>
              <a:ahLst/>
              <a:cxnLst/>
              <a:rect l="l" t="t" r="r" b="b"/>
              <a:pathLst>
                <a:path w="20821650" h="564299">
                  <a:moveTo>
                    <a:pt x="0" y="0"/>
                  </a:moveTo>
                  <a:lnTo>
                    <a:pt x="20821650" y="0"/>
                  </a:lnTo>
                  <a:lnTo>
                    <a:pt x="20821650" y="564299"/>
                  </a:lnTo>
                  <a:lnTo>
                    <a:pt x="0" y="564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013" b="-667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0821650" cy="659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Quan sát một trong các </a:t>
              </a:r>
              <a:r>
                <a:rPr lang="en-US" sz="202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mẫu</a:t>
              </a: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trong Google Forms (Hình 27.2 SGK):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43100" y="3103778"/>
            <a:ext cx="5014912" cy="1343025"/>
            <a:chOff x="0" y="0"/>
            <a:chExt cx="6686550" cy="1790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86550" cy="1790700"/>
            </a:xfrm>
            <a:custGeom>
              <a:avLst/>
              <a:gdLst/>
              <a:ahLst/>
              <a:cxnLst/>
              <a:rect l="l" t="t" r="r" b="b"/>
              <a:pathLst>
                <a:path w="6686550" h="1790700">
                  <a:moveTo>
                    <a:pt x="152400" y="0"/>
                  </a:moveTo>
                  <a:lnTo>
                    <a:pt x="6534150" y="0"/>
                  </a:lnTo>
                  <a:cubicBezTo>
                    <a:pt x="6618351" y="0"/>
                    <a:pt x="6686550" y="68199"/>
                    <a:pt x="6686550" y="152400"/>
                  </a:cubicBezTo>
                  <a:lnTo>
                    <a:pt x="6686550" y="1638300"/>
                  </a:lnTo>
                  <a:cubicBezTo>
                    <a:pt x="6686550" y="1722501"/>
                    <a:pt x="6618351" y="1790700"/>
                    <a:pt x="6534150" y="1790700"/>
                  </a:cubicBezTo>
                  <a:lnTo>
                    <a:pt x="152400" y="1790700"/>
                  </a:lnTo>
                  <a:cubicBezTo>
                    <a:pt x="68199" y="1790700"/>
                    <a:pt x="0" y="1722501"/>
                    <a:pt x="0" y="16383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4183732" y="3332378"/>
            <a:ext cx="535781" cy="428625"/>
          </a:xfrm>
          <a:custGeom>
            <a:avLst/>
            <a:gdLst/>
            <a:ahLst/>
            <a:cxnLst/>
            <a:rect l="l" t="t" r="r" b="b"/>
            <a:pathLst>
              <a:path w="535781" h="428625">
                <a:moveTo>
                  <a:pt x="0" y="0"/>
                </a:moveTo>
                <a:lnTo>
                  <a:pt x="535782" y="0"/>
                </a:lnTo>
                <a:lnTo>
                  <a:pt x="53578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2114550" y="3875303"/>
            <a:ext cx="4672012" cy="375056"/>
            <a:chOff x="0" y="0"/>
            <a:chExt cx="6229350" cy="5000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229350" cy="500075"/>
            </a:xfrm>
            <a:custGeom>
              <a:avLst/>
              <a:gdLst/>
              <a:ahLst/>
              <a:cxnLst/>
              <a:rect l="l" t="t" r="r" b="b"/>
              <a:pathLst>
                <a:path w="6229350" h="500075">
                  <a:moveTo>
                    <a:pt x="0" y="0"/>
                  </a:moveTo>
                  <a:lnTo>
                    <a:pt x="6229350" y="0"/>
                  </a:lnTo>
                  <a:lnTo>
                    <a:pt x="62293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008" b="-188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62293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đặt hàng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81793" y="3103778"/>
            <a:ext cx="5014912" cy="1343025"/>
            <a:chOff x="0" y="0"/>
            <a:chExt cx="6686550" cy="1790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86550" cy="1790700"/>
            </a:xfrm>
            <a:custGeom>
              <a:avLst/>
              <a:gdLst/>
              <a:ahLst/>
              <a:cxnLst/>
              <a:rect l="l" t="t" r="r" b="b"/>
              <a:pathLst>
                <a:path w="6686550" h="1790700">
                  <a:moveTo>
                    <a:pt x="152400" y="0"/>
                  </a:moveTo>
                  <a:lnTo>
                    <a:pt x="6534150" y="0"/>
                  </a:lnTo>
                  <a:cubicBezTo>
                    <a:pt x="6618351" y="0"/>
                    <a:pt x="6686550" y="68199"/>
                    <a:pt x="6686550" y="152400"/>
                  </a:cubicBezTo>
                  <a:lnTo>
                    <a:pt x="6686550" y="1638300"/>
                  </a:lnTo>
                  <a:cubicBezTo>
                    <a:pt x="6686550" y="1722501"/>
                    <a:pt x="6618351" y="1790700"/>
                    <a:pt x="6534150" y="1790700"/>
                  </a:cubicBezTo>
                  <a:lnTo>
                    <a:pt x="152400" y="1790700"/>
                  </a:lnTo>
                  <a:cubicBezTo>
                    <a:pt x="68199" y="1790700"/>
                    <a:pt x="0" y="1722501"/>
                    <a:pt x="0" y="16383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/>
          <p:cNvSpPr/>
          <p:nvPr/>
        </p:nvSpPr>
        <p:spPr>
          <a:xfrm>
            <a:off x="9449219" y="3332378"/>
            <a:ext cx="482203" cy="428625"/>
          </a:xfrm>
          <a:custGeom>
            <a:avLst/>
            <a:gdLst/>
            <a:ahLst/>
            <a:cxnLst/>
            <a:rect l="l" t="t" r="r" b="b"/>
            <a:pathLst>
              <a:path w="482203" h="428625">
                <a:moveTo>
                  <a:pt x="0" y="0"/>
                </a:moveTo>
                <a:lnTo>
                  <a:pt x="482203" y="0"/>
                </a:lnTo>
                <a:lnTo>
                  <a:pt x="482203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7353243" y="3875303"/>
            <a:ext cx="4672012" cy="375056"/>
            <a:chOff x="0" y="0"/>
            <a:chExt cx="6229350" cy="5000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29350" cy="500075"/>
            </a:xfrm>
            <a:custGeom>
              <a:avLst/>
              <a:gdLst/>
              <a:ahLst/>
              <a:cxnLst/>
              <a:rect l="l" t="t" r="r" b="b"/>
              <a:pathLst>
                <a:path w="6229350" h="500075">
                  <a:moveTo>
                    <a:pt x="0" y="0"/>
                  </a:moveTo>
                  <a:lnTo>
                    <a:pt x="6229350" y="0"/>
                  </a:lnTo>
                  <a:lnTo>
                    <a:pt x="62293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008" b="-188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62293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Thông tin liên hệ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20486" y="3103778"/>
            <a:ext cx="5014912" cy="1343025"/>
            <a:chOff x="0" y="0"/>
            <a:chExt cx="6686550" cy="17907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86550" cy="1790700"/>
            </a:xfrm>
            <a:custGeom>
              <a:avLst/>
              <a:gdLst/>
              <a:ahLst/>
              <a:cxnLst/>
              <a:rect l="l" t="t" r="r" b="b"/>
              <a:pathLst>
                <a:path w="6686550" h="1790700">
                  <a:moveTo>
                    <a:pt x="152400" y="0"/>
                  </a:moveTo>
                  <a:lnTo>
                    <a:pt x="6534150" y="0"/>
                  </a:lnTo>
                  <a:cubicBezTo>
                    <a:pt x="6618351" y="0"/>
                    <a:pt x="6686550" y="68199"/>
                    <a:pt x="6686550" y="152400"/>
                  </a:cubicBezTo>
                  <a:lnTo>
                    <a:pt x="6686550" y="1638300"/>
                  </a:lnTo>
                  <a:cubicBezTo>
                    <a:pt x="6686550" y="1722501"/>
                    <a:pt x="6618351" y="1790700"/>
                    <a:pt x="6534150" y="1790700"/>
                  </a:cubicBezTo>
                  <a:lnTo>
                    <a:pt x="152400" y="1790700"/>
                  </a:lnTo>
                  <a:cubicBezTo>
                    <a:pt x="68199" y="1790700"/>
                    <a:pt x="0" y="1722501"/>
                    <a:pt x="0" y="16383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reeform 34"/>
          <p:cNvSpPr/>
          <p:nvPr/>
        </p:nvSpPr>
        <p:spPr>
          <a:xfrm>
            <a:off x="14741662" y="3332378"/>
            <a:ext cx="375047" cy="428625"/>
          </a:xfrm>
          <a:custGeom>
            <a:avLst/>
            <a:gdLst/>
            <a:ahLst/>
            <a:cxnLst/>
            <a:rect l="l" t="t" r="r" b="b"/>
            <a:pathLst>
              <a:path w="375047" h="428625">
                <a:moveTo>
                  <a:pt x="0" y="0"/>
                </a:moveTo>
                <a:lnTo>
                  <a:pt x="375046" y="0"/>
                </a:lnTo>
                <a:lnTo>
                  <a:pt x="37504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2591936" y="3875303"/>
            <a:ext cx="4672012" cy="375056"/>
            <a:chOff x="0" y="0"/>
            <a:chExt cx="6229350" cy="5000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29350" cy="500075"/>
            </a:xfrm>
            <a:custGeom>
              <a:avLst/>
              <a:gdLst/>
              <a:ahLst/>
              <a:cxnLst/>
              <a:rect l="l" t="t" r="r" b="b"/>
              <a:pathLst>
                <a:path w="6229350" h="500075">
                  <a:moveTo>
                    <a:pt x="0" y="0"/>
                  </a:moveTo>
                  <a:lnTo>
                    <a:pt x="6229350" y="0"/>
                  </a:lnTo>
                  <a:lnTo>
                    <a:pt x="62293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008" b="-188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62293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Trả lờ sự kiện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989728"/>
            <a:ext cx="8429625" cy="1828800"/>
            <a:chOff x="0" y="0"/>
            <a:chExt cx="11239500" cy="2438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39500" cy="2438400"/>
            </a:xfrm>
            <a:custGeom>
              <a:avLst/>
              <a:gdLst/>
              <a:ahLst/>
              <a:cxnLst/>
              <a:rect l="l" t="t" r="r" b="b"/>
              <a:pathLst>
                <a:path w="11239500" h="24384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2209800"/>
                  </a:lnTo>
                  <a:cubicBezTo>
                    <a:pt x="11239500" y="2335911"/>
                    <a:pt x="11137011" y="2438400"/>
                    <a:pt x="11010900" y="2438400"/>
                  </a:cubicBezTo>
                  <a:lnTo>
                    <a:pt x="228600" y="2438400"/>
                  </a:lnTo>
                  <a:cubicBezTo>
                    <a:pt x="102489" y="2438400"/>
                    <a:pt x="0" y="2335911"/>
                    <a:pt x="0" y="2209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989728"/>
            <a:ext cx="8429625" cy="57150"/>
            <a:chOff x="0" y="0"/>
            <a:chExt cx="11239500" cy="76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57250" y="5304053"/>
            <a:ext cx="685800" cy="685800"/>
            <a:chOff x="0" y="0"/>
            <a:chExt cx="91440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Freeform 44"/>
          <p:cNvSpPr/>
          <p:nvPr/>
        </p:nvSpPr>
        <p:spPr>
          <a:xfrm>
            <a:off x="1021556" y="550407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1714500" y="5446928"/>
            <a:ext cx="2471738" cy="472154"/>
            <a:chOff x="0" y="0"/>
            <a:chExt cx="3295650" cy="62953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295650" cy="629539"/>
            </a:xfrm>
            <a:custGeom>
              <a:avLst/>
              <a:gdLst/>
              <a:ahLst/>
              <a:cxnLst/>
              <a:rect l="l" t="t" r="r" b="b"/>
              <a:pathLst>
                <a:path w="3295650" h="629539">
                  <a:moveTo>
                    <a:pt x="0" y="0"/>
                  </a:moveTo>
                  <a:lnTo>
                    <a:pt x="3295650" y="0"/>
                  </a:lnTo>
                  <a:lnTo>
                    <a:pt x="32956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40" b="-443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32956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Hình thức làm việc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57250" y="6161303"/>
            <a:ext cx="7972425" cy="376199"/>
            <a:chOff x="0" y="0"/>
            <a:chExt cx="10629900" cy="50159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629900" cy="501599"/>
            </a:xfrm>
            <a:custGeom>
              <a:avLst/>
              <a:gdLst/>
              <a:ahLst/>
              <a:cxnLst/>
              <a:rect l="l" t="t" r="r" b="b"/>
              <a:pathLst>
                <a:path w="10629900" h="501599">
                  <a:moveTo>
                    <a:pt x="0" y="0"/>
                  </a:moveTo>
                  <a:lnTo>
                    <a:pt x="10629900" y="0"/>
                  </a:lnTo>
                  <a:lnTo>
                    <a:pt x="106299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555" b="-3622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106299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Theo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nhóm đôi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(2 học sinh)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286875" y="4989728"/>
            <a:ext cx="8429625" cy="1828800"/>
            <a:chOff x="0" y="0"/>
            <a:chExt cx="11239500" cy="24384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239500" cy="2438400"/>
            </a:xfrm>
            <a:custGeom>
              <a:avLst/>
              <a:gdLst/>
              <a:ahLst/>
              <a:cxnLst/>
              <a:rect l="l" t="t" r="r" b="b"/>
              <a:pathLst>
                <a:path w="11239500" h="24384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2209800"/>
                  </a:lnTo>
                  <a:cubicBezTo>
                    <a:pt x="11239500" y="2335911"/>
                    <a:pt x="11137011" y="2438400"/>
                    <a:pt x="11010900" y="2438400"/>
                  </a:cubicBezTo>
                  <a:lnTo>
                    <a:pt x="228600" y="2438400"/>
                  </a:lnTo>
                  <a:cubicBezTo>
                    <a:pt x="102489" y="2438400"/>
                    <a:pt x="0" y="2335911"/>
                    <a:pt x="0" y="2209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86875" y="4989728"/>
            <a:ext cx="8429625" cy="57150"/>
            <a:chOff x="0" y="0"/>
            <a:chExt cx="11239500" cy="76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239500" cy="76200"/>
            </a:xfrm>
            <a:custGeom>
              <a:avLst/>
              <a:gdLst/>
              <a:ahLst/>
              <a:cxnLst/>
              <a:rect l="l" t="t" r="r" b="b"/>
              <a:pathLst>
                <a:path w="11239500" h="762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572625" y="5304053"/>
            <a:ext cx="685800" cy="685800"/>
            <a:chOff x="0" y="0"/>
            <a:chExt cx="914400" cy="914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Freeform 57"/>
          <p:cNvSpPr/>
          <p:nvPr/>
        </p:nvSpPr>
        <p:spPr>
          <a:xfrm>
            <a:off x="9808369" y="5504078"/>
            <a:ext cx="214312" cy="285750"/>
          </a:xfrm>
          <a:custGeom>
            <a:avLst/>
            <a:gdLst/>
            <a:ahLst/>
            <a:cxnLst/>
            <a:rect l="l" t="t" r="r" b="b"/>
            <a:pathLst>
              <a:path w="214312" h="285750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8" name="Group 58"/>
          <p:cNvGrpSpPr/>
          <p:nvPr/>
        </p:nvGrpSpPr>
        <p:grpSpPr>
          <a:xfrm>
            <a:off x="10429875" y="5446928"/>
            <a:ext cx="1414462" cy="472154"/>
            <a:chOff x="0" y="0"/>
            <a:chExt cx="1885950" cy="62953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885950" cy="629539"/>
            </a:xfrm>
            <a:custGeom>
              <a:avLst/>
              <a:gdLst/>
              <a:ahLst/>
              <a:cxnLst/>
              <a:rect l="l" t="t" r="r" b="b"/>
              <a:pathLst>
                <a:path w="1885950" h="629539">
                  <a:moveTo>
                    <a:pt x="0" y="0"/>
                  </a:moveTo>
                  <a:lnTo>
                    <a:pt x="1885950" y="0"/>
                  </a:lnTo>
                  <a:lnTo>
                    <a:pt x="1885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08" b="-7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18859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Sản phẩm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572625" y="6161303"/>
            <a:ext cx="7972425" cy="376199"/>
            <a:chOff x="0" y="0"/>
            <a:chExt cx="10629900" cy="50159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629900" cy="501599"/>
            </a:xfrm>
            <a:custGeom>
              <a:avLst/>
              <a:gdLst/>
              <a:ahLst/>
              <a:cxnLst/>
              <a:rect l="l" t="t" r="r" b="b"/>
              <a:pathLst>
                <a:path w="10629900" h="501599">
                  <a:moveTo>
                    <a:pt x="0" y="0"/>
                  </a:moveTo>
                  <a:lnTo>
                    <a:pt x="10629900" y="0"/>
                  </a:lnTo>
                  <a:lnTo>
                    <a:pt x="1062990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555" b="-3622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85725"/>
              <a:ext cx="1062990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Hoàn thành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Phiếu học tập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phân tích biểu mẫu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0075" y="7047128"/>
            <a:ext cx="17116425" cy="800100"/>
            <a:chOff x="0" y="0"/>
            <a:chExt cx="22821900" cy="1066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2821900" cy="1066800"/>
            </a:xfrm>
            <a:custGeom>
              <a:avLst/>
              <a:gdLst/>
              <a:ahLst/>
              <a:cxnLst/>
              <a:rect l="l" t="t" r="r" b="b"/>
              <a:pathLst>
                <a:path w="22821900" h="10668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0075" y="7047128"/>
            <a:ext cx="57150" cy="800100"/>
            <a:chOff x="0" y="0"/>
            <a:chExt cx="76200" cy="1066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Freeform 68"/>
          <p:cNvSpPr/>
          <p:nvPr/>
        </p:nvSpPr>
        <p:spPr>
          <a:xfrm>
            <a:off x="900112" y="727572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9" name="Group 69"/>
          <p:cNvGrpSpPr/>
          <p:nvPr/>
        </p:nvGrpSpPr>
        <p:grpSpPr>
          <a:xfrm>
            <a:off x="1457325" y="7275728"/>
            <a:ext cx="13544550" cy="375056"/>
            <a:chOff x="0" y="0"/>
            <a:chExt cx="18059400" cy="5000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8059400" cy="500075"/>
            </a:xfrm>
            <a:custGeom>
              <a:avLst/>
              <a:gdLst/>
              <a:ahLst/>
              <a:cxnLst/>
              <a:rect l="l" t="t" r="r" b="b"/>
              <a:pathLst>
                <a:path w="18059400" h="500075">
                  <a:moveTo>
                    <a:pt x="0" y="0"/>
                  </a:moveTo>
                  <a:lnTo>
                    <a:pt x="18059400" y="0"/>
                  </a:lnTo>
                  <a:lnTo>
                    <a:pt x="180594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7957" b="-6493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180594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tiêu: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Nhận biết mục đích của biểu mẫu, phân tích cấu trúc và nội dung câu hỏi, đề xuất chỉnh sửa để biểu mẫu phù hợp hơn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633" y="566633"/>
            <a:ext cx="17409719" cy="838197"/>
            <a:chOff x="0" y="0"/>
            <a:chExt cx="23212958" cy="11175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12965" cy="1117592"/>
            </a:xfrm>
            <a:custGeom>
              <a:avLst/>
              <a:gdLst/>
              <a:ahLst/>
              <a:cxnLst/>
              <a:rect l="l" t="t" r="r" b="b"/>
              <a:pathLst>
                <a:path w="23212965" h="1117592">
                  <a:moveTo>
                    <a:pt x="0" y="0"/>
                  </a:moveTo>
                  <a:lnTo>
                    <a:pt x="23212965" y="0"/>
                  </a:lnTo>
                  <a:lnTo>
                    <a:pt x="23212965" y="1117592"/>
                  </a:lnTo>
                  <a:lnTo>
                    <a:pt x="0" y="111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0913" b="-3385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3212958" cy="10699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36"/>
                </a:lnSpc>
              </a:pPr>
              <a:r>
                <a:rPr lang="en-US" sz="4015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Phiếu học tập - Phân tích biểu mẫu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6633" y="1246584"/>
            <a:ext cx="1359913" cy="56664"/>
            <a:chOff x="0" y="0"/>
            <a:chExt cx="1813217" cy="75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3179" cy="75565"/>
            </a:xfrm>
            <a:custGeom>
              <a:avLst/>
              <a:gdLst/>
              <a:ahLst/>
              <a:cxnLst/>
              <a:rect l="l" t="t" r="r" b="b"/>
              <a:pathLst>
                <a:path w="1813179" h="75565">
                  <a:moveTo>
                    <a:pt x="0" y="0"/>
                  </a:moveTo>
                  <a:lnTo>
                    <a:pt x="1813179" y="0"/>
                  </a:lnTo>
                  <a:lnTo>
                    <a:pt x="1813179" y="75565"/>
                  </a:lnTo>
                  <a:lnTo>
                    <a:pt x="0" y="75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6633" y="1586570"/>
            <a:ext cx="17154744" cy="8131150"/>
            <a:chOff x="0" y="0"/>
            <a:chExt cx="22872992" cy="108415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72954" cy="10841482"/>
            </a:xfrm>
            <a:custGeom>
              <a:avLst/>
              <a:gdLst/>
              <a:ahLst/>
              <a:cxnLst/>
              <a:rect l="l" t="t" r="r" b="b"/>
              <a:pathLst>
                <a:path w="22872954" h="10841482">
                  <a:moveTo>
                    <a:pt x="226695" y="0"/>
                  </a:moveTo>
                  <a:lnTo>
                    <a:pt x="22646260" y="0"/>
                  </a:lnTo>
                  <a:cubicBezTo>
                    <a:pt x="22771481" y="0"/>
                    <a:pt x="22872954" y="101473"/>
                    <a:pt x="22872954" y="226695"/>
                  </a:cubicBezTo>
                  <a:lnTo>
                    <a:pt x="22872954" y="10614787"/>
                  </a:lnTo>
                  <a:cubicBezTo>
                    <a:pt x="22872954" y="10740009"/>
                    <a:pt x="22771481" y="10841482"/>
                    <a:pt x="22646260" y="10841482"/>
                  </a:cubicBezTo>
                  <a:lnTo>
                    <a:pt x="226695" y="10841482"/>
                  </a:lnTo>
                  <a:cubicBezTo>
                    <a:pt x="101473" y="10841482"/>
                    <a:pt x="0" y="10740009"/>
                    <a:pt x="0" y="10614787"/>
                  </a:cubicBezTo>
                  <a:lnTo>
                    <a:pt x="0" y="226695"/>
                  </a:lnTo>
                  <a:cubicBezTo>
                    <a:pt x="0" y="101600"/>
                    <a:pt x="101600" y="0"/>
                    <a:pt x="22669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6609" y="3184465"/>
            <a:ext cx="16474783" cy="22670"/>
            <a:chOff x="0" y="0"/>
            <a:chExt cx="21966377" cy="302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66428" cy="30226"/>
            </a:xfrm>
            <a:custGeom>
              <a:avLst/>
              <a:gdLst/>
              <a:ahLst/>
              <a:cxnLst/>
              <a:rect l="l" t="t" r="r" b="b"/>
              <a:pathLst>
                <a:path w="21966428" h="30226">
                  <a:moveTo>
                    <a:pt x="0" y="0"/>
                  </a:moveTo>
                  <a:lnTo>
                    <a:pt x="21966428" y="0"/>
                  </a:lnTo>
                  <a:lnTo>
                    <a:pt x="21966428" y="30226"/>
                  </a:lnTo>
                  <a:lnTo>
                    <a:pt x="0" y="3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0367" y="1926546"/>
            <a:ext cx="16687267" cy="699903"/>
            <a:chOff x="0" y="0"/>
            <a:chExt cx="22249689" cy="9332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249692" cy="933201"/>
            </a:xfrm>
            <a:custGeom>
              <a:avLst/>
              <a:gdLst/>
              <a:ahLst/>
              <a:cxnLst/>
              <a:rect l="l" t="t" r="r" b="b"/>
              <a:pathLst>
                <a:path w="22249692" h="933201">
                  <a:moveTo>
                    <a:pt x="0" y="0"/>
                  </a:moveTo>
                  <a:lnTo>
                    <a:pt x="22249692" y="0"/>
                  </a:lnTo>
                  <a:lnTo>
                    <a:pt x="22249692" y="933201"/>
                  </a:lnTo>
                  <a:lnTo>
                    <a:pt x="0" y="933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8137" b="-4010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2249689" cy="933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15"/>
                </a:lnSpc>
              </a:pPr>
              <a:r>
                <a:rPr lang="en-US" sz="3346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PHIẾU HỌC TẬP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5781" y="2549843"/>
            <a:ext cx="16616439" cy="462087"/>
            <a:chOff x="0" y="0"/>
            <a:chExt cx="22155252" cy="6161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55254" cy="616118"/>
            </a:xfrm>
            <a:custGeom>
              <a:avLst/>
              <a:gdLst/>
              <a:ahLst/>
              <a:cxnLst/>
              <a:rect l="l" t="t" r="r" b="b"/>
              <a:pathLst>
                <a:path w="22155254" h="616118">
                  <a:moveTo>
                    <a:pt x="0" y="0"/>
                  </a:moveTo>
                  <a:lnTo>
                    <a:pt x="22155254" y="0"/>
                  </a:lnTo>
                  <a:lnTo>
                    <a:pt x="22155254" y="616118"/>
                  </a:lnTo>
                  <a:lnTo>
                    <a:pt x="0" y="616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7752" b="-64358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2155252" cy="673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11"/>
                </a:lnSpc>
              </a:pPr>
              <a:r>
                <a:rPr lang="en-US" sz="223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Phân tích biểu mẫu trên trang web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4945" y="3479121"/>
            <a:ext cx="16446456" cy="1643224"/>
            <a:chOff x="0" y="0"/>
            <a:chExt cx="21928607" cy="21909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28582" cy="2191004"/>
            </a:xfrm>
            <a:custGeom>
              <a:avLst/>
              <a:gdLst/>
              <a:ahLst/>
              <a:cxnLst/>
              <a:rect l="l" t="t" r="r" b="b"/>
              <a:pathLst>
                <a:path w="21928582" h="2191004">
                  <a:moveTo>
                    <a:pt x="75565" y="0"/>
                  </a:moveTo>
                  <a:lnTo>
                    <a:pt x="21701888" y="0"/>
                  </a:lnTo>
                  <a:cubicBezTo>
                    <a:pt x="21827110" y="0"/>
                    <a:pt x="21928582" y="101473"/>
                    <a:pt x="21928582" y="226695"/>
                  </a:cubicBezTo>
                  <a:lnTo>
                    <a:pt x="21928582" y="1964309"/>
                  </a:lnTo>
                  <a:cubicBezTo>
                    <a:pt x="21928582" y="2089531"/>
                    <a:pt x="21827110" y="2191004"/>
                    <a:pt x="21701888" y="2191004"/>
                  </a:cubicBezTo>
                  <a:lnTo>
                    <a:pt x="75565" y="2191004"/>
                  </a:lnTo>
                  <a:cubicBezTo>
                    <a:pt x="33782" y="2191004"/>
                    <a:pt x="0" y="2157222"/>
                    <a:pt x="0" y="2115439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4945" y="3479121"/>
            <a:ext cx="56664" cy="1643224"/>
            <a:chOff x="0" y="0"/>
            <a:chExt cx="75552" cy="21909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565" cy="2191004"/>
            </a:xfrm>
            <a:custGeom>
              <a:avLst/>
              <a:gdLst/>
              <a:ahLst/>
              <a:cxnLst/>
              <a:rect l="l" t="t" r="r" b="b"/>
              <a:pathLst>
                <a:path w="75565" h="2191004">
                  <a:moveTo>
                    <a:pt x="75565" y="0"/>
                  </a:moveTo>
                  <a:lnTo>
                    <a:pt x="75565" y="2191004"/>
                  </a:lnTo>
                  <a:cubicBezTo>
                    <a:pt x="33782" y="2191004"/>
                    <a:pt x="0" y="2157222"/>
                    <a:pt x="0" y="2115439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9920" y="3705768"/>
            <a:ext cx="566633" cy="566633"/>
            <a:chOff x="0" y="0"/>
            <a:chExt cx="755510" cy="7555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55523" cy="755523"/>
            </a:xfrm>
            <a:custGeom>
              <a:avLst/>
              <a:gdLst/>
              <a:ahLst/>
              <a:cxnLst/>
              <a:rect l="l" t="t" r="r" b="b"/>
              <a:pathLst>
                <a:path w="755523" h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28617" y="3819096"/>
            <a:ext cx="198320" cy="374868"/>
            <a:chOff x="0" y="0"/>
            <a:chExt cx="264427" cy="4998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4428" cy="499827"/>
            </a:xfrm>
            <a:custGeom>
              <a:avLst/>
              <a:gdLst/>
              <a:ahLst/>
              <a:cxnLst/>
              <a:rect l="l" t="t" r="r" b="b"/>
              <a:pathLst>
                <a:path w="264428" h="499827">
                  <a:moveTo>
                    <a:pt x="0" y="0"/>
                  </a:moveTo>
                  <a:lnTo>
                    <a:pt x="264428" y="0"/>
                  </a:lnTo>
                  <a:lnTo>
                    <a:pt x="264428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7" r="-169946" b="93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264427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84"/>
                </a:lnSpc>
              </a:pPr>
              <a:r>
                <a:rPr lang="en-US" sz="1785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26546" y="3705768"/>
            <a:ext cx="15355691" cy="415778"/>
            <a:chOff x="0" y="0"/>
            <a:chExt cx="20474254" cy="5543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474249" cy="554373"/>
            </a:xfrm>
            <a:custGeom>
              <a:avLst/>
              <a:gdLst/>
              <a:ahLst/>
              <a:cxnLst/>
              <a:rect l="l" t="t" r="r" b="b"/>
              <a:pathLst>
                <a:path w="20474249" h="554373">
                  <a:moveTo>
                    <a:pt x="0" y="0"/>
                  </a:moveTo>
                  <a:lnTo>
                    <a:pt x="20474249" y="0"/>
                  </a:lnTo>
                  <a:lnTo>
                    <a:pt x="20474249" y="554373"/>
                  </a:lnTo>
                  <a:lnTo>
                    <a:pt x="0" y="554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928" b="-6673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20474254" cy="62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3"/>
                </a:lnSpc>
              </a:pPr>
              <a:r>
                <a:rPr lang="en-US" sz="2008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em chọn là: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922640" y="4211831"/>
            <a:ext cx="15224674" cy="690601"/>
          </a:xfrm>
          <a:custGeom>
            <a:avLst/>
            <a:gdLst/>
            <a:ahLst/>
            <a:cxnLst/>
            <a:rect l="l" t="t" r="r" b="b"/>
            <a:pathLst>
              <a:path w="15224674" h="690601">
                <a:moveTo>
                  <a:pt x="0" y="0"/>
                </a:moveTo>
                <a:lnTo>
                  <a:pt x="15224675" y="0"/>
                </a:lnTo>
                <a:lnTo>
                  <a:pt x="15224675" y="690601"/>
                </a:lnTo>
                <a:lnTo>
                  <a:pt x="0" y="69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934945" y="5349002"/>
            <a:ext cx="16446456" cy="1643224"/>
            <a:chOff x="0" y="0"/>
            <a:chExt cx="21928607" cy="219096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28582" cy="2191004"/>
            </a:xfrm>
            <a:custGeom>
              <a:avLst/>
              <a:gdLst/>
              <a:ahLst/>
              <a:cxnLst/>
              <a:rect l="l" t="t" r="r" b="b"/>
              <a:pathLst>
                <a:path w="21928582" h="2191004">
                  <a:moveTo>
                    <a:pt x="75565" y="0"/>
                  </a:moveTo>
                  <a:lnTo>
                    <a:pt x="21701888" y="0"/>
                  </a:lnTo>
                  <a:cubicBezTo>
                    <a:pt x="21827110" y="0"/>
                    <a:pt x="21928582" y="101473"/>
                    <a:pt x="21928582" y="226695"/>
                  </a:cubicBezTo>
                  <a:lnTo>
                    <a:pt x="21928582" y="1964309"/>
                  </a:lnTo>
                  <a:cubicBezTo>
                    <a:pt x="21928582" y="2089531"/>
                    <a:pt x="21827110" y="2191004"/>
                    <a:pt x="21701888" y="2191004"/>
                  </a:cubicBezTo>
                  <a:lnTo>
                    <a:pt x="75565" y="2191004"/>
                  </a:lnTo>
                  <a:cubicBezTo>
                    <a:pt x="33782" y="2191004"/>
                    <a:pt x="0" y="2157222"/>
                    <a:pt x="0" y="2115439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4945" y="5349002"/>
            <a:ext cx="56664" cy="1643224"/>
            <a:chOff x="0" y="0"/>
            <a:chExt cx="75552" cy="219096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565" cy="2191004"/>
            </a:xfrm>
            <a:custGeom>
              <a:avLst/>
              <a:gdLst/>
              <a:ahLst/>
              <a:cxnLst/>
              <a:rect l="l" t="t" r="r" b="b"/>
              <a:pathLst>
                <a:path w="75565" h="2191004">
                  <a:moveTo>
                    <a:pt x="75565" y="0"/>
                  </a:moveTo>
                  <a:lnTo>
                    <a:pt x="75565" y="2191004"/>
                  </a:lnTo>
                  <a:cubicBezTo>
                    <a:pt x="33782" y="2191004"/>
                    <a:pt x="0" y="2157222"/>
                    <a:pt x="0" y="2115439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89920" y="5575649"/>
            <a:ext cx="566633" cy="566633"/>
            <a:chOff x="0" y="0"/>
            <a:chExt cx="755510" cy="7555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55523" cy="755523"/>
            </a:xfrm>
            <a:custGeom>
              <a:avLst/>
              <a:gdLst/>
              <a:ahLst/>
              <a:cxnLst/>
              <a:rect l="l" t="t" r="r" b="b"/>
              <a:pathLst>
                <a:path w="755523" h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09490" y="5688978"/>
            <a:ext cx="240821" cy="374868"/>
            <a:chOff x="0" y="0"/>
            <a:chExt cx="321094" cy="49982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21090" cy="499827"/>
            </a:xfrm>
            <a:custGeom>
              <a:avLst/>
              <a:gdLst/>
              <a:ahLst/>
              <a:cxnLst/>
              <a:rect l="l" t="t" r="r" b="b"/>
              <a:pathLst>
                <a:path w="321090" h="499827">
                  <a:moveTo>
                    <a:pt x="0" y="0"/>
                  </a:moveTo>
                  <a:lnTo>
                    <a:pt x="321090" y="0"/>
                  </a:lnTo>
                  <a:lnTo>
                    <a:pt x="321090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2" r="-131134" b="93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321094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84"/>
                </a:lnSpc>
              </a:pPr>
              <a:r>
                <a:rPr lang="en-US" sz="1785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926546" y="5575649"/>
            <a:ext cx="15355691" cy="415778"/>
            <a:chOff x="0" y="0"/>
            <a:chExt cx="20474254" cy="55437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0474249" cy="554373"/>
            </a:xfrm>
            <a:custGeom>
              <a:avLst/>
              <a:gdLst/>
              <a:ahLst/>
              <a:cxnLst/>
              <a:rect l="l" t="t" r="r" b="b"/>
              <a:pathLst>
                <a:path w="20474249" h="554373">
                  <a:moveTo>
                    <a:pt x="0" y="0"/>
                  </a:moveTo>
                  <a:lnTo>
                    <a:pt x="20474249" y="0"/>
                  </a:lnTo>
                  <a:lnTo>
                    <a:pt x="20474249" y="554373"/>
                  </a:lnTo>
                  <a:lnTo>
                    <a:pt x="0" y="554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928" b="-6673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20474254" cy="62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3"/>
                </a:lnSpc>
              </a:pPr>
              <a:r>
                <a:rPr lang="en-US" sz="2008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Theo em biểu mẫu này dùng để thu thập thông tin gì?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922640" y="6081712"/>
            <a:ext cx="15224674" cy="690601"/>
          </a:xfrm>
          <a:custGeom>
            <a:avLst/>
            <a:gdLst/>
            <a:ahLst/>
            <a:cxnLst/>
            <a:rect l="l" t="t" r="r" b="b"/>
            <a:pathLst>
              <a:path w="15224674" h="690601">
                <a:moveTo>
                  <a:pt x="0" y="0"/>
                </a:moveTo>
                <a:lnTo>
                  <a:pt x="15224675" y="0"/>
                </a:lnTo>
                <a:lnTo>
                  <a:pt x="15224675" y="690601"/>
                </a:lnTo>
                <a:lnTo>
                  <a:pt x="0" y="69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3" name="Group 43"/>
          <p:cNvGrpSpPr/>
          <p:nvPr/>
        </p:nvGrpSpPr>
        <p:grpSpPr>
          <a:xfrm>
            <a:off x="934945" y="7218883"/>
            <a:ext cx="8088649" cy="1586570"/>
            <a:chOff x="0" y="0"/>
            <a:chExt cx="10784865" cy="211542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784967" cy="2115439"/>
            </a:xfrm>
            <a:custGeom>
              <a:avLst/>
              <a:gdLst/>
              <a:ahLst/>
              <a:cxnLst/>
              <a:rect l="l" t="t" r="r" b="b"/>
              <a:pathLst>
                <a:path w="10784967" h="2115439">
                  <a:moveTo>
                    <a:pt x="75565" y="0"/>
                  </a:moveTo>
                  <a:lnTo>
                    <a:pt x="10558272" y="0"/>
                  </a:lnTo>
                  <a:cubicBezTo>
                    <a:pt x="10683494" y="0"/>
                    <a:pt x="10784967" y="101473"/>
                    <a:pt x="10784967" y="226695"/>
                  </a:cubicBezTo>
                  <a:lnTo>
                    <a:pt x="10784967" y="1888744"/>
                  </a:lnTo>
                  <a:cubicBezTo>
                    <a:pt x="10784967" y="2013966"/>
                    <a:pt x="10683494" y="2115439"/>
                    <a:pt x="10558272" y="2115439"/>
                  </a:cubicBezTo>
                  <a:lnTo>
                    <a:pt x="75565" y="2115439"/>
                  </a:lnTo>
                  <a:cubicBezTo>
                    <a:pt x="33782" y="2115439"/>
                    <a:pt x="0" y="2081657"/>
                    <a:pt x="0" y="2039874"/>
                  </a:cubicBezTo>
                  <a:lnTo>
                    <a:pt x="0" y="75565"/>
                  </a:lnTo>
                  <a:cubicBezTo>
                    <a:pt x="0" y="33909"/>
                    <a:pt x="33909" y="0"/>
                    <a:pt x="75565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4945" y="7218883"/>
            <a:ext cx="56664" cy="1586570"/>
            <a:chOff x="0" y="0"/>
            <a:chExt cx="75552" cy="211542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5565" cy="2115439"/>
            </a:xfrm>
            <a:custGeom>
              <a:avLst/>
              <a:gdLst/>
              <a:ahLst/>
              <a:cxnLst/>
              <a:rect l="l" t="t" r="r" b="b"/>
              <a:pathLst>
                <a:path w="75565" h="2115439">
                  <a:moveTo>
                    <a:pt x="75565" y="0"/>
                  </a:moveTo>
                  <a:lnTo>
                    <a:pt x="75565" y="2115439"/>
                  </a:lnTo>
                  <a:cubicBezTo>
                    <a:pt x="33782" y="2115439"/>
                    <a:pt x="0" y="2081657"/>
                    <a:pt x="0" y="2039874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89920" y="7445531"/>
            <a:ext cx="566633" cy="566633"/>
            <a:chOff x="0" y="0"/>
            <a:chExt cx="755510" cy="75551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55523" cy="755523"/>
            </a:xfrm>
            <a:custGeom>
              <a:avLst/>
              <a:gdLst/>
              <a:ahLst/>
              <a:cxnLst/>
              <a:rect l="l" t="t" r="r" b="b"/>
              <a:pathLst>
                <a:path w="755523" h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06481" y="7558859"/>
            <a:ext cx="240821" cy="374868"/>
            <a:chOff x="0" y="0"/>
            <a:chExt cx="321094" cy="49982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21090" cy="499827"/>
            </a:xfrm>
            <a:custGeom>
              <a:avLst/>
              <a:gdLst/>
              <a:ahLst/>
              <a:cxnLst/>
              <a:rect l="l" t="t" r="r" b="b"/>
              <a:pathLst>
                <a:path w="321090" h="499827">
                  <a:moveTo>
                    <a:pt x="0" y="0"/>
                  </a:moveTo>
                  <a:lnTo>
                    <a:pt x="321090" y="0"/>
                  </a:lnTo>
                  <a:lnTo>
                    <a:pt x="321090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2" r="-131134" b="93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321094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84"/>
                </a:lnSpc>
              </a:pPr>
              <a:r>
                <a:rPr lang="en-US" sz="1785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926546" y="7445531"/>
            <a:ext cx="6983720" cy="374868"/>
            <a:chOff x="0" y="0"/>
            <a:chExt cx="9311627" cy="4998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311628" cy="499827"/>
            </a:xfrm>
            <a:custGeom>
              <a:avLst/>
              <a:gdLst/>
              <a:ahLst/>
              <a:cxnLst/>
              <a:rect l="l" t="t" r="r" b="b"/>
              <a:pathLst>
                <a:path w="9311628" h="499827">
                  <a:moveTo>
                    <a:pt x="0" y="0"/>
                  </a:moveTo>
                  <a:lnTo>
                    <a:pt x="9311628" y="0"/>
                  </a:lnTo>
                  <a:lnTo>
                    <a:pt x="9311628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7654" b="-3083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9311627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84"/>
                </a:lnSpc>
              </a:pPr>
              <a:r>
                <a:rPr lang="en-US" sz="178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đã rõ ràng và phù hợp chưa?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1922640" y="7894930"/>
            <a:ext cx="6881041" cy="690601"/>
          </a:xfrm>
          <a:custGeom>
            <a:avLst/>
            <a:gdLst/>
            <a:ahLst/>
            <a:cxnLst/>
            <a:rect l="l" t="t" r="r" b="b"/>
            <a:pathLst>
              <a:path w="6881041" h="690601">
                <a:moveTo>
                  <a:pt x="0" y="0"/>
                </a:moveTo>
                <a:lnTo>
                  <a:pt x="6881041" y="0"/>
                </a:lnTo>
                <a:lnTo>
                  <a:pt x="6881041" y="690600"/>
                </a:lnTo>
                <a:lnTo>
                  <a:pt x="0" y="690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6" name="Group 56"/>
          <p:cNvGrpSpPr/>
          <p:nvPr/>
        </p:nvGrpSpPr>
        <p:grpSpPr>
          <a:xfrm>
            <a:off x="9283179" y="7218883"/>
            <a:ext cx="8088649" cy="1586570"/>
            <a:chOff x="0" y="0"/>
            <a:chExt cx="10784865" cy="211542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784967" cy="2115439"/>
            </a:xfrm>
            <a:custGeom>
              <a:avLst/>
              <a:gdLst/>
              <a:ahLst/>
              <a:cxnLst/>
              <a:rect l="l" t="t" r="r" b="b"/>
              <a:pathLst>
                <a:path w="10784967" h="2115439">
                  <a:moveTo>
                    <a:pt x="75565" y="0"/>
                  </a:moveTo>
                  <a:lnTo>
                    <a:pt x="10558272" y="0"/>
                  </a:lnTo>
                  <a:cubicBezTo>
                    <a:pt x="10683494" y="0"/>
                    <a:pt x="10784967" y="101473"/>
                    <a:pt x="10784967" y="226695"/>
                  </a:cubicBezTo>
                  <a:lnTo>
                    <a:pt x="10784967" y="1888744"/>
                  </a:lnTo>
                  <a:cubicBezTo>
                    <a:pt x="10784967" y="2013966"/>
                    <a:pt x="10683494" y="2115439"/>
                    <a:pt x="10558272" y="2115439"/>
                  </a:cubicBezTo>
                  <a:lnTo>
                    <a:pt x="75565" y="2115439"/>
                  </a:lnTo>
                  <a:cubicBezTo>
                    <a:pt x="33782" y="2115439"/>
                    <a:pt x="0" y="2081657"/>
                    <a:pt x="0" y="2039874"/>
                  </a:cubicBezTo>
                  <a:lnTo>
                    <a:pt x="0" y="75565"/>
                  </a:lnTo>
                  <a:cubicBezTo>
                    <a:pt x="0" y="33909"/>
                    <a:pt x="33909" y="0"/>
                    <a:pt x="75565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283179" y="7218883"/>
            <a:ext cx="56664" cy="1586570"/>
            <a:chOff x="0" y="0"/>
            <a:chExt cx="75552" cy="211542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5565" cy="2115439"/>
            </a:xfrm>
            <a:custGeom>
              <a:avLst/>
              <a:gdLst/>
              <a:ahLst/>
              <a:cxnLst/>
              <a:rect l="l" t="t" r="r" b="b"/>
              <a:pathLst>
                <a:path w="75565" h="2115439">
                  <a:moveTo>
                    <a:pt x="75565" y="0"/>
                  </a:moveTo>
                  <a:lnTo>
                    <a:pt x="75565" y="2115439"/>
                  </a:lnTo>
                  <a:cubicBezTo>
                    <a:pt x="33782" y="2115439"/>
                    <a:pt x="0" y="2081657"/>
                    <a:pt x="0" y="2039874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538164" y="7445531"/>
            <a:ext cx="566633" cy="566633"/>
            <a:chOff x="0" y="0"/>
            <a:chExt cx="755510" cy="75551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55523" cy="755523"/>
            </a:xfrm>
            <a:custGeom>
              <a:avLst/>
              <a:gdLst/>
              <a:ahLst/>
              <a:cxnLst/>
              <a:rect l="l" t="t" r="r" b="b"/>
              <a:pathLst>
                <a:path w="755523" h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754895" y="7558859"/>
            <a:ext cx="240821" cy="374868"/>
            <a:chOff x="0" y="0"/>
            <a:chExt cx="321094" cy="49982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21090" cy="499827"/>
            </a:xfrm>
            <a:custGeom>
              <a:avLst/>
              <a:gdLst/>
              <a:ahLst/>
              <a:cxnLst/>
              <a:rect l="l" t="t" r="r" b="b"/>
              <a:pathLst>
                <a:path w="321090" h="499827">
                  <a:moveTo>
                    <a:pt x="0" y="0"/>
                  </a:moveTo>
                  <a:lnTo>
                    <a:pt x="321090" y="0"/>
                  </a:lnTo>
                  <a:lnTo>
                    <a:pt x="321090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2" r="-131134" b="93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321094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84"/>
                </a:lnSpc>
              </a:pPr>
              <a:r>
                <a:rPr lang="en-US" sz="1785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274779" y="7445531"/>
            <a:ext cx="6983720" cy="374868"/>
            <a:chOff x="0" y="0"/>
            <a:chExt cx="9311627" cy="49982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311628" cy="499827"/>
            </a:xfrm>
            <a:custGeom>
              <a:avLst/>
              <a:gdLst/>
              <a:ahLst/>
              <a:cxnLst/>
              <a:rect l="l" t="t" r="r" b="b"/>
              <a:pathLst>
                <a:path w="9311628" h="499827">
                  <a:moveTo>
                    <a:pt x="0" y="0"/>
                  </a:moveTo>
                  <a:lnTo>
                    <a:pt x="9311628" y="0"/>
                  </a:lnTo>
                  <a:lnTo>
                    <a:pt x="9311628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7654" b="-3083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9311627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84"/>
                </a:lnSpc>
              </a:pPr>
              <a:r>
                <a:rPr lang="en-US" sz="178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Em sẽ thêm/sửa câu hỏi nào?</a:t>
              </a:r>
            </a:p>
          </p:txBody>
        </p:sp>
      </p:grpSp>
      <p:sp>
        <p:nvSpPr>
          <p:cNvPr id="68" name="Freeform 68"/>
          <p:cNvSpPr/>
          <p:nvPr/>
        </p:nvSpPr>
        <p:spPr>
          <a:xfrm>
            <a:off x="10270874" y="7894930"/>
            <a:ext cx="6881041" cy="690601"/>
          </a:xfrm>
          <a:custGeom>
            <a:avLst/>
            <a:gdLst/>
            <a:ahLst/>
            <a:cxnLst/>
            <a:rect l="l" t="t" r="r" b="b"/>
            <a:pathLst>
              <a:path w="6881041" h="690601">
                <a:moveTo>
                  <a:pt x="0" y="0"/>
                </a:moveTo>
                <a:lnTo>
                  <a:pt x="6881041" y="0"/>
                </a:lnTo>
                <a:lnTo>
                  <a:pt x="6881041" y="690600"/>
                </a:lnTo>
                <a:lnTo>
                  <a:pt x="0" y="690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Freeform 69"/>
          <p:cNvSpPr/>
          <p:nvPr/>
        </p:nvSpPr>
        <p:spPr>
          <a:xfrm>
            <a:off x="7843761" y="9088765"/>
            <a:ext cx="254984" cy="226647"/>
          </a:xfrm>
          <a:custGeom>
            <a:avLst/>
            <a:gdLst/>
            <a:ahLst/>
            <a:cxnLst/>
            <a:rect l="l" t="t" r="r" b="b"/>
            <a:pathLst>
              <a:path w="254984" h="226647">
                <a:moveTo>
                  <a:pt x="0" y="0"/>
                </a:moveTo>
                <a:lnTo>
                  <a:pt x="254985" y="0"/>
                </a:lnTo>
                <a:lnTo>
                  <a:pt x="254985" y="226647"/>
                </a:lnTo>
                <a:lnTo>
                  <a:pt x="0" y="226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0" name="Group 70"/>
          <p:cNvGrpSpPr/>
          <p:nvPr/>
        </p:nvGrpSpPr>
        <p:grpSpPr>
          <a:xfrm>
            <a:off x="1217533" y="9032100"/>
            <a:ext cx="16220523" cy="374868"/>
            <a:chOff x="0" y="0"/>
            <a:chExt cx="21627363" cy="49982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627364" cy="499827"/>
            </a:xfrm>
            <a:custGeom>
              <a:avLst/>
              <a:gdLst/>
              <a:ahLst/>
              <a:cxnLst/>
              <a:rect l="l" t="t" r="r" b="b"/>
              <a:pathLst>
                <a:path w="21627364" h="499827">
                  <a:moveTo>
                    <a:pt x="0" y="0"/>
                  </a:moveTo>
                  <a:lnTo>
                    <a:pt x="21627364" y="0"/>
                  </a:lnTo>
                  <a:lnTo>
                    <a:pt x="21627364" y="499827"/>
                  </a:lnTo>
                  <a:lnTo>
                    <a:pt x="0" y="499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7766" b="-7884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21627363" cy="556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84"/>
                </a:lnSpc>
              </a:pPr>
              <a:r>
                <a:rPr lang="en-US" sz="1785" b="1">
                  <a:solidFill>
                    <a:srgbClr val="5F6368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Nhóm:</a:t>
              </a:r>
              <a:r>
                <a:rPr lang="en-US" sz="1785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 ...........................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571500"/>
            <a:chOff x="0" y="0"/>
            <a:chExt cx="232029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762000"/>
            </a:xfrm>
            <a:custGeom>
              <a:avLst/>
              <a:gdLst/>
              <a:ahLst/>
              <a:cxnLst/>
              <a:rect l="l" t="t" r="r" b="b"/>
              <a:pathLst>
                <a:path w="23202900" h="7620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319" b="-5433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Gợi ý trả lờ phiếu học tập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1657350"/>
            <a:chOff x="0" y="0"/>
            <a:chExt cx="22821900" cy="2209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2209800"/>
            </a:xfrm>
            <a:custGeom>
              <a:avLst/>
              <a:gdLst/>
              <a:ahLst/>
              <a:cxnLst/>
              <a:rect l="l" t="t" r="r" b="b"/>
              <a:pathLst>
                <a:path w="22821900" h="22098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1981200"/>
                  </a:lnTo>
                  <a:cubicBezTo>
                    <a:pt x="22821900" y="2107438"/>
                    <a:pt x="22719537" y="2209800"/>
                    <a:pt x="22593300" y="2209800"/>
                  </a:cubicBezTo>
                  <a:lnTo>
                    <a:pt x="76200" y="2209800"/>
                  </a:lnTo>
                  <a:cubicBezTo>
                    <a:pt x="34163" y="2209800"/>
                    <a:pt x="0" y="2175637"/>
                    <a:pt x="0" y="2133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1657350"/>
            <a:chOff x="0" y="0"/>
            <a:chExt cx="76200" cy="2209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2209800"/>
            </a:xfrm>
            <a:custGeom>
              <a:avLst/>
              <a:gdLst/>
              <a:ahLst/>
              <a:cxnLst/>
              <a:rect l="l" t="t" r="r" b="b"/>
              <a:pathLst>
                <a:path w="76200" h="2209800">
                  <a:moveTo>
                    <a:pt x="76200" y="0"/>
                  </a:moveTo>
                  <a:lnTo>
                    <a:pt x="76200" y="2209800"/>
                  </a:lnTo>
                  <a:cubicBezTo>
                    <a:pt x="34163" y="2209800"/>
                    <a:pt x="0" y="2175637"/>
                    <a:pt x="0" y="2133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1045" y="2028825"/>
            <a:ext cx="257175" cy="400050"/>
            <a:chOff x="0" y="0"/>
            <a:chExt cx="342900" cy="533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2900" cy="533400"/>
            </a:xfrm>
            <a:custGeom>
              <a:avLst/>
              <a:gdLst/>
              <a:ahLst/>
              <a:cxnLst/>
              <a:rect l="l" t="t" r="r" b="b"/>
              <a:pathLst>
                <a:path w="342900" h="533400">
                  <a:moveTo>
                    <a:pt x="0" y="0"/>
                  </a:moveTo>
                  <a:lnTo>
                    <a:pt x="342900" y="0"/>
                  </a:lnTo>
                  <a:lnTo>
                    <a:pt x="342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583" r="-1495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3429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28800" y="1885950"/>
            <a:ext cx="15744825" cy="400050"/>
            <a:chOff x="0" y="0"/>
            <a:chExt cx="20993100" cy="533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993100" cy="533400"/>
            </a:xfrm>
            <a:custGeom>
              <a:avLst/>
              <a:gdLst/>
              <a:ahLst/>
              <a:cxnLst/>
              <a:rect l="l" t="t" r="r" b="b"/>
              <a:pathLst>
                <a:path w="20993100" h="533400">
                  <a:moveTo>
                    <a:pt x="0" y="0"/>
                  </a:moveTo>
                  <a:lnTo>
                    <a:pt x="20993100" y="0"/>
                  </a:lnTo>
                  <a:lnTo>
                    <a:pt x="20993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6875" b="-7168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0993100" cy="590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Biểu mẫu em chọn là: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28800" y="2400300"/>
            <a:ext cx="2300288" cy="571500"/>
            <a:chOff x="0" y="0"/>
            <a:chExt cx="3067050" cy="762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67050" cy="762000"/>
            </a:xfrm>
            <a:custGeom>
              <a:avLst/>
              <a:gdLst/>
              <a:ahLst/>
              <a:cxnLst/>
              <a:rect l="l" t="t" r="r" b="b"/>
              <a:pathLst>
                <a:path w="3067050" h="762000">
                  <a:moveTo>
                    <a:pt x="152400" y="0"/>
                  </a:moveTo>
                  <a:lnTo>
                    <a:pt x="2914650" y="0"/>
                  </a:lnTo>
                  <a:cubicBezTo>
                    <a:pt x="2998724" y="0"/>
                    <a:pt x="3067050" y="68326"/>
                    <a:pt x="3067050" y="152400"/>
                  </a:cubicBezTo>
                  <a:lnTo>
                    <a:pt x="3067050" y="609600"/>
                  </a:lnTo>
                  <a:cubicBezTo>
                    <a:pt x="3067050" y="693674"/>
                    <a:pt x="2998724" y="762000"/>
                    <a:pt x="291465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28800" y="2400300"/>
            <a:ext cx="2414588" cy="571500"/>
            <a:chOff x="0" y="0"/>
            <a:chExt cx="3219450" cy="76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19450" cy="762000"/>
            </a:xfrm>
            <a:custGeom>
              <a:avLst/>
              <a:gdLst/>
              <a:ahLst/>
              <a:cxnLst/>
              <a:rect l="l" t="t" r="r" b="b"/>
              <a:pathLst>
                <a:path w="3219450" h="762000">
                  <a:moveTo>
                    <a:pt x="0" y="0"/>
                  </a:moveTo>
                  <a:lnTo>
                    <a:pt x="3219450" y="0"/>
                  </a:lnTo>
                  <a:lnTo>
                    <a:pt x="32194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24" b="-323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3219450" cy="847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Yêu cầu đặt hàng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94822" y="2400300"/>
            <a:ext cx="2214562" cy="571500"/>
            <a:chOff x="0" y="0"/>
            <a:chExt cx="2952750" cy="762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52750" cy="762000"/>
            </a:xfrm>
            <a:custGeom>
              <a:avLst/>
              <a:gdLst/>
              <a:ahLst/>
              <a:cxnLst/>
              <a:rect l="l" t="t" r="r" b="b"/>
              <a:pathLst>
                <a:path w="2952750" h="762000">
                  <a:moveTo>
                    <a:pt x="152400" y="0"/>
                  </a:moveTo>
                  <a:lnTo>
                    <a:pt x="2800350" y="0"/>
                  </a:lnTo>
                  <a:cubicBezTo>
                    <a:pt x="2884424" y="0"/>
                    <a:pt x="2952750" y="68326"/>
                    <a:pt x="2952750" y="152400"/>
                  </a:cubicBezTo>
                  <a:lnTo>
                    <a:pt x="2952750" y="609600"/>
                  </a:lnTo>
                  <a:cubicBezTo>
                    <a:pt x="2952750" y="693674"/>
                    <a:pt x="2884424" y="762000"/>
                    <a:pt x="280035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94822" y="2400300"/>
            <a:ext cx="2328862" cy="571500"/>
            <a:chOff x="0" y="0"/>
            <a:chExt cx="3105150" cy="762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05150" cy="762000"/>
            </a:xfrm>
            <a:custGeom>
              <a:avLst/>
              <a:gdLst/>
              <a:ahLst/>
              <a:cxnLst/>
              <a:rect l="l" t="t" r="r" b="b"/>
              <a:pathLst>
                <a:path w="3105150" h="762000">
                  <a:moveTo>
                    <a:pt x="0" y="0"/>
                  </a:moveTo>
                  <a:lnTo>
                    <a:pt x="3105150" y="0"/>
                  </a:lnTo>
                  <a:lnTo>
                    <a:pt x="31051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01" b="-294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3105150" cy="847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Thông tin liên hệ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87264" y="2400300"/>
            <a:ext cx="1857375" cy="571500"/>
            <a:chOff x="0" y="0"/>
            <a:chExt cx="2476500" cy="762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152400" y="0"/>
                  </a:moveTo>
                  <a:lnTo>
                    <a:pt x="2324100" y="0"/>
                  </a:lnTo>
                  <a:cubicBezTo>
                    <a:pt x="2408174" y="0"/>
                    <a:pt x="2476500" y="68326"/>
                    <a:pt x="2476500" y="152400"/>
                  </a:cubicBezTo>
                  <a:lnTo>
                    <a:pt x="2476500" y="609600"/>
                  </a:lnTo>
                  <a:cubicBezTo>
                    <a:pt x="2476500" y="693674"/>
                    <a:pt x="2408174" y="762000"/>
                    <a:pt x="23241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87264" y="2400300"/>
            <a:ext cx="1971675" cy="571500"/>
            <a:chOff x="0" y="0"/>
            <a:chExt cx="2628900" cy="762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28900" cy="762000"/>
            </a:xfrm>
            <a:custGeom>
              <a:avLst/>
              <a:gdLst/>
              <a:ahLst/>
              <a:cxnLst/>
              <a:rect l="l" t="t" r="r" b="b"/>
              <a:pathLst>
                <a:path w="2628900" h="762000">
                  <a:moveTo>
                    <a:pt x="0" y="0"/>
                  </a:moveTo>
                  <a:lnTo>
                    <a:pt x="2628900" y="0"/>
                  </a:lnTo>
                  <a:lnTo>
                    <a:pt x="2628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23" b="-17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2628900" cy="847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Trả lờ sự kiện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0075" y="3486150"/>
            <a:ext cx="17116425" cy="2000250"/>
            <a:chOff x="0" y="0"/>
            <a:chExt cx="22821900" cy="2667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821900" cy="2667000"/>
            </a:xfrm>
            <a:custGeom>
              <a:avLst/>
              <a:gdLst/>
              <a:ahLst/>
              <a:cxnLst/>
              <a:rect l="l" t="t" r="r" b="b"/>
              <a:pathLst>
                <a:path w="22821900" h="26670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0075" y="3486150"/>
            <a:ext cx="57150" cy="2000250"/>
            <a:chOff x="0" y="0"/>
            <a:chExt cx="76200" cy="2667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3771900"/>
            <a:ext cx="685800" cy="685800"/>
            <a:chOff x="0" y="0"/>
            <a:chExt cx="91440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76938" y="3914775"/>
            <a:ext cx="300038" cy="400050"/>
            <a:chOff x="0" y="0"/>
            <a:chExt cx="400050" cy="533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0050" cy="533400"/>
            </a:xfrm>
            <a:custGeom>
              <a:avLst/>
              <a:gdLst/>
              <a:ahLst/>
              <a:cxnLst/>
              <a:rect l="l" t="t" r="r" b="b"/>
              <a:pathLst>
                <a:path w="400050" h="533400">
                  <a:moveTo>
                    <a:pt x="0" y="0"/>
                  </a:moveTo>
                  <a:lnTo>
                    <a:pt x="400050" y="0"/>
                  </a:lnTo>
                  <a:lnTo>
                    <a:pt x="400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40005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828800" y="3771900"/>
            <a:ext cx="15744825" cy="400050"/>
            <a:chOff x="0" y="0"/>
            <a:chExt cx="20993100" cy="533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993100" cy="533400"/>
            </a:xfrm>
            <a:custGeom>
              <a:avLst/>
              <a:gdLst/>
              <a:ahLst/>
              <a:cxnLst/>
              <a:rect l="l" t="t" r="r" b="b"/>
              <a:pathLst>
                <a:path w="20993100" h="533400">
                  <a:moveTo>
                    <a:pt x="0" y="0"/>
                  </a:moveTo>
                  <a:lnTo>
                    <a:pt x="20993100" y="0"/>
                  </a:lnTo>
                  <a:lnTo>
                    <a:pt x="20993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6875" b="-7168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20993100" cy="590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Theo em biểu mẫu này dùng để thu thập thông tin gì?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828800" y="4286250"/>
            <a:ext cx="5086350" cy="914400"/>
            <a:chOff x="0" y="0"/>
            <a:chExt cx="678180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81800" cy="1219200"/>
            </a:xfrm>
            <a:custGeom>
              <a:avLst/>
              <a:gdLst/>
              <a:ahLst/>
              <a:cxnLst/>
              <a:rect l="l" t="t" r="r" b="b"/>
              <a:pathLst>
                <a:path w="6781800" h="1219200">
                  <a:moveTo>
                    <a:pt x="152400" y="0"/>
                  </a:moveTo>
                  <a:lnTo>
                    <a:pt x="6629400" y="0"/>
                  </a:lnTo>
                  <a:cubicBezTo>
                    <a:pt x="6713474" y="0"/>
                    <a:pt x="6781800" y="68326"/>
                    <a:pt x="6781800" y="152400"/>
                  </a:cubicBezTo>
                  <a:lnTo>
                    <a:pt x="6781800" y="1066800"/>
                  </a:lnTo>
                  <a:cubicBezTo>
                    <a:pt x="6781800" y="1150874"/>
                    <a:pt x="6713474" y="1219200"/>
                    <a:pt x="6629400" y="1219200"/>
                  </a:cubicBezTo>
                  <a:lnTo>
                    <a:pt x="152400" y="1219200"/>
                  </a:lnTo>
                  <a:cubicBezTo>
                    <a:pt x="68326" y="1219200"/>
                    <a:pt x="0" y="1150874"/>
                    <a:pt x="0" y="1066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000250" y="4457700"/>
            <a:ext cx="4843462" cy="571500"/>
            <a:chOff x="0" y="0"/>
            <a:chExt cx="6457950" cy="762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57950" cy="762000"/>
            </a:xfrm>
            <a:custGeom>
              <a:avLst/>
              <a:gdLst/>
              <a:ahLst/>
              <a:cxnLst/>
              <a:rect l="l" t="t" r="r" b="b"/>
              <a:pathLst>
                <a:path w="6457950" h="762000">
                  <a:moveTo>
                    <a:pt x="0" y="0"/>
                  </a:moveTo>
                  <a:lnTo>
                    <a:pt x="6457950" y="0"/>
                  </a:lnTo>
                  <a:lnTo>
                    <a:pt x="6457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135" b="-1151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6457950" cy="80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575" b="1">
                  <a:solidFill>
                    <a:srgbClr val="20212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Yêu cầu đặt hàng:</a:t>
              </a:r>
              <a:r>
                <a:rPr lang="en-US" sz="1575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 Thu thập thông tin khách hàng và sản phẩm cần đặt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086600" y="4286250"/>
            <a:ext cx="5086350" cy="914400"/>
            <a:chOff x="0" y="0"/>
            <a:chExt cx="6781800" cy="1219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781800" cy="1219200"/>
            </a:xfrm>
            <a:custGeom>
              <a:avLst/>
              <a:gdLst/>
              <a:ahLst/>
              <a:cxnLst/>
              <a:rect l="l" t="t" r="r" b="b"/>
              <a:pathLst>
                <a:path w="6781800" h="1219200">
                  <a:moveTo>
                    <a:pt x="152400" y="0"/>
                  </a:moveTo>
                  <a:lnTo>
                    <a:pt x="6629400" y="0"/>
                  </a:lnTo>
                  <a:cubicBezTo>
                    <a:pt x="6713474" y="0"/>
                    <a:pt x="6781800" y="68326"/>
                    <a:pt x="6781800" y="152400"/>
                  </a:cubicBezTo>
                  <a:lnTo>
                    <a:pt x="6781800" y="1066800"/>
                  </a:lnTo>
                  <a:cubicBezTo>
                    <a:pt x="6781800" y="1150874"/>
                    <a:pt x="6713474" y="1219200"/>
                    <a:pt x="6629400" y="1219200"/>
                  </a:cubicBezTo>
                  <a:lnTo>
                    <a:pt x="152400" y="1219200"/>
                  </a:lnTo>
                  <a:cubicBezTo>
                    <a:pt x="68326" y="1219200"/>
                    <a:pt x="0" y="1150874"/>
                    <a:pt x="0" y="1066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258050" y="4457700"/>
            <a:ext cx="4843462" cy="571500"/>
            <a:chOff x="0" y="0"/>
            <a:chExt cx="6457950" cy="762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57950" cy="762000"/>
            </a:xfrm>
            <a:custGeom>
              <a:avLst/>
              <a:gdLst/>
              <a:ahLst/>
              <a:cxnLst/>
              <a:rect l="l" t="t" r="r" b="b"/>
              <a:pathLst>
                <a:path w="6457950" h="762000">
                  <a:moveTo>
                    <a:pt x="0" y="0"/>
                  </a:moveTo>
                  <a:lnTo>
                    <a:pt x="6457950" y="0"/>
                  </a:lnTo>
                  <a:lnTo>
                    <a:pt x="6457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135" b="-1151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457950" cy="80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575" b="1">
                  <a:solidFill>
                    <a:srgbClr val="20212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Thông tin liên hệ:</a:t>
              </a:r>
              <a:r>
                <a:rPr lang="en-US" sz="1575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 Thu thập thông tin liên hệ của ngườ dùng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344400" y="4286250"/>
            <a:ext cx="5086350" cy="914400"/>
            <a:chOff x="0" y="0"/>
            <a:chExt cx="678180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781800" cy="1219200"/>
            </a:xfrm>
            <a:custGeom>
              <a:avLst/>
              <a:gdLst/>
              <a:ahLst/>
              <a:cxnLst/>
              <a:rect l="l" t="t" r="r" b="b"/>
              <a:pathLst>
                <a:path w="6781800" h="1219200">
                  <a:moveTo>
                    <a:pt x="152400" y="0"/>
                  </a:moveTo>
                  <a:lnTo>
                    <a:pt x="6629400" y="0"/>
                  </a:lnTo>
                  <a:cubicBezTo>
                    <a:pt x="6713474" y="0"/>
                    <a:pt x="6781800" y="68326"/>
                    <a:pt x="6781800" y="152400"/>
                  </a:cubicBezTo>
                  <a:lnTo>
                    <a:pt x="6781800" y="1066800"/>
                  </a:lnTo>
                  <a:cubicBezTo>
                    <a:pt x="6781800" y="1150874"/>
                    <a:pt x="6713474" y="1219200"/>
                    <a:pt x="6629400" y="1219200"/>
                  </a:cubicBezTo>
                  <a:lnTo>
                    <a:pt x="152400" y="1219200"/>
                  </a:lnTo>
                  <a:cubicBezTo>
                    <a:pt x="68326" y="1219200"/>
                    <a:pt x="0" y="1150874"/>
                    <a:pt x="0" y="1066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515850" y="4457700"/>
            <a:ext cx="4843462" cy="285750"/>
            <a:chOff x="0" y="0"/>
            <a:chExt cx="6457950" cy="381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457950" cy="381000"/>
            </a:xfrm>
            <a:custGeom>
              <a:avLst/>
              <a:gdLst/>
              <a:ahLst/>
              <a:cxnLst/>
              <a:rect l="l" t="t" r="r" b="b"/>
              <a:pathLst>
                <a:path w="6457950" h="381000">
                  <a:moveTo>
                    <a:pt x="0" y="0"/>
                  </a:moveTo>
                  <a:lnTo>
                    <a:pt x="6457950" y="0"/>
                  </a:lnTo>
                  <a:lnTo>
                    <a:pt x="6457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0271" b="-280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6457950" cy="4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8"/>
                </a:lnSpc>
              </a:pPr>
              <a:r>
                <a:rPr lang="en-US" sz="1575" b="1">
                  <a:solidFill>
                    <a:srgbClr val="20212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Trả lờ sự kiện:</a:t>
              </a:r>
              <a:r>
                <a:rPr lang="en-US" sz="1575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 Thu thập thông tin tham gia sự kiện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0075" y="5715000"/>
            <a:ext cx="8401050" cy="2228850"/>
            <a:chOff x="0" y="0"/>
            <a:chExt cx="11201400" cy="2971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201400" cy="2971800"/>
            </a:xfrm>
            <a:custGeom>
              <a:avLst/>
              <a:gdLst/>
              <a:ahLst/>
              <a:cxnLst/>
              <a:rect l="l" t="t" r="r" b="b"/>
              <a:pathLst>
                <a:path w="11201400" h="29718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02489"/>
                    <a:pt x="11201400" y="228600"/>
                  </a:cubicBezTo>
                  <a:lnTo>
                    <a:pt x="11201400" y="2743200"/>
                  </a:lnTo>
                  <a:cubicBezTo>
                    <a:pt x="11201400" y="2869311"/>
                    <a:pt x="11098911" y="2971800"/>
                    <a:pt x="10972800" y="2971800"/>
                  </a:cubicBez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0075" y="5715000"/>
            <a:ext cx="57150" cy="2228850"/>
            <a:chOff x="0" y="0"/>
            <a:chExt cx="76200" cy="2971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6200" cy="2971800"/>
            </a:xfrm>
            <a:custGeom>
              <a:avLst/>
              <a:gdLst/>
              <a:ahLst/>
              <a:cxnLst/>
              <a:rect l="l" t="t" r="r" b="b"/>
              <a:pathLst>
                <a:path w="76200" h="2971800">
                  <a:moveTo>
                    <a:pt x="76200" y="0"/>
                  </a:move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14400" y="6000750"/>
            <a:ext cx="685800" cy="685800"/>
            <a:chOff x="0" y="0"/>
            <a:chExt cx="91440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73185" y="6143625"/>
            <a:ext cx="314325" cy="400050"/>
            <a:chOff x="0" y="0"/>
            <a:chExt cx="419100" cy="5334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19100" cy="533400"/>
            </a:xfrm>
            <a:custGeom>
              <a:avLst/>
              <a:gdLst/>
              <a:ahLst/>
              <a:cxnLst/>
              <a:rect l="l" t="t" r="r" b="b"/>
              <a:pathLst>
                <a:path w="419100" h="5334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r="-1132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66675"/>
              <a:ext cx="4191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828800" y="6000750"/>
            <a:ext cx="7015162" cy="400050"/>
            <a:chOff x="0" y="0"/>
            <a:chExt cx="9353550" cy="5334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353550" cy="533400"/>
            </a:xfrm>
            <a:custGeom>
              <a:avLst/>
              <a:gdLst/>
              <a:ahLst/>
              <a:cxnLst/>
              <a:rect l="l" t="t" r="r" b="b"/>
              <a:pathLst>
                <a:path w="9353550" h="533400">
                  <a:moveTo>
                    <a:pt x="0" y="0"/>
                  </a:moveTo>
                  <a:lnTo>
                    <a:pt x="9353550" y="0"/>
                  </a:lnTo>
                  <a:lnTo>
                    <a:pt x="935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684" b="-2916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76200"/>
              <a:ext cx="935355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FBBC0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Câu hỏi đã rõ ràng và phù hợp chưa?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828800" y="6515100"/>
            <a:ext cx="7000875" cy="685800"/>
            <a:chOff x="0" y="0"/>
            <a:chExt cx="9334500" cy="9144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334500" cy="914400"/>
            </a:xfrm>
            <a:custGeom>
              <a:avLst/>
              <a:gdLst/>
              <a:ahLst/>
              <a:cxnLst/>
              <a:rect l="l" t="t" r="r" b="b"/>
              <a:pathLst>
                <a:path w="9334500" h="914400">
                  <a:moveTo>
                    <a:pt x="0" y="0"/>
                  </a:moveTo>
                  <a:lnTo>
                    <a:pt x="9334500" y="0"/>
                  </a:lnTo>
                  <a:lnTo>
                    <a:pt x="93345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909" b="-1489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85725"/>
              <a:ext cx="9334500" cy="1000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Câu hỏi rõ ràng và phù hợp với mục đích của biểu mẫu. Các thông tin được yêu cầu giúp thu thập dữ liệu cần thiết.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315450" y="5715000"/>
            <a:ext cx="8401050" cy="2228850"/>
            <a:chOff x="0" y="0"/>
            <a:chExt cx="11201400" cy="2971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201400" cy="2971800"/>
            </a:xfrm>
            <a:custGeom>
              <a:avLst/>
              <a:gdLst/>
              <a:ahLst/>
              <a:cxnLst/>
              <a:rect l="l" t="t" r="r" b="b"/>
              <a:pathLst>
                <a:path w="11201400" h="29718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02489"/>
                    <a:pt x="11201400" y="228600"/>
                  </a:cubicBezTo>
                  <a:lnTo>
                    <a:pt x="11201400" y="2743200"/>
                  </a:lnTo>
                  <a:cubicBezTo>
                    <a:pt x="11201400" y="2869311"/>
                    <a:pt x="11098911" y="2971800"/>
                    <a:pt x="10972800" y="2971800"/>
                  </a:cubicBez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315450" y="5715000"/>
            <a:ext cx="57150" cy="2228850"/>
            <a:chOff x="0" y="0"/>
            <a:chExt cx="76200" cy="2971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6200" cy="2971800"/>
            </a:xfrm>
            <a:custGeom>
              <a:avLst/>
              <a:gdLst/>
              <a:ahLst/>
              <a:cxnLst/>
              <a:rect l="l" t="t" r="r" b="b"/>
              <a:pathLst>
                <a:path w="76200" h="2971800">
                  <a:moveTo>
                    <a:pt x="76200" y="0"/>
                  </a:move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629775" y="6000750"/>
            <a:ext cx="685800" cy="685800"/>
            <a:chOff x="0" y="0"/>
            <a:chExt cx="914400" cy="9144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888912" y="6143625"/>
            <a:ext cx="314325" cy="400050"/>
            <a:chOff x="0" y="0"/>
            <a:chExt cx="419100" cy="5334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19100" cy="533400"/>
            </a:xfrm>
            <a:custGeom>
              <a:avLst/>
              <a:gdLst/>
              <a:ahLst/>
              <a:cxnLst/>
              <a:rect l="l" t="t" r="r" b="b"/>
              <a:pathLst>
                <a:path w="419100" h="5334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r="-1132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66675"/>
              <a:ext cx="4191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544175" y="6000750"/>
            <a:ext cx="7015162" cy="400050"/>
            <a:chOff x="0" y="0"/>
            <a:chExt cx="9353550" cy="5334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9353550" cy="533400"/>
            </a:xfrm>
            <a:custGeom>
              <a:avLst/>
              <a:gdLst/>
              <a:ahLst/>
              <a:cxnLst/>
              <a:rect l="l" t="t" r="r" b="b"/>
              <a:pathLst>
                <a:path w="9353550" h="533400">
                  <a:moveTo>
                    <a:pt x="0" y="0"/>
                  </a:moveTo>
                  <a:lnTo>
                    <a:pt x="9353550" y="0"/>
                  </a:lnTo>
                  <a:lnTo>
                    <a:pt x="935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1684" b="-2916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76200"/>
              <a:ext cx="935355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9"/>
                </a:lnSpc>
              </a:pPr>
              <a:r>
                <a:rPr lang="en-US" sz="2025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Em sẽ thêm/sửa câu hỏi nào?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544175" y="6515100"/>
            <a:ext cx="7000875" cy="342900"/>
            <a:chOff x="0" y="0"/>
            <a:chExt cx="9334500" cy="4572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9334500" cy="457200"/>
            </a:xfrm>
            <a:custGeom>
              <a:avLst/>
              <a:gdLst/>
              <a:ahLst/>
              <a:cxnLst/>
              <a:rect l="l" t="t" r="r" b="b"/>
              <a:pathLst>
                <a:path w="9334500" h="457200">
                  <a:moveTo>
                    <a:pt x="0" y="0"/>
                  </a:moveTo>
                  <a:lnTo>
                    <a:pt x="9334500" y="0"/>
                  </a:lnTo>
                  <a:lnTo>
                    <a:pt x="9334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819" b="-3478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85725"/>
              <a:ext cx="9334500" cy="542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• Thêm câu hỏi ý kiến phản hồi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544175" y="6915150"/>
            <a:ext cx="7000875" cy="342900"/>
            <a:chOff x="0" y="0"/>
            <a:chExt cx="9334500" cy="457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9334500" cy="457200"/>
            </a:xfrm>
            <a:custGeom>
              <a:avLst/>
              <a:gdLst/>
              <a:ahLst/>
              <a:cxnLst/>
              <a:rect l="l" t="t" r="r" b="b"/>
              <a:pathLst>
                <a:path w="9334500" h="457200">
                  <a:moveTo>
                    <a:pt x="0" y="0"/>
                  </a:moveTo>
                  <a:lnTo>
                    <a:pt x="9334500" y="0"/>
                  </a:lnTo>
                  <a:lnTo>
                    <a:pt x="9334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819" b="-3478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85725"/>
              <a:ext cx="9334500" cy="542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• Thêm câu hỏi mức độ hài lòng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544175" y="7315200"/>
            <a:ext cx="7000875" cy="342900"/>
            <a:chOff x="0" y="0"/>
            <a:chExt cx="9334500" cy="4572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9334500" cy="457200"/>
            </a:xfrm>
            <a:custGeom>
              <a:avLst/>
              <a:gdLst/>
              <a:ahLst/>
              <a:cxnLst/>
              <a:rect l="l" t="t" r="r" b="b"/>
              <a:pathLst>
                <a:path w="9334500" h="457200">
                  <a:moveTo>
                    <a:pt x="0" y="0"/>
                  </a:moveTo>
                  <a:lnTo>
                    <a:pt x="9334500" y="0"/>
                  </a:lnTo>
                  <a:lnTo>
                    <a:pt x="9334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819" b="-3478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85725"/>
              <a:ext cx="9334500" cy="542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• Bổ sung phương án trả lờ rõ ràng hơn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571500"/>
            <a:chOff x="0" y="0"/>
            <a:chExt cx="232029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762000"/>
            </a:xfrm>
            <a:custGeom>
              <a:avLst/>
              <a:gdLst/>
              <a:ahLst/>
              <a:cxnLst/>
              <a:rect l="l" t="t" r="r" b="b"/>
              <a:pathLst>
                <a:path w="23202900" h="7620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319" b="-5433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Đặc điểm của biểu mẫu tốt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800225"/>
            <a:ext cx="5486400" cy="3400425"/>
            <a:chOff x="0" y="0"/>
            <a:chExt cx="7315200" cy="4533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0" cy="4533900"/>
            </a:xfrm>
            <a:custGeom>
              <a:avLst/>
              <a:gdLst/>
              <a:ahLst/>
              <a:cxnLst/>
              <a:rect l="l" t="t" r="r" b="b"/>
              <a:pathLst>
                <a:path w="7315200" h="45339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7315200" y="4305300"/>
                  </a:lnTo>
                  <a:cubicBezTo>
                    <a:pt x="7315200" y="4431538"/>
                    <a:pt x="7212838" y="4533900"/>
                    <a:pt x="7086600" y="4533900"/>
                  </a:cubicBezTo>
                  <a:lnTo>
                    <a:pt x="228600" y="4533900"/>
                  </a:lnTo>
                  <a:cubicBezTo>
                    <a:pt x="102362" y="4533900"/>
                    <a:pt x="0" y="4431538"/>
                    <a:pt x="0" y="43053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800225"/>
            <a:ext cx="5486400" cy="57150"/>
            <a:chOff x="0" y="0"/>
            <a:chExt cx="73152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5200" cy="76200"/>
            </a:xfrm>
            <a:custGeom>
              <a:avLst/>
              <a:gdLst/>
              <a:ahLst/>
              <a:cxnLst/>
              <a:rect l="l" t="t" r="r" b="b"/>
              <a:pathLst>
                <a:path w="7315200" h="76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43200" y="2171700"/>
            <a:ext cx="1143000" cy="1143000"/>
            <a:chOff x="0" y="0"/>
            <a:chExt cx="1524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1182497" y="0"/>
                    <a:pt x="1524000" y="341503"/>
                    <a:pt x="1524000" y="762000"/>
                  </a:cubicBezTo>
                  <a:cubicBezTo>
                    <a:pt x="1524000" y="1182497"/>
                    <a:pt x="1182497" y="1524000"/>
                    <a:pt x="762000" y="1524000"/>
                  </a:cubicBezTo>
                  <a:cubicBezTo>
                    <a:pt x="341503" y="1524000"/>
                    <a:pt x="0" y="1182497"/>
                    <a:pt x="0" y="762000"/>
                  </a:cubicBezTo>
                  <a:cubicBezTo>
                    <a:pt x="0" y="341503"/>
                    <a:pt x="341503" y="0"/>
                    <a:pt x="762000" y="0"/>
                  </a:cubicBez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057525" y="2486025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842962" y="3543300"/>
            <a:ext cx="4943475" cy="400050"/>
            <a:chOff x="0" y="0"/>
            <a:chExt cx="6591300" cy="533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91300" cy="533400"/>
            </a:xfrm>
            <a:custGeom>
              <a:avLst/>
              <a:gdLst/>
              <a:ahLst/>
              <a:cxnLst/>
              <a:rect l="l" t="t" r="r" b="b"/>
              <a:pathLst>
                <a:path w="6591300" h="533400">
                  <a:moveTo>
                    <a:pt x="0" y="0"/>
                  </a:moveTo>
                  <a:lnTo>
                    <a:pt x="6591300" y="0"/>
                  </a:lnTo>
                  <a:lnTo>
                    <a:pt x="6591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779" b="-1907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6591300" cy="590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Mục đích rõ ràng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250" y="4114800"/>
            <a:ext cx="4914900" cy="742950"/>
            <a:chOff x="0" y="0"/>
            <a:chExt cx="6553200" cy="990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53200" cy="990600"/>
            </a:xfrm>
            <a:custGeom>
              <a:avLst/>
              <a:gdLst/>
              <a:ahLst/>
              <a:cxnLst/>
              <a:rect l="l" t="t" r="r" b="b"/>
              <a:pathLst>
                <a:path w="6553200" h="990600">
                  <a:moveTo>
                    <a:pt x="0" y="0"/>
                  </a:moveTo>
                  <a:lnTo>
                    <a:pt x="6553200" y="0"/>
                  </a:lnTo>
                  <a:lnTo>
                    <a:pt x="6553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6553200" cy="1095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Biểu mẫu cần có mục đích rõ ràng, xác định rõ thông tin cần thu thập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00800" y="1800225"/>
            <a:ext cx="5486400" cy="3400425"/>
            <a:chOff x="0" y="0"/>
            <a:chExt cx="7315200" cy="4533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15200" cy="4533900"/>
            </a:xfrm>
            <a:custGeom>
              <a:avLst/>
              <a:gdLst/>
              <a:ahLst/>
              <a:cxnLst/>
              <a:rect l="l" t="t" r="r" b="b"/>
              <a:pathLst>
                <a:path w="7315200" h="45339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7315200" y="4305300"/>
                  </a:lnTo>
                  <a:cubicBezTo>
                    <a:pt x="7315200" y="4431538"/>
                    <a:pt x="7212838" y="4533900"/>
                    <a:pt x="7086600" y="4533900"/>
                  </a:cubicBezTo>
                  <a:lnTo>
                    <a:pt x="228600" y="4533900"/>
                  </a:lnTo>
                  <a:cubicBezTo>
                    <a:pt x="102362" y="4533900"/>
                    <a:pt x="0" y="4431538"/>
                    <a:pt x="0" y="43053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00800" y="1800225"/>
            <a:ext cx="5486400" cy="57150"/>
            <a:chOff x="0" y="0"/>
            <a:chExt cx="7315200" cy="76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15200" cy="76200"/>
            </a:xfrm>
            <a:custGeom>
              <a:avLst/>
              <a:gdLst/>
              <a:ahLst/>
              <a:cxnLst/>
              <a:rect l="l" t="t" r="r" b="b"/>
              <a:pathLst>
                <a:path w="7315200" h="76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2171700"/>
            <a:ext cx="1143000" cy="1143000"/>
            <a:chOff x="0" y="0"/>
            <a:chExt cx="1524000" cy="1524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1182497" y="0"/>
                    <a:pt x="1524000" y="341503"/>
                    <a:pt x="1524000" y="762000"/>
                  </a:cubicBezTo>
                  <a:cubicBezTo>
                    <a:pt x="1524000" y="1182497"/>
                    <a:pt x="1182497" y="1524000"/>
                    <a:pt x="762000" y="1524000"/>
                  </a:cubicBezTo>
                  <a:cubicBezTo>
                    <a:pt x="341503" y="1524000"/>
                    <a:pt x="0" y="1182497"/>
                    <a:pt x="0" y="762000"/>
                  </a:cubicBezTo>
                  <a:cubicBezTo>
                    <a:pt x="0" y="341503"/>
                    <a:pt x="341503" y="0"/>
                    <a:pt x="7620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8886825" y="2486025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6672262" y="3543300"/>
            <a:ext cx="4943475" cy="400050"/>
            <a:chOff x="0" y="0"/>
            <a:chExt cx="6591300" cy="533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91300" cy="533400"/>
            </a:xfrm>
            <a:custGeom>
              <a:avLst/>
              <a:gdLst/>
              <a:ahLst/>
              <a:cxnLst/>
              <a:rect l="l" t="t" r="r" b="b"/>
              <a:pathLst>
                <a:path w="6591300" h="533400">
                  <a:moveTo>
                    <a:pt x="0" y="0"/>
                  </a:moveTo>
                  <a:lnTo>
                    <a:pt x="6591300" y="0"/>
                  </a:lnTo>
                  <a:lnTo>
                    <a:pt x="6591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779" b="-1907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6591300" cy="590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Câu hỏi ngắn gọn, dễ hiểu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86550" y="4114800"/>
            <a:ext cx="4914900" cy="742950"/>
            <a:chOff x="0" y="0"/>
            <a:chExt cx="6553200" cy="990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53200" cy="990600"/>
            </a:xfrm>
            <a:custGeom>
              <a:avLst/>
              <a:gdLst/>
              <a:ahLst/>
              <a:cxnLst/>
              <a:rect l="l" t="t" r="r" b="b"/>
              <a:pathLst>
                <a:path w="6553200" h="990600">
                  <a:moveTo>
                    <a:pt x="0" y="0"/>
                  </a:moveTo>
                  <a:lnTo>
                    <a:pt x="6553200" y="0"/>
                  </a:lnTo>
                  <a:lnTo>
                    <a:pt x="6553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6553200" cy="1095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Câu hỏi phải ngắn gọn, dễ hiểu, tránh gây nhầm lẫn cho ngườ trả lờ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230100" y="1800225"/>
            <a:ext cx="5486400" cy="3400425"/>
            <a:chOff x="0" y="0"/>
            <a:chExt cx="7315200" cy="45339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15200" cy="4533900"/>
            </a:xfrm>
            <a:custGeom>
              <a:avLst/>
              <a:gdLst/>
              <a:ahLst/>
              <a:cxnLst/>
              <a:rect l="l" t="t" r="r" b="b"/>
              <a:pathLst>
                <a:path w="7315200" h="45339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7315200" y="4305300"/>
                  </a:lnTo>
                  <a:cubicBezTo>
                    <a:pt x="7315200" y="4431538"/>
                    <a:pt x="7212838" y="4533900"/>
                    <a:pt x="7086600" y="4533900"/>
                  </a:cubicBezTo>
                  <a:lnTo>
                    <a:pt x="228600" y="4533900"/>
                  </a:lnTo>
                  <a:cubicBezTo>
                    <a:pt x="102362" y="4533900"/>
                    <a:pt x="0" y="4431538"/>
                    <a:pt x="0" y="43053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230100" y="1800225"/>
            <a:ext cx="5486400" cy="57150"/>
            <a:chOff x="0" y="0"/>
            <a:chExt cx="7315200" cy="76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5200" cy="76200"/>
            </a:xfrm>
            <a:custGeom>
              <a:avLst/>
              <a:gdLst/>
              <a:ahLst/>
              <a:cxnLst/>
              <a:rect l="l" t="t" r="r" b="b"/>
              <a:pathLst>
                <a:path w="7315200" h="76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401800" y="2171700"/>
            <a:ext cx="1143000" cy="1143000"/>
            <a:chOff x="0" y="0"/>
            <a:chExt cx="1524000" cy="152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1182497" y="0"/>
                    <a:pt x="1524000" y="341503"/>
                    <a:pt x="1524000" y="762000"/>
                  </a:cubicBezTo>
                  <a:cubicBezTo>
                    <a:pt x="1524000" y="1182497"/>
                    <a:pt x="1182497" y="1524000"/>
                    <a:pt x="762000" y="1524000"/>
                  </a:cubicBezTo>
                  <a:cubicBezTo>
                    <a:pt x="341503" y="1524000"/>
                    <a:pt x="0" y="1182497"/>
                    <a:pt x="0" y="762000"/>
                  </a:cubicBezTo>
                  <a:cubicBezTo>
                    <a:pt x="0" y="341503"/>
                    <a:pt x="341503" y="0"/>
                    <a:pt x="7620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14716125" y="2486025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2501562" y="3543300"/>
            <a:ext cx="4943475" cy="400050"/>
            <a:chOff x="0" y="0"/>
            <a:chExt cx="6591300" cy="533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591300" cy="533400"/>
            </a:xfrm>
            <a:custGeom>
              <a:avLst/>
              <a:gdLst/>
              <a:ahLst/>
              <a:cxnLst/>
              <a:rect l="l" t="t" r="r" b="b"/>
              <a:pathLst>
                <a:path w="6591300" h="533400">
                  <a:moveTo>
                    <a:pt x="0" y="0"/>
                  </a:moveTo>
                  <a:lnTo>
                    <a:pt x="6591300" y="0"/>
                  </a:lnTo>
                  <a:lnTo>
                    <a:pt x="6591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779" b="-1907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6591300" cy="590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Phương án phù hợp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515850" y="4114800"/>
            <a:ext cx="4914900" cy="742950"/>
            <a:chOff x="0" y="0"/>
            <a:chExt cx="6553200" cy="990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553200" cy="990600"/>
            </a:xfrm>
            <a:custGeom>
              <a:avLst/>
              <a:gdLst/>
              <a:ahLst/>
              <a:cxnLst/>
              <a:rect l="l" t="t" r="r" b="b"/>
              <a:pathLst>
                <a:path w="6553200" h="990600">
                  <a:moveTo>
                    <a:pt x="0" y="0"/>
                  </a:moveTo>
                  <a:lnTo>
                    <a:pt x="6553200" y="0"/>
                  </a:lnTo>
                  <a:lnTo>
                    <a:pt x="6553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04775"/>
              <a:ext cx="6553200" cy="1095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Phương án trả lờ phải phù hợp với mục đích khảo sát, đầy đủ và rõ ràng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5543550"/>
            <a:ext cx="17145000" cy="2343150"/>
            <a:chOff x="0" y="0"/>
            <a:chExt cx="22860000" cy="3124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860000" cy="3124200"/>
            </a:xfrm>
            <a:custGeom>
              <a:avLst/>
              <a:gdLst/>
              <a:ahLst/>
              <a:cxnLst/>
              <a:rect l="l" t="t" r="r" b="b"/>
              <a:pathLst>
                <a:path w="22860000" h="31242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2895600"/>
                  </a:lnTo>
                  <a:cubicBezTo>
                    <a:pt x="22860000" y="3021838"/>
                    <a:pt x="22757637" y="3124200"/>
                    <a:pt x="22631400" y="3124200"/>
                  </a:cubicBezTo>
                  <a:lnTo>
                    <a:pt x="228600" y="3124200"/>
                  </a:lnTo>
                  <a:cubicBezTo>
                    <a:pt x="102362" y="3124200"/>
                    <a:pt x="0" y="3021838"/>
                    <a:pt x="0" y="28956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48"/>
          <p:cNvSpPr/>
          <p:nvPr/>
        </p:nvSpPr>
        <p:spPr>
          <a:xfrm>
            <a:off x="1000125" y="5943419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>
            <a:off x="1343025" y="5886450"/>
            <a:ext cx="16202025" cy="457200"/>
            <a:chOff x="0" y="0"/>
            <a:chExt cx="21602700" cy="6096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602700" cy="609600"/>
            </a:xfrm>
            <a:custGeom>
              <a:avLst/>
              <a:gdLst/>
              <a:ahLst/>
              <a:cxnLst/>
              <a:rect l="l" t="t" r="r" b="b"/>
              <a:pathLst>
                <a:path w="21602700" h="609600">
                  <a:moveTo>
                    <a:pt x="0" y="0"/>
                  </a:moveTo>
                  <a:lnTo>
                    <a:pt x="21602700" y="0"/>
                  </a:lnTo>
                  <a:lnTo>
                    <a:pt x="216027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501" b="-6405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21602700" cy="63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Lưu ý khi thiết kế biểu mẫu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50119" y="6629219"/>
            <a:ext cx="285750" cy="285750"/>
            <a:chOff x="0" y="0"/>
            <a:chExt cx="381000" cy="381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43038" y="6572069"/>
            <a:ext cx="6715125" cy="371475"/>
            <a:chOff x="0" y="0"/>
            <a:chExt cx="8953500" cy="4953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953500" cy="495300"/>
            </a:xfrm>
            <a:custGeom>
              <a:avLst/>
              <a:gdLst/>
              <a:ahLst/>
              <a:cxnLst/>
              <a:rect l="l" t="t" r="r" b="b"/>
              <a:pathLst>
                <a:path w="8953500" h="495300">
                  <a:moveTo>
                    <a:pt x="0" y="0"/>
                  </a:moveTo>
                  <a:lnTo>
                    <a:pt x="8953500" y="0"/>
                  </a:lnTo>
                  <a:lnTo>
                    <a:pt x="89535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2229" b="-3022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04775"/>
              <a:ext cx="89535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Xác định rõ mục đích thu thập thông tin trước khi tạo biểu mẫu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351169" y="6629219"/>
            <a:ext cx="285750" cy="285750"/>
            <a:chOff x="0" y="0"/>
            <a:chExt cx="381000" cy="3810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844088" y="6572069"/>
            <a:ext cx="6329362" cy="371475"/>
            <a:chOff x="0" y="0"/>
            <a:chExt cx="8439150" cy="4953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439150" cy="495300"/>
            </a:xfrm>
            <a:custGeom>
              <a:avLst/>
              <a:gdLst/>
              <a:ahLst/>
              <a:cxnLst/>
              <a:rect l="l" t="t" r="r" b="b"/>
              <a:pathLst>
                <a:path w="8439150" h="495300">
                  <a:moveTo>
                    <a:pt x="0" y="0"/>
                  </a:moveTo>
                  <a:lnTo>
                    <a:pt x="8439150" y="0"/>
                  </a:lnTo>
                  <a:lnTo>
                    <a:pt x="84391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995" b="-2819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04775"/>
              <a:ext cx="843915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Sử dụng ngôn ngữ đơn giản, dễ hiểu với đối tượng khảo sát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0119" y="7229294"/>
            <a:ext cx="285750" cy="285750"/>
            <a:chOff x="0" y="0"/>
            <a:chExt cx="381000" cy="381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43038" y="7172144"/>
            <a:ext cx="6529388" cy="371475"/>
            <a:chOff x="0" y="0"/>
            <a:chExt cx="8705850" cy="4953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705850" cy="495300"/>
            </a:xfrm>
            <a:custGeom>
              <a:avLst/>
              <a:gdLst/>
              <a:ahLst/>
              <a:cxnLst/>
              <a:rect l="l" t="t" r="r" b="b"/>
              <a:pathLst>
                <a:path w="8705850" h="495300">
                  <a:moveTo>
                    <a:pt x="0" y="0"/>
                  </a:moveTo>
                  <a:lnTo>
                    <a:pt x="8705850" y="0"/>
                  </a:lnTo>
                  <a:lnTo>
                    <a:pt x="87058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487" b="-2924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04775"/>
              <a:ext cx="870585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Số lượng câu hỏi vừa phải, không quá nhiều gây mất thờ gian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351169" y="7229294"/>
            <a:ext cx="285750" cy="285750"/>
            <a:chOff x="0" y="0"/>
            <a:chExt cx="381000" cy="3810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44088" y="7172144"/>
            <a:ext cx="6800850" cy="371475"/>
            <a:chOff x="0" y="0"/>
            <a:chExt cx="9067800" cy="4953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067800" cy="495300"/>
            </a:xfrm>
            <a:custGeom>
              <a:avLst/>
              <a:gdLst/>
              <a:ahLst/>
              <a:cxnLst/>
              <a:rect l="l" t="t" r="r" b="b"/>
              <a:pathLst>
                <a:path w="9067800" h="495300">
                  <a:moveTo>
                    <a:pt x="0" y="0"/>
                  </a:moveTo>
                  <a:lnTo>
                    <a:pt x="9067800" y="0"/>
                  </a:lnTo>
                  <a:lnTo>
                    <a:pt x="90678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726" b="-30672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04775"/>
              <a:ext cx="906780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Arimo"/>
                  <a:ea typeface="Arimo"/>
                  <a:cs typeface="Arimo"/>
                  <a:sym typeface="Arimo"/>
                </a:rPr>
                <a:t>Kiểm tra biểu mẫu trước khi xuất bản để đảm bảo hoạt động tốt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BC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cdn-connections.villanova.edu/f998744eeea4b11d89b6b978bfff3f8b4be2551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t="-3333" b="-33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BBC04">
                    <a:alpha val="95000"/>
                  </a:srgbClr>
                </a:gs>
                <a:gs pos="100000">
                  <a:srgbClr val="4285F4">
                    <a:alpha val="9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2673553"/>
            <a:ext cx="2814638" cy="628650"/>
            <a:chOff x="0" y="0"/>
            <a:chExt cx="3752850" cy="83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52850" cy="838200"/>
            </a:xfrm>
            <a:custGeom>
              <a:avLst/>
              <a:gdLst/>
              <a:ahLst/>
              <a:cxnLst/>
              <a:rect l="l" t="t" r="r" b="b"/>
              <a:pathLst>
                <a:path w="3752850" h="838200">
                  <a:moveTo>
                    <a:pt x="419100" y="0"/>
                  </a:moveTo>
                  <a:lnTo>
                    <a:pt x="3333750" y="0"/>
                  </a:lnTo>
                  <a:cubicBezTo>
                    <a:pt x="3565017" y="0"/>
                    <a:pt x="3752850" y="187833"/>
                    <a:pt x="3752850" y="419100"/>
                  </a:cubicBezTo>
                  <a:cubicBezTo>
                    <a:pt x="3752850" y="650367"/>
                    <a:pt x="3565017" y="838200"/>
                    <a:pt x="33337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99274"/>
            <a:ext cx="2275284" cy="472154"/>
            <a:chOff x="0" y="0"/>
            <a:chExt cx="3033712" cy="6295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33712" cy="629539"/>
            </a:xfrm>
            <a:custGeom>
              <a:avLst/>
              <a:gdLst/>
              <a:ahLst/>
              <a:cxnLst/>
              <a:rect l="l" t="t" r="r" b="b"/>
              <a:pathLst>
                <a:path w="3033712" h="629539">
                  <a:moveTo>
                    <a:pt x="0" y="0"/>
                  </a:moveTo>
                  <a:lnTo>
                    <a:pt x="3033712" y="0"/>
                  </a:lnTo>
                  <a:lnTo>
                    <a:pt x="3033712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953" b="-33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033712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 spc="11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HOẠT ĐỘNG 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3873703"/>
            <a:ext cx="17573625" cy="1422178"/>
            <a:chOff x="0" y="0"/>
            <a:chExt cx="23431500" cy="18962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31500" cy="1896237"/>
            </a:xfrm>
            <a:custGeom>
              <a:avLst/>
              <a:gdLst/>
              <a:ahLst/>
              <a:cxnLst/>
              <a:rect l="l" t="t" r="r" b="b"/>
              <a:pathLst>
                <a:path w="23431500" h="1896237">
                  <a:moveTo>
                    <a:pt x="0" y="0"/>
                  </a:moveTo>
                  <a:lnTo>
                    <a:pt x="23431500" y="0"/>
                  </a:lnTo>
                  <a:lnTo>
                    <a:pt x="2343150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3100" b="-1784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3431500" cy="19057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VẬN DỤNG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5288166"/>
            <a:ext cx="2286000" cy="57150"/>
            <a:chOff x="0" y="0"/>
            <a:chExt cx="3048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5802516"/>
            <a:ext cx="11187112" cy="705374"/>
            <a:chOff x="0" y="0"/>
            <a:chExt cx="14916150" cy="9404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16150" cy="940499"/>
            </a:xfrm>
            <a:custGeom>
              <a:avLst/>
              <a:gdLst/>
              <a:ahLst/>
              <a:cxnLst/>
              <a:rect l="l" t="t" r="r" b="b"/>
              <a:pathLst>
                <a:path w="14916150" h="940499">
                  <a:moveTo>
                    <a:pt x="0" y="0"/>
                  </a:moveTo>
                  <a:lnTo>
                    <a:pt x="14916150" y="0"/>
                  </a:lnTo>
                  <a:lnTo>
                    <a:pt x="14916150" y="940499"/>
                  </a:lnTo>
                  <a:lnTo>
                    <a:pt x="0" y="9404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9404" b="-2586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52400"/>
              <a:ext cx="14916150" cy="1092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Thiết kế biểu mẫu khảo sát cho trang web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" y="7184822"/>
            <a:ext cx="428625" cy="428625"/>
            <a:chOff x="0" y="0"/>
            <a:chExt cx="571500" cy="57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5881" y="7199109"/>
            <a:ext cx="2286000" cy="472154"/>
            <a:chOff x="0" y="0"/>
            <a:chExt cx="3048000" cy="6295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48000" cy="629539"/>
            </a:xfrm>
            <a:custGeom>
              <a:avLst/>
              <a:gdLst/>
              <a:ahLst/>
              <a:cxnLst/>
              <a:rect l="l" t="t" r="r" b="b"/>
              <a:pathLst>
                <a:path w="3048000" h="629539">
                  <a:moveTo>
                    <a:pt x="0" y="0"/>
                  </a:moveTo>
                  <a:lnTo>
                    <a:pt x="3048000" y="0"/>
                  </a:lnTo>
                  <a:lnTo>
                    <a:pt x="30480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5" b="-367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0480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Thờ gian: 5 phút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 vận dụng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2028825"/>
            <a:chOff x="0" y="0"/>
            <a:chExt cx="22821900" cy="2705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2705100"/>
            </a:xfrm>
            <a:custGeom>
              <a:avLst/>
              <a:gdLst/>
              <a:ahLst/>
              <a:cxnLst/>
              <a:rect l="l" t="t" r="r" b="b"/>
              <a:pathLst>
                <a:path w="22821900" h="27051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2476500"/>
                  </a:lnTo>
                  <a:cubicBezTo>
                    <a:pt x="22821900" y="2602738"/>
                    <a:pt x="22719537" y="2705100"/>
                    <a:pt x="22593300" y="2705100"/>
                  </a:cubicBezTo>
                  <a:lnTo>
                    <a:pt x="76200" y="2705100"/>
                  </a:lnTo>
                  <a:cubicBezTo>
                    <a:pt x="34163" y="2705100"/>
                    <a:pt x="0" y="2670937"/>
                    <a:pt x="0" y="2628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2028825"/>
            <a:chOff x="0" y="0"/>
            <a:chExt cx="76200" cy="2705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2705100"/>
            </a:xfrm>
            <a:custGeom>
              <a:avLst/>
              <a:gdLst/>
              <a:ahLst/>
              <a:cxnLst/>
              <a:rect l="l" t="t" r="r" b="b"/>
              <a:pathLst>
                <a:path w="76200" h="2705100">
                  <a:moveTo>
                    <a:pt x="76200" y="0"/>
                  </a:moveTo>
                  <a:lnTo>
                    <a:pt x="76200" y="2705100"/>
                  </a:lnTo>
                  <a:cubicBezTo>
                    <a:pt x="34163" y="2705100"/>
                    <a:pt x="0" y="2670937"/>
                    <a:pt x="0" y="2628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85862" y="21145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3100" y="1885950"/>
            <a:ext cx="15659100" cy="563918"/>
            <a:chOff x="0" y="0"/>
            <a:chExt cx="20878800" cy="7518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43100" y="2514429"/>
            <a:ext cx="15616238" cy="851849"/>
            <a:chOff x="0" y="0"/>
            <a:chExt cx="20821650" cy="11357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821650" cy="1135799"/>
            </a:xfrm>
            <a:custGeom>
              <a:avLst/>
              <a:gdLst/>
              <a:ahLst/>
              <a:cxnLst/>
              <a:rect l="l" t="t" r="r" b="b"/>
              <a:pathLst>
                <a:path w="20821650" h="1135799">
                  <a:moveTo>
                    <a:pt x="0" y="0"/>
                  </a:moveTo>
                  <a:lnTo>
                    <a:pt x="20821650" y="0"/>
                  </a:lnTo>
                  <a:lnTo>
                    <a:pt x="20821650" y="1135799"/>
                  </a:lnTo>
                  <a:lnTo>
                    <a:pt x="0" y="11357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724" b="-3066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0821650" cy="12310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Các em đang là thành viên của nhóm xây dựng trang web </a:t>
              </a:r>
              <a:r>
                <a:rPr lang="en-US" sz="202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"Những bài ca đi cùng năm tháng"</a:t>
              </a: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. Sau khi hoàn thành trang web, nhóm muốn thu thập ý kiến ngườ truy cập để cải thiện nội dung và giao diện của trang web.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3893172"/>
            <a:ext cx="17145000" cy="3186112"/>
            <a:chOff x="0" y="0"/>
            <a:chExt cx="22860000" cy="42481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860000" cy="4248150"/>
            </a:xfrm>
            <a:custGeom>
              <a:avLst/>
              <a:gdLst/>
              <a:ahLst/>
              <a:cxnLst/>
              <a:rect l="l" t="t" r="r" b="b"/>
              <a:pathLst>
                <a:path w="22860000" h="4248150">
                  <a:moveTo>
                    <a:pt x="76200" y="0"/>
                  </a:moveTo>
                  <a:lnTo>
                    <a:pt x="22783800" y="0"/>
                  </a:lnTo>
                  <a:cubicBezTo>
                    <a:pt x="22825838" y="0"/>
                    <a:pt x="22860000" y="34163"/>
                    <a:pt x="22860000" y="76200"/>
                  </a:cubicBezTo>
                  <a:lnTo>
                    <a:pt x="22860000" y="4019550"/>
                  </a:lnTo>
                  <a:cubicBezTo>
                    <a:pt x="22860000" y="4145788"/>
                    <a:pt x="22757637" y="4248150"/>
                    <a:pt x="22631400" y="4248150"/>
                  </a:cubicBezTo>
                  <a:lnTo>
                    <a:pt x="228600" y="4248150"/>
                  </a:lnTo>
                  <a:cubicBezTo>
                    <a:pt x="102362" y="4248150"/>
                    <a:pt x="0" y="4145788"/>
                    <a:pt x="0" y="40195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3893172"/>
            <a:ext cx="17145000" cy="57150"/>
            <a:chOff x="0" y="0"/>
            <a:chExt cx="22860000" cy="76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860000" cy="76200"/>
            </a:xfrm>
            <a:custGeom>
              <a:avLst/>
              <a:gdLst/>
              <a:ahLst/>
              <a:cxnLst/>
              <a:rect l="l" t="t" r="r" b="b"/>
              <a:pathLst>
                <a:path w="22860000" h="76200">
                  <a:moveTo>
                    <a:pt x="76200" y="0"/>
                  </a:moveTo>
                  <a:lnTo>
                    <a:pt x="22783800" y="0"/>
                  </a:lnTo>
                  <a:cubicBezTo>
                    <a:pt x="22825838" y="0"/>
                    <a:pt x="22860000" y="34163"/>
                    <a:pt x="228600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00112" y="426445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285875" y="4207497"/>
            <a:ext cx="16316325" cy="563918"/>
            <a:chOff x="0" y="0"/>
            <a:chExt cx="21755100" cy="75189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nhiệm vụ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" y="4893107"/>
            <a:ext cx="16702088" cy="423224"/>
            <a:chOff x="0" y="0"/>
            <a:chExt cx="22269450" cy="56429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269450" cy="564299"/>
            </a:xfrm>
            <a:custGeom>
              <a:avLst/>
              <a:gdLst/>
              <a:ahLst/>
              <a:cxnLst/>
              <a:rect l="l" t="t" r="r" b="b"/>
              <a:pathLst>
                <a:path w="22269450" h="564299">
                  <a:moveTo>
                    <a:pt x="0" y="0"/>
                  </a:moveTo>
                  <a:lnTo>
                    <a:pt x="22269450" y="0"/>
                  </a:lnTo>
                  <a:lnTo>
                    <a:pt x="22269450" y="564299"/>
                  </a:lnTo>
                  <a:lnTo>
                    <a:pt x="0" y="564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0005" b="-7179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22269450" cy="659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Thiết kế nội dung một </a:t>
              </a:r>
              <a:r>
                <a:rPr lang="en-US" sz="202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khảo sát ngắn</a:t>
              </a: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nhằm thu thập ý kiến phản hồi của ngườ truy cập trang web.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7250" y="5539616"/>
            <a:ext cx="5372100" cy="1257300"/>
            <a:chOff x="0" y="0"/>
            <a:chExt cx="7162800" cy="167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162800" cy="1676400"/>
            </a:xfrm>
            <a:custGeom>
              <a:avLst/>
              <a:gdLst/>
              <a:ahLst/>
              <a:cxnLst/>
              <a:rect l="l" t="t" r="r" b="b"/>
              <a:pathLst>
                <a:path w="7162800" h="1676400">
                  <a:moveTo>
                    <a:pt x="152400" y="0"/>
                  </a:moveTo>
                  <a:lnTo>
                    <a:pt x="7010400" y="0"/>
                  </a:lnTo>
                  <a:cubicBezTo>
                    <a:pt x="7094601" y="0"/>
                    <a:pt x="7162800" y="68199"/>
                    <a:pt x="7162800" y="152400"/>
                  </a:cubicBezTo>
                  <a:lnTo>
                    <a:pt x="7162800" y="1524000"/>
                  </a:lnTo>
                  <a:cubicBezTo>
                    <a:pt x="7162800" y="1608201"/>
                    <a:pt x="7094601" y="1676400"/>
                    <a:pt x="7010400" y="1676400"/>
                  </a:cubicBezTo>
                  <a:lnTo>
                    <a:pt x="152400" y="1676400"/>
                  </a:lnTo>
                  <a:cubicBezTo>
                    <a:pt x="68199" y="1676400"/>
                    <a:pt x="0" y="1608201"/>
                    <a:pt x="0" y="1524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33"/>
          <p:cNvSpPr/>
          <p:nvPr/>
        </p:nvSpPr>
        <p:spPr>
          <a:xfrm>
            <a:off x="3393281" y="5768216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028700" y="6225416"/>
            <a:ext cx="5029200" cy="375056"/>
            <a:chOff x="0" y="0"/>
            <a:chExt cx="6705600" cy="50007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05600" cy="500075"/>
            </a:xfrm>
            <a:custGeom>
              <a:avLst/>
              <a:gdLst/>
              <a:ahLst/>
              <a:cxnLst/>
              <a:rect l="l" t="t" r="r" b="b"/>
              <a:pathLst>
                <a:path w="6705600" h="500075">
                  <a:moveTo>
                    <a:pt x="0" y="0"/>
                  </a:moveTo>
                  <a:lnTo>
                    <a:pt x="6705600" y="0"/>
                  </a:lnTo>
                  <a:lnTo>
                    <a:pt x="67056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65" b="-2069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67056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Có tiêu đề rõ ràng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57950" y="5539616"/>
            <a:ext cx="5372100" cy="1257300"/>
            <a:chOff x="0" y="0"/>
            <a:chExt cx="7162800" cy="167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162800" cy="1676400"/>
            </a:xfrm>
            <a:custGeom>
              <a:avLst/>
              <a:gdLst/>
              <a:ahLst/>
              <a:cxnLst/>
              <a:rect l="l" t="t" r="r" b="b"/>
              <a:pathLst>
                <a:path w="7162800" h="1676400">
                  <a:moveTo>
                    <a:pt x="152400" y="0"/>
                  </a:moveTo>
                  <a:lnTo>
                    <a:pt x="7010400" y="0"/>
                  </a:lnTo>
                  <a:cubicBezTo>
                    <a:pt x="7094601" y="0"/>
                    <a:pt x="7162800" y="68199"/>
                    <a:pt x="7162800" y="152400"/>
                  </a:cubicBezTo>
                  <a:lnTo>
                    <a:pt x="7162800" y="1524000"/>
                  </a:lnTo>
                  <a:cubicBezTo>
                    <a:pt x="7162800" y="1608201"/>
                    <a:pt x="7094601" y="1676400"/>
                    <a:pt x="7010400" y="1676400"/>
                  </a:cubicBezTo>
                  <a:lnTo>
                    <a:pt x="152400" y="1676400"/>
                  </a:lnTo>
                  <a:cubicBezTo>
                    <a:pt x="68199" y="1676400"/>
                    <a:pt x="0" y="1608201"/>
                    <a:pt x="0" y="1524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8972550" y="576821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6629400" y="6225416"/>
            <a:ext cx="5029200" cy="375056"/>
            <a:chOff x="0" y="0"/>
            <a:chExt cx="6705600" cy="5000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05600" cy="500075"/>
            </a:xfrm>
            <a:custGeom>
              <a:avLst/>
              <a:gdLst/>
              <a:ahLst/>
              <a:cxnLst/>
              <a:rect l="l" t="t" r="r" b="b"/>
              <a:pathLst>
                <a:path w="6705600" h="500075">
                  <a:moveTo>
                    <a:pt x="0" y="0"/>
                  </a:moveTo>
                  <a:lnTo>
                    <a:pt x="6705600" y="0"/>
                  </a:lnTo>
                  <a:lnTo>
                    <a:pt x="67056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65" b="-2069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67056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Có từ 2-3 câu hỏi khảo sát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058650" y="5539616"/>
            <a:ext cx="5372100" cy="1257300"/>
            <a:chOff x="0" y="0"/>
            <a:chExt cx="7162800" cy="1676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162800" cy="1676400"/>
            </a:xfrm>
            <a:custGeom>
              <a:avLst/>
              <a:gdLst/>
              <a:ahLst/>
              <a:cxnLst/>
              <a:rect l="l" t="t" r="r" b="b"/>
              <a:pathLst>
                <a:path w="7162800" h="1676400">
                  <a:moveTo>
                    <a:pt x="152400" y="0"/>
                  </a:moveTo>
                  <a:lnTo>
                    <a:pt x="7010400" y="0"/>
                  </a:lnTo>
                  <a:cubicBezTo>
                    <a:pt x="7094601" y="0"/>
                    <a:pt x="7162800" y="68199"/>
                    <a:pt x="7162800" y="152400"/>
                  </a:cubicBezTo>
                  <a:lnTo>
                    <a:pt x="7162800" y="1524000"/>
                  </a:lnTo>
                  <a:cubicBezTo>
                    <a:pt x="7162800" y="1608201"/>
                    <a:pt x="7094601" y="1676400"/>
                    <a:pt x="7010400" y="1676400"/>
                  </a:cubicBezTo>
                  <a:lnTo>
                    <a:pt x="152400" y="1676400"/>
                  </a:lnTo>
                  <a:cubicBezTo>
                    <a:pt x="68199" y="1676400"/>
                    <a:pt x="0" y="1608201"/>
                    <a:pt x="0" y="1524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Freeform 45"/>
          <p:cNvSpPr/>
          <p:nvPr/>
        </p:nvSpPr>
        <p:spPr>
          <a:xfrm>
            <a:off x="14616112" y="5768216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12230100" y="6225416"/>
            <a:ext cx="5029200" cy="375056"/>
            <a:chOff x="0" y="0"/>
            <a:chExt cx="6705600" cy="50007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05600" cy="500075"/>
            </a:xfrm>
            <a:custGeom>
              <a:avLst/>
              <a:gdLst/>
              <a:ahLst/>
              <a:cxnLst/>
              <a:rect l="l" t="t" r="r" b="b"/>
              <a:pathLst>
                <a:path w="6705600" h="500075">
                  <a:moveTo>
                    <a:pt x="0" y="0"/>
                  </a:moveTo>
                  <a:lnTo>
                    <a:pt x="6705600" y="0"/>
                  </a:lnTo>
                  <a:lnTo>
                    <a:pt x="67056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65" b="-2069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67056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Phù hợp để thu thập ý kiến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0075" y="7311266"/>
            <a:ext cx="17116425" cy="800100"/>
            <a:chOff x="0" y="0"/>
            <a:chExt cx="22821900" cy="1066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821900" cy="1066800"/>
            </a:xfrm>
            <a:custGeom>
              <a:avLst/>
              <a:gdLst/>
              <a:ahLst/>
              <a:cxnLst/>
              <a:rect l="l" t="t" r="r" b="b"/>
              <a:pathLst>
                <a:path w="22821900" h="10668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0075" y="7311266"/>
            <a:ext cx="57150" cy="800100"/>
            <a:chOff x="0" y="0"/>
            <a:chExt cx="76200" cy="1066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Freeform 53"/>
          <p:cNvSpPr/>
          <p:nvPr/>
        </p:nvSpPr>
        <p:spPr>
          <a:xfrm>
            <a:off x="900112" y="753986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4" name="Group 54"/>
          <p:cNvGrpSpPr/>
          <p:nvPr/>
        </p:nvGrpSpPr>
        <p:grpSpPr>
          <a:xfrm>
            <a:off x="1457325" y="7539866"/>
            <a:ext cx="13230225" cy="375056"/>
            <a:chOff x="0" y="0"/>
            <a:chExt cx="17640300" cy="5000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640300" cy="500075"/>
            </a:xfrm>
            <a:custGeom>
              <a:avLst/>
              <a:gdLst/>
              <a:ahLst/>
              <a:cxnLst/>
              <a:rect l="l" t="t" r="r" b="b"/>
              <a:pathLst>
                <a:path w="17640300" h="500075">
                  <a:moveTo>
                    <a:pt x="0" y="0"/>
                  </a:moveTo>
                  <a:lnTo>
                    <a:pt x="17640300" y="0"/>
                  </a:lnTo>
                  <a:lnTo>
                    <a:pt x="17640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1627" b="-6330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66675"/>
              <a:ext cx="17640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tiêu: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Vận dụng kiến thức đã học để thiết kế biểu mẫu khảo sát phục vụ việc thu thập ý kiến ngườ dùng đối với trang web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nhiệm vụ nhóm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28775"/>
            <a:ext cx="5529262" cy="2571750"/>
            <a:chOff x="0" y="0"/>
            <a:chExt cx="7372350" cy="342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72350" cy="3429000"/>
            </a:xfrm>
            <a:custGeom>
              <a:avLst/>
              <a:gdLst/>
              <a:ahLst/>
              <a:cxnLst/>
              <a:rect l="l" t="t" r="r" b="b"/>
              <a:pathLst>
                <a:path w="7372350" h="34290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200400"/>
                  </a:lnTo>
                  <a:cubicBezTo>
                    <a:pt x="7372350" y="3326638"/>
                    <a:pt x="7269988" y="3429000"/>
                    <a:pt x="7143750" y="3429000"/>
                  </a:cubicBezTo>
                  <a:lnTo>
                    <a:pt x="228600" y="3429000"/>
                  </a:lnTo>
                  <a:cubicBezTo>
                    <a:pt x="102362" y="3429000"/>
                    <a:pt x="0" y="3326638"/>
                    <a:pt x="0" y="3200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628775"/>
            <a:ext cx="5529262" cy="57150"/>
            <a:chOff x="0" y="0"/>
            <a:chExt cx="737235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76436" y="1943100"/>
            <a:ext cx="914400" cy="914400"/>
            <a:chOff x="0" y="0"/>
            <a:chExt cx="121920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069307" y="2185988"/>
            <a:ext cx="535781" cy="428625"/>
          </a:xfrm>
          <a:custGeom>
            <a:avLst/>
            <a:gdLst/>
            <a:ahLst/>
            <a:cxnLst/>
            <a:rect l="l" t="t" r="r" b="b"/>
            <a:pathLst>
              <a:path w="535781" h="428625">
                <a:moveTo>
                  <a:pt x="0" y="0"/>
                </a:moveTo>
                <a:lnTo>
                  <a:pt x="535782" y="0"/>
                </a:lnTo>
                <a:lnTo>
                  <a:pt x="535782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85812" y="3028950"/>
            <a:ext cx="5100638" cy="472154"/>
            <a:chOff x="0" y="0"/>
            <a:chExt cx="6800850" cy="6295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00850" cy="629539"/>
            </a:xfrm>
            <a:custGeom>
              <a:avLst/>
              <a:gdLst/>
              <a:ahLst/>
              <a:cxnLst/>
              <a:rect l="l" t="t" r="r" b="b"/>
              <a:pathLst>
                <a:path w="6800850" h="629539">
                  <a:moveTo>
                    <a:pt x="0" y="0"/>
                  </a:moveTo>
                  <a:lnTo>
                    <a:pt x="6800850" y="0"/>
                  </a:lnTo>
                  <a:lnTo>
                    <a:pt x="68008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130" b="-1528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68008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Hình thức làm việc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0100" y="3543300"/>
            <a:ext cx="5072062" cy="376199"/>
            <a:chOff x="0" y="0"/>
            <a:chExt cx="6762750" cy="501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62750" cy="501599"/>
            </a:xfrm>
            <a:custGeom>
              <a:avLst/>
              <a:gdLst/>
              <a:ahLst/>
              <a:cxnLst/>
              <a:rect l="l" t="t" r="r" b="b"/>
              <a:pathLst>
                <a:path w="6762750" h="501599">
                  <a:moveTo>
                    <a:pt x="0" y="0"/>
                  </a:moveTo>
                  <a:lnTo>
                    <a:pt x="6762750" y="0"/>
                  </a:lnTo>
                  <a:lnTo>
                    <a:pt x="676275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332" b="-2120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676275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Theo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nhóm nhỏ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(3-4 học sinh)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1693" y="1628775"/>
            <a:ext cx="5529262" cy="2571750"/>
            <a:chOff x="0" y="0"/>
            <a:chExt cx="7372350" cy="3429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72350" cy="3429000"/>
            </a:xfrm>
            <a:custGeom>
              <a:avLst/>
              <a:gdLst/>
              <a:ahLst/>
              <a:cxnLst/>
              <a:rect l="l" t="t" r="r" b="b"/>
              <a:pathLst>
                <a:path w="7372350" h="34290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200400"/>
                  </a:lnTo>
                  <a:cubicBezTo>
                    <a:pt x="7372350" y="3326638"/>
                    <a:pt x="7269988" y="3429000"/>
                    <a:pt x="7143750" y="3429000"/>
                  </a:cubicBezTo>
                  <a:lnTo>
                    <a:pt x="228600" y="3429000"/>
                  </a:lnTo>
                  <a:cubicBezTo>
                    <a:pt x="102362" y="3429000"/>
                    <a:pt x="0" y="3326638"/>
                    <a:pt x="0" y="3200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81693" y="1628775"/>
            <a:ext cx="5529262" cy="57150"/>
            <a:chOff x="0" y="0"/>
            <a:chExt cx="7372350" cy="76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86619" y="194310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8933078" y="21859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6596005" y="3028950"/>
            <a:ext cx="5100638" cy="472154"/>
            <a:chOff x="0" y="0"/>
            <a:chExt cx="6800850" cy="6295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00850" cy="629539"/>
            </a:xfrm>
            <a:custGeom>
              <a:avLst/>
              <a:gdLst/>
              <a:ahLst/>
              <a:cxnLst/>
              <a:rect l="l" t="t" r="r" b="b"/>
              <a:pathLst>
                <a:path w="6800850" h="629539">
                  <a:moveTo>
                    <a:pt x="0" y="0"/>
                  </a:moveTo>
                  <a:lnTo>
                    <a:pt x="6800850" y="0"/>
                  </a:lnTo>
                  <a:lnTo>
                    <a:pt x="68008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130" b="-1528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68008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Nhiệm vụ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10293" y="3543300"/>
            <a:ext cx="5072062" cy="376199"/>
            <a:chOff x="0" y="0"/>
            <a:chExt cx="6762750" cy="5015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762750" cy="501599"/>
            </a:xfrm>
            <a:custGeom>
              <a:avLst/>
              <a:gdLst/>
              <a:ahLst/>
              <a:cxnLst/>
              <a:rect l="l" t="t" r="r" b="b"/>
              <a:pathLst>
                <a:path w="6762750" h="501599">
                  <a:moveTo>
                    <a:pt x="0" y="0"/>
                  </a:moveTo>
                  <a:lnTo>
                    <a:pt x="6762750" y="0"/>
                  </a:lnTo>
                  <a:lnTo>
                    <a:pt x="676275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332" b="-2120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676275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Thiết kế nội dung một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khảo sát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91886" y="1628775"/>
            <a:ext cx="5529262" cy="2571750"/>
            <a:chOff x="0" y="0"/>
            <a:chExt cx="7372350" cy="3429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72350" cy="3429000"/>
            </a:xfrm>
            <a:custGeom>
              <a:avLst/>
              <a:gdLst/>
              <a:ahLst/>
              <a:cxnLst/>
              <a:rect l="l" t="t" r="r" b="b"/>
              <a:pathLst>
                <a:path w="7372350" h="34290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200400"/>
                  </a:lnTo>
                  <a:cubicBezTo>
                    <a:pt x="7372350" y="3326638"/>
                    <a:pt x="7269988" y="3429000"/>
                    <a:pt x="7143750" y="3429000"/>
                  </a:cubicBezTo>
                  <a:lnTo>
                    <a:pt x="228600" y="3429000"/>
                  </a:lnTo>
                  <a:cubicBezTo>
                    <a:pt x="102362" y="3429000"/>
                    <a:pt x="0" y="3326638"/>
                    <a:pt x="0" y="3200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191886" y="1628775"/>
            <a:ext cx="5529262" cy="57150"/>
            <a:chOff x="0" y="0"/>
            <a:chExt cx="7372350" cy="76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72350" cy="76200"/>
            </a:xfrm>
            <a:custGeom>
              <a:avLst/>
              <a:gdLst/>
              <a:ahLst/>
              <a:cxnLst/>
              <a:rect l="l" t="t" r="r" b="b"/>
              <a:pathLst>
                <a:path w="7372350" h="7620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496993" y="1943100"/>
            <a:ext cx="914400" cy="914400"/>
            <a:chOff x="0" y="0"/>
            <a:chExt cx="121920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14797030" y="2185988"/>
            <a:ext cx="321469" cy="428625"/>
          </a:xfrm>
          <a:custGeom>
            <a:avLst/>
            <a:gdLst/>
            <a:ahLst/>
            <a:cxnLst/>
            <a:rect l="l" t="t" r="r" b="b"/>
            <a:pathLst>
              <a:path w="321469" h="428625">
                <a:moveTo>
                  <a:pt x="0" y="0"/>
                </a:moveTo>
                <a:lnTo>
                  <a:pt x="321469" y="0"/>
                </a:lnTo>
                <a:lnTo>
                  <a:pt x="321469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2406198" y="3028950"/>
            <a:ext cx="5100638" cy="472154"/>
            <a:chOff x="0" y="0"/>
            <a:chExt cx="6800850" cy="6295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00850" cy="629539"/>
            </a:xfrm>
            <a:custGeom>
              <a:avLst/>
              <a:gdLst/>
              <a:ahLst/>
              <a:cxnLst/>
              <a:rect l="l" t="t" r="r" b="b"/>
              <a:pathLst>
                <a:path w="6800850" h="629539">
                  <a:moveTo>
                    <a:pt x="0" y="0"/>
                  </a:moveTo>
                  <a:lnTo>
                    <a:pt x="6800850" y="0"/>
                  </a:lnTo>
                  <a:lnTo>
                    <a:pt x="68008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130" b="-1528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68008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biểu mẫu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20486" y="3543300"/>
            <a:ext cx="5072062" cy="376199"/>
            <a:chOff x="0" y="0"/>
            <a:chExt cx="6762750" cy="50159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762750" cy="501599"/>
            </a:xfrm>
            <a:custGeom>
              <a:avLst/>
              <a:gdLst/>
              <a:ahLst/>
              <a:cxnLst/>
              <a:rect l="l" t="t" r="r" b="b"/>
              <a:pathLst>
                <a:path w="6762750" h="501599">
                  <a:moveTo>
                    <a:pt x="0" y="0"/>
                  </a:moveTo>
                  <a:lnTo>
                    <a:pt x="6762750" y="0"/>
                  </a:lnTo>
                  <a:lnTo>
                    <a:pt x="676275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332" b="-2120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676275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tiêu đề, 2-3 câu hỏi phù hợp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429125"/>
            <a:ext cx="17145000" cy="2857500"/>
            <a:chOff x="0" y="0"/>
            <a:chExt cx="22860000" cy="3810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860000" cy="3810000"/>
            </a:xfrm>
            <a:custGeom>
              <a:avLst/>
              <a:gdLst/>
              <a:ahLst/>
              <a:cxnLst/>
              <a:rect l="l" t="t" r="r" b="b"/>
              <a:pathLst>
                <a:path w="22860000" h="381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3581400"/>
                  </a:lnTo>
                  <a:cubicBezTo>
                    <a:pt x="22860000" y="3707511"/>
                    <a:pt x="22757512" y="3810000"/>
                    <a:pt x="22631400" y="3810000"/>
                  </a:cubicBezTo>
                  <a:lnTo>
                    <a:pt x="228600" y="3810000"/>
                  </a:lnTo>
                  <a:cubicBezTo>
                    <a:pt x="102489" y="3810000"/>
                    <a:pt x="0" y="3707511"/>
                    <a:pt x="0" y="3581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48"/>
          <p:cNvSpPr/>
          <p:nvPr/>
        </p:nvSpPr>
        <p:spPr>
          <a:xfrm>
            <a:off x="900112" y="477185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>
            <a:off x="1285875" y="4714875"/>
            <a:ext cx="16316325" cy="563918"/>
            <a:chOff x="0" y="0"/>
            <a:chExt cx="21755100" cy="75189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Quy trình thực hiện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443162" y="5400504"/>
            <a:ext cx="800100" cy="800100"/>
            <a:chOff x="0" y="0"/>
            <a:chExt cx="1066800" cy="1066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715520" y="5600529"/>
            <a:ext cx="257175" cy="472154"/>
            <a:chOff x="0" y="0"/>
            <a:chExt cx="342900" cy="62953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2900" cy="629539"/>
            </a:xfrm>
            <a:custGeom>
              <a:avLst/>
              <a:gdLst/>
              <a:ahLst/>
              <a:cxnLst/>
              <a:rect l="l" t="t" r="r" b="b"/>
              <a:pathLst>
                <a:path w="342900" h="629539">
                  <a:moveTo>
                    <a:pt x="0" y="0"/>
                  </a:moveTo>
                  <a:lnTo>
                    <a:pt x="342900" y="0"/>
                  </a:lnTo>
                  <a:lnTo>
                    <a:pt x="3429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583" r="-149583" b="15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3429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0100" y="6314904"/>
            <a:ext cx="4086225" cy="375056"/>
            <a:chOff x="0" y="0"/>
            <a:chExt cx="5448300" cy="50007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448300" cy="500075"/>
            </a:xfrm>
            <a:custGeom>
              <a:avLst/>
              <a:gdLst/>
              <a:ahLst/>
              <a:cxnLst/>
              <a:rect l="l" t="t" r="r" b="b"/>
              <a:pathLst>
                <a:path w="5448300" h="500075">
                  <a:moveTo>
                    <a:pt x="0" y="0"/>
                  </a:moveTo>
                  <a:lnTo>
                    <a:pt x="5448300" y="0"/>
                  </a:lnTo>
                  <a:lnTo>
                    <a:pt x="5448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75" b="-1580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66675"/>
              <a:ext cx="5448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Thảo luận nhóm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07244" y="6714954"/>
            <a:ext cx="4071938" cy="329555"/>
            <a:chOff x="0" y="0"/>
            <a:chExt cx="5429250" cy="43940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429250" cy="439407"/>
            </a:xfrm>
            <a:custGeom>
              <a:avLst/>
              <a:gdLst/>
              <a:ahLst/>
              <a:cxnLst/>
              <a:rect l="l" t="t" r="r" b="b"/>
              <a:pathLst>
                <a:path w="5429250" h="439407">
                  <a:moveTo>
                    <a:pt x="0" y="0"/>
                  </a:moveTo>
                  <a:lnTo>
                    <a:pt x="5429250" y="0"/>
                  </a:lnTo>
                  <a:lnTo>
                    <a:pt x="54292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400" b="-1841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54292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Thảo luận để xây dựng nội dung biểu mẫu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643688" y="5400504"/>
            <a:ext cx="800100" cy="800100"/>
            <a:chOff x="0" y="0"/>
            <a:chExt cx="1066800" cy="1066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891938" y="5600529"/>
            <a:ext cx="300038" cy="472154"/>
            <a:chOff x="0" y="0"/>
            <a:chExt cx="400050" cy="62953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00050" cy="629539"/>
            </a:xfrm>
            <a:custGeom>
              <a:avLst/>
              <a:gdLst/>
              <a:ahLst/>
              <a:cxnLst/>
              <a:rect l="l" t="t" r="r" b="b"/>
              <a:pathLst>
                <a:path w="400050" h="629539">
                  <a:moveTo>
                    <a:pt x="0" y="0"/>
                  </a:moveTo>
                  <a:lnTo>
                    <a:pt x="400050" y="0"/>
                  </a:lnTo>
                  <a:lnTo>
                    <a:pt x="400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 b="15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40005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000625" y="6314904"/>
            <a:ext cx="4086225" cy="375056"/>
            <a:chOff x="0" y="0"/>
            <a:chExt cx="5448300" cy="50007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448300" cy="500075"/>
            </a:xfrm>
            <a:custGeom>
              <a:avLst/>
              <a:gdLst/>
              <a:ahLst/>
              <a:cxnLst/>
              <a:rect l="l" t="t" r="r" b="b"/>
              <a:pathLst>
                <a:path w="5448300" h="500075">
                  <a:moveTo>
                    <a:pt x="0" y="0"/>
                  </a:moveTo>
                  <a:lnTo>
                    <a:pt x="5448300" y="0"/>
                  </a:lnTo>
                  <a:lnTo>
                    <a:pt x="5448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75" b="-1580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66675"/>
              <a:ext cx="5448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Thiết kế tiêu đề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007769" y="6714954"/>
            <a:ext cx="4071938" cy="329555"/>
            <a:chOff x="0" y="0"/>
            <a:chExt cx="5429250" cy="43940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429250" cy="439407"/>
            </a:xfrm>
            <a:custGeom>
              <a:avLst/>
              <a:gdLst/>
              <a:ahLst/>
              <a:cxnLst/>
              <a:rect l="l" t="t" r="r" b="b"/>
              <a:pathLst>
                <a:path w="5429250" h="439407">
                  <a:moveTo>
                    <a:pt x="0" y="0"/>
                  </a:moveTo>
                  <a:lnTo>
                    <a:pt x="5429250" y="0"/>
                  </a:lnTo>
                  <a:lnTo>
                    <a:pt x="54292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400" b="-1841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4292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Tạo tiêu đề biểu mẫu phù hợp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844212" y="5400504"/>
            <a:ext cx="800100" cy="800100"/>
            <a:chOff x="0" y="0"/>
            <a:chExt cx="1066800" cy="1066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088710" y="5600529"/>
            <a:ext cx="314325" cy="472154"/>
            <a:chOff x="0" y="0"/>
            <a:chExt cx="419100" cy="62953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19100" cy="629539"/>
            </a:xfrm>
            <a:custGeom>
              <a:avLst/>
              <a:gdLst/>
              <a:ahLst/>
              <a:cxnLst/>
              <a:rect l="l" t="t" r="r" b="b"/>
              <a:pathLst>
                <a:path w="419100" h="629539">
                  <a:moveTo>
                    <a:pt x="0" y="0"/>
                  </a:moveTo>
                  <a:lnTo>
                    <a:pt x="419100" y="0"/>
                  </a:lnTo>
                  <a:lnTo>
                    <a:pt x="419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r="-113295" b="15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57150"/>
              <a:ext cx="419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201150" y="6314904"/>
            <a:ext cx="4086225" cy="375056"/>
            <a:chOff x="0" y="0"/>
            <a:chExt cx="5448300" cy="500075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448300" cy="500075"/>
            </a:xfrm>
            <a:custGeom>
              <a:avLst/>
              <a:gdLst/>
              <a:ahLst/>
              <a:cxnLst/>
              <a:rect l="l" t="t" r="r" b="b"/>
              <a:pathLst>
                <a:path w="5448300" h="500075">
                  <a:moveTo>
                    <a:pt x="0" y="0"/>
                  </a:moveTo>
                  <a:lnTo>
                    <a:pt x="5448300" y="0"/>
                  </a:lnTo>
                  <a:lnTo>
                    <a:pt x="5448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75" b="-1580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5448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Xây dựng câu hỏi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208294" y="6714954"/>
            <a:ext cx="4071938" cy="329555"/>
            <a:chOff x="0" y="0"/>
            <a:chExt cx="5429250" cy="439407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429250" cy="439407"/>
            </a:xfrm>
            <a:custGeom>
              <a:avLst/>
              <a:gdLst/>
              <a:ahLst/>
              <a:cxnLst/>
              <a:rect l="l" t="t" r="r" b="b"/>
              <a:pathLst>
                <a:path w="5429250" h="439407">
                  <a:moveTo>
                    <a:pt x="0" y="0"/>
                  </a:moveTo>
                  <a:lnTo>
                    <a:pt x="5429250" y="0"/>
                  </a:lnTo>
                  <a:lnTo>
                    <a:pt x="54292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400" b="-1841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54292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Tạo 2-3 câu hỏi khảo sát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044738" y="5400504"/>
            <a:ext cx="800100" cy="800100"/>
            <a:chOff x="0" y="0"/>
            <a:chExt cx="1066800" cy="1066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5289587" y="5600529"/>
            <a:ext cx="314325" cy="472154"/>
            <a:chOff x="0" y="0"/>
            <a:chExt cx="419100" cy="629539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19100" cy="629539"/>
            </a:xfrm>
            <a:custGeom>
              <a:avLst/>
              <a:gdLst/>
              <a:ahLst/>
              <a:cxnLst/>
              <a:rect l="l" t="t" r="r" b="b"/>
              <a:pathLst>
                <a:path w="419100" h="629539">
                  <a:moveTo>
                    <a:pt x="0" y="0"/>
                  </a:moveTo>
                  <a:lnTo>
                    <a:pt x="419100" y="0"/>
                  </a:lnTo>
                  <a:lnTo>
                    <a:pt x="419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r="-113295" b="152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57150"/>
              <a:ext cx="4191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2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401675" y="6314904"/>
            <a:ext cx="4086225" cy="375056"/>
            <a:chOff x="0" y="0"/>
            <a:chExt cx="5448300" cy="50007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448300" cy="500075"/>
            </a:xfrm>
            <a:custGeom>
              <a:avLst/>
              <a:gdLst/>
              <a:ahLst/>
              <a:cxnLst/>
              <a:rect l="l" t="t" r="r" b="b"/>
              <a:pathLst>
                <a:path w="5448300" h="500075">
                  <a:moveTo>
                    <a:pt x="0" y="0"/>
                  </a:moveTo>
                  <a:lnTo>
                    <a:pt x="5448300" y="0"/>
                  </a:lnTo>
                  <a:lnTo>
                    <a:pt x="54483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75" b="-1580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66675"/>
              <a:ext cx="54483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Ghi chép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3408819" y="6714954"/>
            <a:ext cx="4071938" cy="329555"/>
            <a:chOff x="0" y="0"/>
            <a:chExt cx="5429250" cy="439407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429250" cy="439407"/>
            </a:xfrm>
            <a:custGeom>
              <a:avLst/>
              <a:gdLst/>
              <a:ahLst/>
              <a:cxnLst/>
              <a:rect l="l" t="t" r="r" b="b"/>
              <a:pathLst>
                <a:path w="5429250" h="439407">
                  <a:moveTo>
                    <a:pt x="0" y="0"/>
                  </a:moveTo>
                  <a:lnTo>
                    <a:pt x="5429250" y="0"/>
                  </a:lnTo>
                  <a:lnTo>
                    <a:pt x="5429250" y="439407"/>
                  </a:lnTo>
                  <a:lnTo>
                    <a:pt x="0" y="439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400" b="-1841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5429250" cy="477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Ghi lại tiêu đề và câu hỏi vào phiếu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00075" y="7515054"/>
            <a:ext cx="17116425" cy="800100"/>
            <a:chOff x="0" y="0"/>
            <a:chExt cx="22821900" cy="1066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2821900" cy="1066800"/>
            </a:xfrm>
            <a:custGeom>
              <a:avLst/>
              <a:gdLst/>
              <a:ahLst/>
              <a:cxnLst/>
              <a:rect l="l" t="t" r="r" b="b"/>
              <a:pathLst>
                <a:path w="22821900" h="10668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00075" y="7515054"/>
            <a:ext cx="57150" cy="800100"/>
            <a:chOff x="0" y="0"/>
            <a:chExt cx="76200" cy="1066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00112" y="7743654"/>
            <a:ext cx="342900" cy="342900"/>
            <a:chOff x="0" y="0"/>
            <a:chExt cx="457200" cy="4572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  <a:moveTo>
                    <a:pt x="207137" y="107188"/>
                  </a:moveTo>
                  <a:lnTo>
                    <a:pt x="207137" y="228600"/>
                  </a:lnTo>
                  <a:cubicBezTo>
                    <a:pt x="207137" y="235712"/>
                    <a:pt x="210693" y="242443"/>
                    <a:pt x="216662" y="246507"/>
                  </a:cubicBezTo>
                  <a:lnTo>
                    <a:pt x="302387" y="303657"/>
                  </a:lnTo>
                  <a:cubicBezTo>
                    <a:pt x="312166" y="310261"/>
                    <a:pt x="325501" y="307594"/>
                    <a:pt x="332105" y="297688"/>
                  </a:cubicBezTo>
                  <a:cubicBezTo>
                    <a:pt x="338709" y="287782"/>
                    <a:pt x="336042" y="274574"/>
                    <a:pt x="326136" y="267970"/>
                  </a:cubicBezTo>
                  <a:lnTo>
                    <a:pt x="249936" y="217297"/>
                  </a:lnTo>
                  <a:lnTo>
                    <a:pt x="249936" y="107188"/>
                  </a:lnTo>
                  <a:cubicBezTo>
                    <a:pt x="249936" y="95250"/>
                    <a:pt x="240411" y="85725"/>
                    <a:pt x="228473" y="85725"/>
                  </a:cubicBezTo>
                  <a:cubicBezTo>
                    <a:pt x="216535" y="85725"/>
                    <a:pt x="207010" y="95250"/>
                    <a:pt x="207010" y="107188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457325" y="7743654"/>
            <a:ext cx="5386388" cy="375056"/>
            <a:chOff x="0" y="0"/>
            <a:chExt cx="7181850" cy="50007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7181850" cy="500075"/>
            </a:xfrm>
            <a:custGeom>
              <a:avLst/>
              <a:gdLst/>
              <a:ahLst/>
              <a:cxnLst/>
              <a:rect l="l" t="t" r="r" b="b"/>
              <a:pathLst>
                <a:path w="7181850" h="500075">
                  <a:moveTo>
                    <a:pt x="0" y="0"/>
                  </a:moveTo>
                  <a:lnTo>
                    <a:pt x="7181850" y="0"/>
                  </a:lnTo>
                  <a:lnTo>
                    <a:pt x="7181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4122" b="-22554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66675"/>
              <a:ext cx="7181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Thờ gian: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5 phút để thảo luận và thiết kế biểu mẫu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 câu hỏi khảo sát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2000250"/>
            <a:chOff x="0" y="0"/>
            <a:chExt cx="22821900" cy="266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2667000"/>
            </a:xfrm>
            <a:custGeom>
              <a:avLst/>
              <a:gdLst/>
              <a:ahLst/>
              <a:cxnLst/>
              <a:rect l="l" t="t" r="r" b="b"/>
              <a:pathLst>
                <a:path w="22821900" h="26670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2000250"/>
            <a:chOff x="0" y="0"/>
            <a:chExt cx="76200" cy="2667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64431" y="21145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3100" y="1885950"/>
            <a:ext cx="15659100" cy="563918"/>
            <a:chOff x="0" y="0"/>
            <a:chExt cx="20878800" cy="7518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Tiêu đề biểu mẫu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71675" y="2457279"/>
            <a:ext cx="15459075" cy="857250"/>
            <a:chOff x="0" y="0"/>
            <a:chExt cx="20612100" cy="1143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612100" cy="1143000"/>
            </a:xfrm>
            <a:custGeom>
              <a:avLst/>
              <a:gdLst/>
              <a:ahLst/>
              <a:cxnLst/>
              <a:rect l="l" t="t" r="r" b="b"/>
              <a:pathLst>
                <a:path w="20612100" h="1143000">
                  <a:moveTo>
                    <a:pt x="76200" y="0"/>
                  </a:moveTo>
                  <a:lnTo>
                    <a:pt x="20459700" y="0"/>
                  </a:lnTo>
                  <a:cubicBezTo>
                    <a:pt x="20543901" y="0"/>
                    <a:pt x="20612100" y="68199"/>
                    <a:pt x="20612100" y="152400"/>
                  </a:cubicBezTo>
                  <a:lnTo>
                    <a:pt x="20612100" y="990600"/>
                  </a:lnTo>
                  <a:cubicBezTo>
                    <a:pt x="20612100" y="1074801"/>
                    <a:pt x="20543901" y="1143000"/>
                    <a:pt x="20459700" y="1143000"/>
                  </a:cubicBezTo>
                  <a:lnTo>
                    <a:pt x="76200" y="1143000"/>
                  </a:lnTo>
                  <a:cubicBezTo>
                    <a:pt x="34163" y="1143000"/>
                    <a:pt x="0" y="1108837"/>
                    <a:pt x="0" y="106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71675" y="2457279"/>
            <a:ext cx="57150" cy="857250"/>
            <a:chOff x="0" y="0"/>
            <a:chExt cx="76200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6200" cy="1143000"/>
            </a:xfrm>
            <a:custGeom>
              <a:avLst/>
              <a:gdLst/>
              <a:ahLst/>
              <a:cxnLst/>
              <a:rect l="l" t="t" r="r" b="b"/>
              <a:pathLst>
                <a:path w="76200" h="1143000">
                  <a:moveTo>
                    <a:pt x="76200" y="0"/>
                  </a:moveTo>
                  <a:lnTo>
                    <a:pt x="76200" y="1143000"/>
                  </a:lnTo>
                  <a:cubicBezTo>
                    <a:pt x="34163" y="1143000"/>
                    <a:pt x="0" y="1108837"/>
                    <a:pt x="0" y="106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97405" y="2457450"/>
            <a:ext cx="15573375" cy="857250"/>
            <a:chOff x="0" y="0"/>
            <a:chExt cx="20764500" cy="1143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764500" cy="1143000"/>
            </a:xfrm>
            <a:custGeom>
              <a:avLst/>
              <a:gdLst/>
              <a:ahLst/>
              <a:cxnLst/>
              <a:rect l="l" t="t" r="r" b="b"/>
              <a:pathLst>
                <a:path w="20764500" h="1143000">
                  <a:moveTo>
                    <a:pt x="0" y="0"/>
                  </a:moveTo>
                  <a:lnTo>
                    <a:pt x="20764500" y="0"/>
                  </a:lnTo>
                  <a:lnTo>
                    <a:pt x="207645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3978" b="-3039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0764500" cy="1200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Ý kiến phản hồi về trang web "Những bài ca đi cùng năm tháng"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828879"/>
            <a:ext cx="17145000" cy="3771900"/>
            <a:chOff x="0" y="0"/>
            <a:chExt cx="22860000" cy="502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860000" cy="5029200"/>
            </a:xfrm>
            <a:custGeom>
              <a:avLst/>
              <a:gdLst/>
              <a:ahLst/>
              <a:cxnLst/>
              <a:rect l="l" t="t" r="r" b="b"/>
              <a:pathLst>
                <a:path w="22860000" h="50292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362"/>
                    <a:pt x="22860000" y="228600"/>
                  </a:cubicBezTo>
                  <a:lnTo>
                    <a:pt x="22860000" y="4800600"/>
                  </a:lnTo>
                  <a:cubicBezTo>
                    <a:pt x="22860000" y="4926838"/>
                    <a:pt x="22757637" y="5029200"/>
                    <a:pt x="22631400" y="5029200"/>
                  </a:cubicBezTo>
                  <a:lnTo>
                    <a:pt x="228600" y="5029200"/>
                  </a:lnTo>
                  <a:cubicBezTo>
                    <a:pt x="102489" y="5029200"/>
                    <a:pt x="0" y="4926838"/>
                    <a:pt x="0" y="48006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900112" y="417158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285875" y="4114629"/>
            <a:ext cx="16316325" cy="563918"/>
            <a:chOff x="0" y="0"/>
            <a:chExt cx="21755100" cy="7518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 câu hỏi khảo sát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5825" y="4800238"/>
            <a:ext cx="8143875" cy="1257300"/>
            <a:chOff x="0" y="0"/>
            <a:chExt cx="10858500" cy="167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858500" cy="1676400"/>
            </a:xfrm>
            <a:custGeom>
              <a:avLst/>
              <a:gdLst/>
              <a:ahLst/>
              <a:cxnLst/>
              <a:rect l="l" t="t" r="r" b="b"/>
              <a:pathLst>
                <a:path w="10858500" h="16764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524000"/>
                  </a:lnTo>
                  <a:cubicBezTo>
                    <a:pt x="10858500" y="1608201"/>
                    <a:pt x="10790301" y="1676400"/>
                    <a:pt x="1070610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5825" y="4800238"/>
            <a:ext cx="57150" cy="1257300"/>
            <a:chOff x="0" y="0"/>
            <a:chExt cx="76200" cy="1676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3000" y="5028838"/>
            <a:ext cx="571500" cy="571500"/>
            <a:chOff x="0" y="0"/>
            <a:chExt cx="762000" cy="762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3744" y="5143138"/>
            <a:ext cx="200025" cy="375056"/>
            <a:chOff x="0" y="0"/>
            <a:chExt cx="266700" cy="5000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6700" cy="500075"/>
            </a:xfrm>
            <a:custGeom>
              <a:avLst/>
              <a:gdLst/>
              <a:ahLst/>
              <a:cxnLst/>
              <a:rect l="l" t="t" r="r" b="b"/>
              <a:pathLst>
                <a:path w="266700" h="500075">
                  <a:moveTo>
                    <a:pt x="0" y="0"/>
                  </a:moveTo>
                  <a:lnTo>
                    <a:pt x="266700" y="0"/>
                  </a:lnTo>
                  <a:lnTo>
                    <a:pt x="2667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r="-169948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2667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885950" y="5028838"/>
            <a:ext cx="7029450" cy="800100"/>
            <a:chOff x="0" y="0"/>
            <a:chExt cx="9372600" cy="1066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372600" cy="1066800"/>
            </a:xfrm>
            <a:custGeom>
              <a:avLst/>
              <a:gdLst/>
              <a:ahLst/>
              <a:cxnLst/>
              <a:rect l="l" t="t" r="r" b="b"/>
              <a:pathLst>
                <a:path w="9372600" h="1066800">
                  <a:moveTo>
                    <a:pt x="0" y="0"/>
                  </a:moveTo>
                  <a:lnTo>
                    <a:pt x="9372600" y="0"/>
                  </a:lnTo>
                  <a:lnTo>
                    <a:pt x="93726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189" b="-121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9372600" cy="1152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có dễ dàng tìm thấy bài hát mình muốn trên trang web không?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86875" y="4800238"/>
            <a:ext cx="8143875" cy="1257300"/>
            <a:chOff x="0" y="0"/>
            <a:chExt cx="10858500" cy="1676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858500" cy="1676400"/>
            </a:xfrm>
            <a:custGeom>
              <a:avLst/>
              <a:gdLst/>
              <a:ahLst/>
              <a:cxnLst/>
              <a:rect l="l" t="t" r="r" b="b"/>
              <a:pathLst>
                <a:path w="10858500" h="16764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524000"/>
                  </a:lnTo>
                  <a:cubicBezTo>
                    <a:pt x="10858500" y="1608201"/>
                    <a:pt x="10790301" y="1676400"/>
                    <a:pt x="1070610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286875" y="4800238"/>
            <a:ext cx="57150" cy="1257300"/>
            <a:chOff x="0" y="0"/>
            <a:chExt cx="76200" cy="1676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44050" y="5028838"/>
            <a:ext cx="571500" cy="571500"/>
            <a:chOff x="0" y="0"/>
            <a:chExt cx="762000" cy="762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765506" y="5143138"/>
            <a:ext cx="242888" cy="375056"/>
            <a:chOff x="0" y="0"/>
            <a:chExt cx="323850" cy="5000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23850" cy="500075"/>
            </a:xfrm>
            <a:custGeom>
              <a:avLst/>
              <a:gdLst/>
              <a:ahLst/>
              <a:cxnLst/>
              <a:rect l="l" t="t" r="r" b="b"/>
              <a:pathLst>
                <a:path w="323850" h="500075">
                  <a:moveTo>
                    <a:pt x="0" y="0"/>
                  </a:moveTo>
                  <a:lnTo>
                    <a:pt x="323850" y="0"/>
                  </a:lnTo>
                  <a:lnTo>
                    <a:pt x="323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r="-131134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323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287000" y="5028838"/>
            <a:ext cx="4800600" cy="428625"/>
            <a:chOff x="0" y="0"/>
            <a:chExt cx="6400800" cy="5715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400800" cy="571500"/>
            </a:xfrm>
            <a:custGeom>
              <a:avLst/>
              <a:gdLst/>
              <a:ahLst/>
              <a:cxnLst/>
              <a:rect l="l" t="t" r="r" b="b"/>
              <a:pathLst>
                <a:path w="6400800" h="571500">
                  <a:moveTo>
                    <a:pt x="0" y="0"/>
                  </a:moveTo>
                  <a:lnTo>
                    <a:pt x="6400800" y="0"/>
                  </a:lnTo>
                  <a:lnTo>
                    <a:pt x="64008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232" b="-1682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64008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thích nội dung nào nhất trên trang web?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85825" y="6286138"/>
            <a:ext cx="8143875" cy="1028700"/>
            <a:chOff x="0" y="0"/>
            <a:chExt cx="10858500" cy="13716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219200"/>
                  </a:lnTo>
                  <a:cubicBezTo>
                    <a:pt x="10858500" y="1303401"/>
                    <a:pt x="10790301" y="1371600"/>
                    <a:pt x="107061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85825" y="6286138"/>
            <a:ext cx="57150" cy="1028700"/>
            <a:chOff x="0" y="0"/>
            <a:chExt cx="76200" cy="1371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43000" y="6514738"/>
            <a:ext cx="571500" cy="571500"/>
            <a:chOff x="0" y="0"/>
            <a:chExt cx="762000" cy="762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61418" y="6629038"/>
            <a:ext cx="242888" cy="375056"/>
            <a:chOff x="0" y="0"/>
            <a:chExt cx="323850" cy="50007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23850" cy="500075"/>
            </a:xfrm>
            <a:custGeom>
              <a:avLst/>
              <a:gdLst/>
              <a:ahLst/>
              <a:cxnLst/>
              <a:rect l="l" t="t" r="r" b="b"/>
              <a:pathLst>
                <a:path w="323850" h="500075">
                  <a:moveTo>
                    <a:pt x="0" y="0"/>
                  </a:moveTo>
                  <a:lnTo>
                    <a:pt x="323850" y="0"/>
                  </a:lnTo>
                  <a:lnTo>
                    <a:pt x="323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r="-131134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66675"/>
              <a:ext cx="323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85950" y="6514738"/>
            <a:ext cx="5086350" cy="428625"/>
            <a:chOff x="0" y="0"/>
            <a:chExt cx="6781800" cy="5715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781800" cy="571500"/>
            </a:xfrm>
            <a:custGeom>
              <a:avLst/>
              <a:gdLst/>
              <a:ahLst/>
              <a:cxnLst/>
              <a:rect l="l" t="t" r="r" b="b"/>
              <a:pathLst>
                <a:path w="6781800" h="571500">
                  <a:moveTo>
                    <a:pt x="0" y="0"/>
                  </a:moveTo>
                  <a:lnTo>
                    <a:pt x="6781800" y="0"/>
                  </a:lnTo>
                  <a:lnTo>
                    <a:pt x="67818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222" b="-1812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67818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đánh giá giao diện trang web như thế nào?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286875" y="6286138"/>
            <a:ext cx="8143875" cy="1028700"/>
            <a:chOff x="0" y="0"/>
            <a:chExt cx="10858500" cy="13716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858500" cy="1371600"/>
            </a:xfrm>
            <a:custGeom>
              <a:avLst/>
              <a:gdLst/>
              <a:ahLst/>
              <a:cxnLst/>
              <a:rect l="l" t="t" r="r" b="b"/>
              <a:pathLst>
                <a:path w="10858500" h="1371600">
                  <a:moveTo>
                    <a:pt x="76200" y="0"/>
                  </a:moveTo>
                  <a:lnTo>
                    <a:pt x="10706100" y="0"/>
                  </a:lnTo>
                  <a:cubicBezTo>
                    <a:pt x="10790301" y="0"/>
                    <a:pt x="10858500" y="68199"/>
                    <a:pt x="10858500" y="152400"/>
                  </a:cubicBezTo>
                  <a:lnTo>
                    <a:pt x="10858500" y="1219200"/>
                  </a:lnTo>
                  <a:cubicBezTo>
                    <a:pt x="10858500" y="1303401"/>
                    <a:pt x="10790301" y="1371600"/>
                    <a:pt x="107061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286875" y="6286138"/>
            <a:ext cx="57150" cy="1028700"/>
            <a:chOff x="0" y="0"/>
            <a:chExt cx="76200" cy="1371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544050" y="6514738"/>
            <a:ext cx="571500" cy="571500"/>
            <a:chOff x="0" y="0"/>
            <a:chExt cx="762000" cy="7620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762649" y="6629038"/>
            <a:ext cx="242888" cy="375056"/>
            <a:chOff x="0" y="0"/>
            <a:chExt cx="323850" cy="50007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23850" cy="500075"/>
            </a:xfrm>
            <a:custGeom>
              <a:avLst/>
              <a:gdLst/>
              <a:ahLst/>
              <a:cxnLst/>
              <a:rect l="l" t="t" r="r" b="b"/>
              <a:pathLst>
                <a:path w="323850" h="500075">
                  <a:moveTo>
                    <a:pt x="0" y="0"/>
                  </a:moveTo>
                  <a:lnTo>
                    <a:pt x="323850" y="0"/>
                  </a:lnTo>
                  <a:lnTo>
                    <a:pt x="323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r="-131134" b="85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323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287000" y="6514738"/>
            <a:ext cx="4957762" cy="428625"/>
            <a:chOff x="0" y="0"/>
            <a:chExt cx="6610350" cy="5715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610350" cy="571500"/>
            </a:xfrm>
            <a:custGeom>
              <a:avLst/>
              <a:gdLst/>
              <a:ahLst/>
              <a:cxnLst/>
              <a:rect l="l" t="t" r="r" b="b"/>
              <a:pathLst>
                <a:path w="6610350" h="571500">
                  <a:moveTo>
                    <a:pt x="0" y="0"/>
                  </a:moveTo>
                  <a:lnTo>
                    <a:pt x="6610350" y="0"/>
                  </a:lnTo>
                  <a:lnTo>
                    <a:pt x="66103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376" b="-1753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661035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có góp ý gì để trang web trở nên tốt hơn?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0075" y="7829188"/>
            <a:ext cx="17116425" cy="800100"/>
            <a:chOff x="0" y="0"/>
            <a:chExt cx="22821900" cy="1066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2821900" cy="1066800"/>
            </a:xfrm>
            <a:custGeom>
              <a:avLst/>
              <a:gdLst/>
              <a:ahLst/>
              <a:cxnLst/>
              <a:rect l="l" t="t" r="r" b="b"/>
              <a:pathLst>
                <a:path w="22821900" h="10668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0075" y="7829188"/>
            <a:ext cx="57150" cy="800100"/>
            <a:chOff x="0" y="0"/>
            <a:chExt cx="76200" cy="1066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" name="Freeform 82"/>
          <p:cNvSpPr/>
          <p:nvPr/>
        </p:nvSpPr>
        <p:spPr>
          <a:xfrm>
            <a:off x="942975" y="8057788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3" name="Group 83"/>
          <p:cNvGrpSpPr/>
          <p:nvPr/>
        </p:nvGrpSpPr>
        <p:grpSpPr>
          <a:xfrm>
            <a:off x="1457325" y="8057788"/>
            <a:ext cx="12187238" cy="375056"/>
            <a:chOff x="0" y="0"/>
            <a:chExt cx="16249650" cy="50007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6249650" cy="500075"/>
            </a:xfrm>
            <a:custGeom>
              <a:avLst/>
              <a:gdLst/>
              <a:ahLst/>
              <a:cxnLst/>
              <a:rect l="l" t="t" r="r" b="b"/>
              <a:pathLst>
                <a:path w="16249650" h="500075">
                  <a:moveTo>
                    <a:pt x="0" y="0"/>
                  </a:moveTo>
                  <a:lnTo>
                    <a:pt x="16249650" y="0"/>
                  </a:lnTo>
                  <a:lnTo>
                    <a:pt x="162496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441" b="-5788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162496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ý: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Các nhóm có thể tham khảo các câu hỏi trên hoặc tự sáng tạo câu hỏi phù hợp với mục đ khảo sát của nhóm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Tổng kết bài học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1500" y="1600200"/>
            <a:ext cx="17145000" cy="3943350"/>
            <a:chOff x="0" y="0"/>
            <a:chExt cx="22860000" cy="5257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60000" cy="5257800"/>
            </a:xfrm>
            <a:custGeom>
              <a:avLst/>
              <a:gdLst/>
              <a:ahLst/>
              <a:cxnLst/>
              <a:rect l="l" t="t" r="r" b="b"/>
              <a:pathLst>
                <a:path w="22860000" h="52578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5029200"/>
                  </a:lnTo>
                  <a:cubicBezTo>
                    <a:pt x="22860000" y="5155438"/>
                    <a:pt x="22757637" y="5257800"/>
                    <a:pt x="22631400" y="5257800"/>
                  </a:cubicBezTo>
                  <a:lnTo>
                    <a:pt x="228600" y="5257800"/>
                  </a:lnTo>
                  <a:cubicBezTo>
                    <a:pt x="102362" y="5257800"/>
                    <a:pt x="0" y="5155438"/>
                    <a:pt x="0" y="50292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900112" y="194292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285875" y="1885950"/>
            <a:ext cx="16316325" cy="563918"/>
            <a:chOff x="0" y="0"/>
            <a:chExt cx="21755100" cy="7518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55100" cy="751891"/>
            </a:xfrm>
            <a:custGeom>
              <a:avLst/>
              <a:gdLst/>
              <a:ahLst/>
              <a:cxnLst/>
              <a:rect l="l" t="t" r="r" b="b"/>
              <a:pathLst>
                <a:path w="21755100" h="751891">
                  <a:moveTo>
                    <a:pt x="0" y="0"/>
                  </a:moveTo>
                  <a:lnTo>
                    <a:pt x="21755100" y="0"/>
                  </a:lnTo>
                  <a:lnTo>
                    <a:pt x="217551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239" b="-504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17551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Nội dung chính đã học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2600154"/>
            <a:ext cx="5372100" cy="2657475"/>
            <a:chOff x="0" y="0"/>
            <a:chExt cx="7162800" cy="3543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2800" cy="3543300"/>
            </a:xfrm>
            <a:custGeom>
              <a:avLst/>
              <a:gdLst/>
              <a:ahLst/>
              <a:cxnLst/>
              <a:rect l="l" t="t" r="r" b="b"/>
              <a:pathLst>
                <a:path w="7162800" h="35433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7162800" y="3314700"/>
                  </a:lnTo>
                  <a:cubicBezTo>
                    <a:pt x="7162800" y="3440938"/>
                    <a:pt x="7060311" y="3543300"/>
                    <a:pt x="6934200" y="3543300"/>
                  </a:cubicBezTo>
                  <a:lnTo>
                    <a:pt x="228600" y="3543300"/>
                  </a:lnTo>
                  <a:cubicBezTo>
                    <a:pt x="102362" y="3543300"/>
                    <a:pt x="0" y="3440811"/>
                    <a:pt x="0" y="3314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2600154"/>
            <a:ext cx="5372100" cy="57150"/>
            <a:chOff x="0" y="0"/>
            <a:chExt cx="7162800" cy="76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62800" cy="76200"/>
            </a:xfrm>
            <a:custGeom>
              <a:avLst/>
              <a:gdLst/>
              <a:ahLst/>
              <a:cxnLst/>
              <a:rect l="l" t="t" r="r" b="b"/>
              <a:pathLst>
                <a:path w="7162800" h="762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143250" y="2857329"/>
            <a:ext cx="800100" cy="800100"/>
            <a:chOff x="0" y="0"/>
            <a:chExt cx="1066800" cy="1066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3371850" y="308592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021556" y="3828879"/>
            <a:ext cx="5043488" cy="425510"/>
            <a:chOff x="0" y="0"/>
            <a:chExt cx="6724650" cy="5673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24650" cy="567347"/>
            </a:xfrm>
            <a:custGeom>
              <a:avLst/>
              <a:gdLst/>
              <a:ahLst/>
              <a:cxnLst/>
              <a:rect l="l" t="t" r="r" b="b"/>
              <a:pathLst>
                <a:path w="6724650" h="567347">
                  <a:moveTo>
                    <a:pt x="0" y="0"/>
                  </a:moveTo>
                  <a:lnTo>
                    <a:pt x="6724650" y="0"/>
                  </a:lnTo>
                  <a:lnTo>
                    <a:pt x="672465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943" b="-177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672465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4343229"/>
            <a:ext cx="5029200" cy="727481"/>
            <a:chOff x="0" y="0"/>
            <a:chExt cx="6705600" cy="9699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05600" cy="969975"/>
            </a:xfrm>
            <a:custGeom>
              <a:avLst/>
              <a:gdLst/>
              <a:ahLst/>
              <a:cxnLst/>
              <a:rect l="l" t="t" r="r" b="b"/>
              <a:pathLst>
                <a:path w="6705600" h="969975">
                  <a:moveTo>
                    <a:pt x="0" y="0"/>
                  </a:moveTo>
                  <a:lnTo>
                    <a:pt x="6705600" y="0"/>
                  </a:lnTo>
                  <a:lnTo>
                    <a:pt x="6705600" y="969975"/>
                  </a:lnTo>
                  <a:lnTo>
                    <a:pt x="0" y="9699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568" b="-818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6705600" cy="1036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Tạo biểu mẫu bằng Google Forms để thu thập thông tin phản hồi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57950" y="2600154"/>
            <a:ext cx="5372100" cy="2657475"/>
            <a:chOff x="0" y="0"/>
            <a:chExt cx="7162800" cy="35433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2800" cy="3543300"/>
            </a:xfrm>
            <a:custGeom>
              <a:avLst/>
              <a:gdLst/>
              <a:ahLst/>
              <a:cxnLst/>
              <a:rect l="l" t="t" r="r" b="b"/>
              <a:pathLst>
                <a:path w="7162800" h="35433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7162800" y="3314700"/>
                  </a:lnTo>
                  <a:cubicBezTo>
                    <a:pt x="7162800" y="3440938"/>
                    <a:pt x="7060311" y="3543300"/>
                    <a:pt x="6934200" y="3543300"/>
                  </a:cubicBezTo>
                  <a:lnTo>
                    <a:pt x="228600" y="3543300"/>
                  </a:lnTo>
                  <a:cubicBezTo>
                    <a:pt x="102362" y="3543300"/>
                    <a:pt x="0" y="3440811"/>
                    <a:pt x="0" y="3314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57950" y="2600154"/>
            <a:ext cx="5372100" cy="57150"/>
            <a:chOff x="0" y="0"/>
            <a:chExt cx="7162800" cy="76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62800" cy="76200"/>
            </a:xfrm>
            <a:custGeom>
              <a:avLst/>
              <a:gdLst/>
              <a:ahLst/>
              <a:cxnLst/>
              <a:rect l="l" t="t" r="r" b="b"/>
              <a:pathLst>
                <a:path w="7162800" h="762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743950" y="2857329"/>
            <a:ext cx="800100" cy="800100"/>
            <a:chOff x="0" y="0"/>
            <a:chExt cx="1066800" cy="1066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32"/>
          <p:cNvSpPr/>
          <p:nvPr/>
        </p:nvSpPr>
        <p:spPr>
          <a:xfrm>
            <a:off x="8951119" y="3085929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2" h="342900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6622256" y="3828879"/>
            <a:ext cx="5043488" cy="425510"/>
            <a:chOff x="0" y="0"/>
            <a:chExt cx="6724650" cy="56734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24650" cy="567347"/>
            </a:xfrm>
            <a:custGeom>
              <a:avLst/>
              <a:gdLst/>
              <a:ahLst/>
              <a:cxnLst/>
              <a:rect l="l" t="t" r="r" b="b"/>
              <a:pathLst>
                <a:path w="6724650" h="567347">
                  <a:moveTo>
                    <a:pt x="0" y="0"/>
                  </a:moveTo>
                  <a:lnTo>
                    <a:pt x="6724650" y="0"/>
                  </a:lnTo>
                  <a:lnTo>
                    <a:pt x="672465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943" b="-177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672465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Nhúng biểu mẫu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29400" y="4343229"/>
            <a:ext cx="5029200" cy="685800"/>
            <a:chOff x="0" y="0"/>
            <a:chExt cx="6705600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05600" cy="914400"/>
            </a:xfrm>
            <a:custGeom>
              <a:avLst/>
              <a:gdLst/>
              <a:ahLst/>
              <a:cxnLst/>
              <a:rect l="l" t="t" r="r" b="b"/>
              <a:pathLst>
                <a:path w="6705600" h="914400">
                  <a:moveTo>
                    <a:pt x="0" y="0"/>
                  </a:moveTo>
                  <a:lnTo>
                    <a:pt x="6705600" y="0"/>
                  </a:lnTo>
                  <a:lnTo>
                    <a:pt x="670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67056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Nhúng biểu mẫu vào trang web bằng Google Sites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058650" y="2600154"/>
            <a:ext cx="5372100" cy="2657475"/>
            <a:chOff x="0" y="0"/>
            <a:chExt cx="7162800" cy="35433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162800" cy="3543300"/>
            </a:xfrm>
            <a:custGeom>
              <a:avLst/>
              <a:gdLst/>
              <a:ahLst/>
              <a:cxnLst/>
              <a:rect l="l" t="t" r="r" b="b"/>
              <a:pathLst>
                <a:path w="7162800" h="35433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7162800" y="3314700"/>
                  </a:lnTo>
                  <a:cubicBezTo>
                    <a:pt x="7162800" y="3440938"/>
                    <a:pt x="7060311" y="3543300"/>
                    <a:pt x="6934200" y="3543300"/>
                  </a:cubicBezTo>
                  <a:lnTo>
                    <a:pt x="228600" y="3543300"/>
                  </a:lnTo>
                  <a:cubicBezTo>
                    <a:pt x="102362" y="3543300"/>
                    <a:pt x="0" y="3440811"/>
                    <a:pt x="0" y="3314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058650" y="2600154"/>
            <a:ext cx="5372100" cy="57150"/>
            <a:chOff x="0" y="0"/>
            <a:chExt cx="7162800" cy="76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162800" cy="76200"/>
            </a:xfrm>
            <a:custGeom>
              <a:avLst/>
              <a:gdLst/>
              <a:ahLst/>
              <a:cxnLst/>
              <a:rect l="l" t="t" r="r" b="b"/>
              <a:pathLst>
                <a:path w="7162800" h="762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344650" y="2857329"/>
            <a:ext cx="800100" cy="800100"/>
            <a:chOff x="0" y="0"/>
            <a:chExt cx="1066800" cy="1066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Freeform 45"/>
          <p:cNvSpPr/>
          <p:nvPr/>
        </p:nvSpPr>
        <p:spPr>
          <a:xfrm>
            <a:off x="14573250" y="308592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12222956" y="3828879"/>
            <a:ext cx="5043488" cy="425510"/>
            <a:chOff x="0" y="0"/>
            <a:chExt cx="6724650" cy="56734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24650" cy="567347"/>
            </a:xfrm>
            <a:custGeom>
              <a:avLst/>
              <a:gdLst/>
              <a:ahLst/>
              <a:cxnLst/>
              <a:rect l="l" t="t" r="r" b="b"/>
              <a:pathLst>
                <a:path w="6724650" h="567347">
                  <a:moveTo>
                    <a:pt x="0" y="0"/>
                  </a:moveTo>
                  <a:lnTo>
                    <a:pt x="6724650" y="0"/>
                  </a:lnTo>
                  <a:lnTo>
                    <a:pt x="6724650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943" b="-177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6724650" cy="6340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9"/>
                </a:lnSpc>
              </a:pPr>
              <a:r>
                <a:rPr lang="en-US" sz="2025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230100" y="4343229"/>
            <a:ext cx="5029200" cy="375056"/>
            <a:chOff x="0" y="0"/>
            <a:chExt cx="6705600" cy="5000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05600" cy="500075"/>
            </a:xfrm>
            <a:custGeom>
              <a:avLst/>
              <a:gdLst/>
              <a:ahLst/>
              <a:cxnLst/>
              <a:rect l="l" t="t" r="r" b="b"/>
              <a:pathLst>
                <a:path w="6705600" h="500075">
                  <a:moveTo>
                    <a:pt x="0" y="0"/>
                  </a:moveTo>
                  <a:lnTo>
                    <a:pt x="6705600" y="0"/>
                  </a:lnTo>
                  <a:lnTo>
                    <a:pt x="67056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565" b="-2069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67056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Xem và thống kê dữ liệu phản hồi từ biểu mẫu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0075" y="5771979"/>
            <a:ext cx="17116425" cy="2000250"/>
            <a:chOff x="0" y="0"/>
            <a:chExt cx="22821900" cy="2667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821900" cy="2667000"/>
            </a:xfrm>
            <a:custGeom>
              <a:avLst/>
              <a:gdLst/>
              <a:ahLst/>
              <a:cxnLst/>
              <a:rect l="l" t="t" r="r" b="b"/>
              <a:pathLst>
                <a:path w="22821900" h="26670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0075" y="5771979"/>
            <a:ext cx="57150" cy="2000250"/>
            <a:chOff x="0" y="0"/>
            <a:chExt cx="76200" cy="2667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Freeform 56"/>
          <p:cNvSpPr/>
          <p:nvPr/>
        </p:nvSpPr>
        <p:spPr>
          <a:xfrm>
            <a:off x="935831" y="6114688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2" h="342900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7" name="Group 57"/>
          <p:cNvGrpSpPr/>
          <p:nvPr/>
        </p:nvGrpSpPr>
        <p:grpSpPr>
          <a:xfrm>
            <a:off x="1343025" y="6057729"/>
            <a:ext cx="16259175" cy="563918"/>
            <a:chOff x="0" y="0"/>
            <a:chExt cx="21678900" cy="75189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678900" cy="751891"/>
            </a:xfrm>
            <a:custGeom>
              <a:avLst/>
              <a:gdLst/>
              <a:ahLst/>
              <a:cxnLst/>
              <a:rect l="l" t="t" r="r" b="b"/>
              <a:pathLst>
                <a:path w="21678900" h="751891">
                  <a:moveTo>
                    <a:pt x="0" y="0"/>
                  </a:moveTo>
                  <a:lnTo>
                    <a:pt x="21678900" y="0"/>
                  </a:lnTo>
                  <a:lnTo>
                    <a:pt x="216789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1264" b="-5023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216789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Vai trò của biểu mẫu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50119" y="6800488"/>
            <a:ext cx="285750" cy="285750"/>
            <a:chOff x="0" y="0"/>
            <a:chExt cx="381000" cy="3810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43038" y="6743338"/>
            <a:ext cx="7186612" cy="376199"/>
            <a:chOff x="0" y="0"/>
            <a:chExt cx="9582150" cy="50159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582150" cy="501599"/>
            </a:xfrm>
            <a:custGeom>
              <a:avLst/>
              <a:gdLst/>
              <a:ahLst/>
              <a:cxnLst/>
              <a:rect l="l" t="t" r="r" b="b"/>
              <a:pathLst>
                <a:path w="9582150" h="501599">
                  <a:moveTo>
                    <a:pt x="0" y="0"/>
                  </a:moveTo>
                  <a:lnTo>
                    <a:pt x="9582150" y="0"/>
                  </a:lnTo>
                  <a:lnTo>
                    <a:pt x="9582150" y="501599"/>
                  </a:lnTo>
                  <a:lnTo>
                    <a:pt x="0" y="501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854" b="-3215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9582150" cy="587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thông tin và phản hồi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từ ngườ dùng một cách có hệ thống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22594" y="6800488"/>
            <a:ext cx="285750" cy="285750"/>
            <a:chOff x="0" y="0"/>
            <a:chExt cx="381000" cy="381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815512" y="6743338"/>
            <a:ext cx="7729538" cy="742950"/>
            <a:chOff x="0" y="0"/>
            <a:chExt cx="10306050" cy="990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306050" cy="990600"/>
            </a:xfrm>
            <a:custGeom>
              <a:avLst/>
              <a:gdLst/>
              <a:ahLst/>
              <a:cxnLst/>
              <a:rect l="l" t="t" r="r" b="b"/>
              <a:pathLst>
                <a:path w="10306050" h="990600">
                  <a:moveTo>
                    <a:pt x="0" y="0"/>
                  </a:moveTo>
                  <a:lnTo>
                    <a:pt x="10306050" y="0"/>
                  </a:lnTo>
                  <a:lnTo>
                    <a:pt x="103060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719" b="-1527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85725"/>
              <a:ext cx="10306050" cy="1076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Giúp cải thiện và phát triển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trang web hiệu quả hơn dựa trên ý kiến ngườ dùng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0075" y="8000638"/>
            <a:ext cx="5529262" cy="1257300"/>
            <a:chOff x="0" y="0"/>
            <a:chExt cx="7372350" cy="16764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372350" cy="1676400"/>
            </a:xfrm>
            <a:custGeom>
              <a:avLst/>
              <a:gdLst/>
              <a:ahLst/>
              <a:cxnLst/>
              <a:rect l="l" t="t" r="r" b="b"/>
              <a:pathLst>
                <a:path w="7372350" h="1676400">
                  <a:moveTo>
                    <a:pt x="762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1447800"/>
                  </a:lnTo>
                  <a:cubicBezTo>
                    <a:pt x="7372350" y="1574038"/>
                    <a:pt x="7269988" y="1676400"/>
                    <a:pt x="714375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075" y="8000638"/>
            <a:ext cx="57150" cy="1257300"/>
            <a:chOff x="0" y="0"/>
            <a:chExt cx="76200" cy="16764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" name="Freeform 74"/>
          <p:cNvSpPr/>
          <p:nvPr/>
        </p:nvSpPr>
        <p:spPr>
          <a:xfrm>
            <a:off x="3209868" y="822923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5" name="Group 75"/>
          <p:cNvGrpSpPr/>
          <p:nvPr/>
        </p:nvGrpSpPr>
        <p:grpSpPr>
          <a:xfrm>
            <a:off x="800100" y="8686438"/>
            <a:ext cx="5157788" cy="375056"/>
            <a:chOff x="0" y="0"/>
            <a:chExt cx="6877050" cy="50007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877050" cy="500075"/>
            </a:xfrm>
            <a:custGeom>
              <a:avLst/>
              <a:gdLst/>
              <a:ahLst/>
              <a:cxnLst/>
              <a:rect l="l" t="t" r="r" b="b"/>
              <a:pathLst>
                <a:path w="6877050" h="500075">
                  <a:moveTo>
                    <a:pt x="0" y="0"/>
                  </a:moveTo>
                  <a:lnTo>
                    <a:pt x="6877050" y="0"/>
                  </a:lnTo>
                  <a:lnTo>
                    <a:pt x="68770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245" b="-2136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66675"/>
              <a:ext cx="68770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đích rõ ràng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391161" y="8000638"/>
            <a:ext cx="5529262" cy="1257300"/>
            <a:chOff x="0" y="0"/>
            <a:chExt cx="7372350" cy="16764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372350" cy="1676400"/>
            </a:xfrm>
            <a:custGeom>
              <a:avLst/>
              <a:gdLst/>
              <a:ahLst/>
              <a:cxnLst/>
              <a:rect l="l" t="t" r="r" b="b"/>
              <a:pathLst>
                <a:path w="7372350" h="1676400">
                  <a:moveTo>
                    <a:pt x="762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1447800"/>
                  </a:lnTo>
                  <a:cubicBezTo>
                    <a:pt x="7372350" y="1574038"/>
                    <a:pt x="7269988" y="1676400"/>
                    <a:pt x="714375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391161" y="8000638"/>
            <a:ext cx="57150" cy="1257300"/>
            <a:chOff x="0" y="0"/>
            <a:chExt cx="76200" cy="16764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000944" y="8229238"/>
            <a:ext cx="342900" cy="342900"/>
            <a:chOff x="0" y="0"/>
            <a:chExt cx="457200" cy="4572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57200" cy="457276"/>
            </a:xfrm>
            <a:custGeom>
              <a:avLst/>
              <a:gdLst/>
              <a:ahLst/>
              <a:cxnLst/>
              <a:rect l="l" t="t" r="r" b="b"/>
              <a:pathLst>
                <a:path w="457200" h="457276">
                  <a:moveTo>
                    <a:pt x="457200" y="214249"/>
                  </a:moveTo>
                  <a:cubicBezTo>
                    <a:pt x="457200" y="332613"/>
                    <a:pt x="354838" y="428625"/>
                    <a:pt x="228600" y="428625"/>
                  </a:cubicBezTo>
                  <a:cubicBezTo>
                    <a:pt x="195453" y="428625"/>
                    <a:pt x="164084" y="422021"/>
                    <a:pt x="135636" y="410083"/>
                  </a:cubicBezTo>
                  <a:lnTo>
                    <a:pt x="29972" y="455549"/>
                  </a:lnTo>
                  <a:cubicBezTo>
                    <a:pt x="21590" y="459105"/>
                    <a:pt x="11938" y="457073"/>
                    <a:pt x="5715" y="450342"/>
                  </a:cubicBezTo>
                  <a:cubicBezTo>
                    <a:pt x="-508" y="443611"/>
                    <a:pt x="-1778" y="433832"/>
                    <a:pt x="2540" y="425831"/>
                  </a:cubicBezTo>
                  <a:lnTo>
                    <a:pt x="46101" y="343535"/>
                  </a:lnTo>
                  <a:cubicBezTo>
                    <a:pt x="17145" y="307467"/>
                    <a:pt x="0" y="262763"/>
                    <a:pt x="0" y="214249"/>
                  </a:cubicBezTo>
                  <a:cubicBezTo>
                    <a:pt x="0" y="96012"/>
                    <a:pt x="102362" y="0"/>
                    <a:pt x="228600" y="0"/>
                  </a:cubicBezTo>
                  <a:cubicBezTo>
                    <a:pt x="354838" y="0"/>
                    <a:pt x="457200" y="96012"/>
                    <a:pt x="457200" y="214249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591186" y="8686438"/>
            <a:ext cx="5157788" cy="375056"/>
            <a:chOff x="0" y="0"/>
            <a:chExt cx="6877050" cy="50007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877050" cy="500075"/>
            </a:xfrm>
            <a:custGeom>
              <a:avLst/>
              <a:gdLst/>
              <a:ahLst/>
              <a:cxnLst/>
              <a:rect l="l" t="t" r="r" b="b"/>
              <a:pathLst>
                <a:path w="6877050" h="500075">
                  <a:moveTo>
                    <a:pt x="0" y="0"/>
                  </a:moveTo>
                  <a:lnTo>
                    <a:pt x="6877050" y="0"/>
                  </a:lnTo>
                  <a:lnTo>
                    <a:pt x="68770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245" b="-2136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66675"/>
              <a:ext cx="68770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ngắn gọn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182418" y="8000638"/>
            <a:ext cx="5529262" cy="1257300"/>
            <a:chOff x="0" y="0"/>
            <a:chExt cx="7372350" cy="16764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372350" cy="1676400"/>
            </a:xfrm>
            <a:custGeom>
              <a:avLst/>
              <a:gdLst/>
              <a:ahLst/>
              <a:cxnLst/>
              <a:rect l="l" t="t" r="r" b="b"/>
              <a:pathLst>
                <a:path w="7372350" h="1676400">
                  <a:moveTo>
                    <a:pt x="762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1447800"/>
                  </a:lnTo>
                  <a:cubicBezTo>
                    <a:pt x="7372350" y="1574038"/>
                    <a:pt x="7269988" y="1676400"/>
                    <a:pt x="714375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182418" y="8000638"/>
            <a:ext cx="57150" cy="1257300"/>
            <a:chOff x="0" y="0"/>
            <a:chExt cx="76200" cy="16764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1" name="Freeform 91"/>
          <p:cNvSpPr/>
          <p:nvPr/>
        </p:nvSpPr>
        <p:spPr>
          <a:xfrm>
            <a:off x="14792211" y="822923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2" name="Group 92"/>
          <p:cNvGrpSpPr/>
          <p:nvPr/>
        </p:nvGrpSpPr>
        <p:grpSpPr>
          <a:xfrm>
            <a:off x="12382443" y="8686438"/>
            <a:ext cx="5157788" cy="375056"/>
            <a:chOff x="0" y="0"/>
            <a:chExt cx="6877050" cy="500075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877050" cy="500075"/>
            </a:xfrm>
            <a:custGeom>
              <a:avLst/>
              <a:gdLst/>
              <a:ahLst/>
              <a:cxnLst/>
              <a:rect l="l" t="t" r="r" b="b"/>
              <a:pathLst>
                <a:path w="6877050" h="500075">
                  <a:moveTo>
                    <a:pt x="0" y="0"/>
                  </a:moveTo>
                  <a:lnTo>
                    <a:pt x="6877050" y="0"/>
                  </a:lnTo>
                  <a:lnTo>
                    <a:pt x="68770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245" b="-2136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66675"/>
              <a:ext cx="68770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Phương án phù hợp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củng cố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2414588"/>
            <a:chOff x="0" y="0"/>
            <a:chExt cx="22821900" cy="3219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3219450"/>
            </a:xfrm>
            <a:custGeom>
              <a:avLst/>
              <a:gdLst/>
              <a:ahLst/>
              <a:cxnLst/>
              <a:rect l="l" t="t" r="r" b="b"/>
              <a:pathLst>
                <a:path w="22821900" h="321945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489"/>
                    <a:pt x="22821900" y="228600"/>
                  </a:cubicBezTo>
                  <a:lnTo>
                    <a:pt x="22821900" y="2990850"/>
                  </a:lnTo>
                  <a:cubicBezTo>
                    <a:pt x="22821900" y="3117088"/>
                    <a:pt x="22719412" y="3219450"/>
                    <a:pt x="22593300" y="3219450"/>
                  </a:cubicBezTo>
                  <a:lnTo>
                    <a:pt x="76200" y="3219450"/>
                  </a:lnTo>
                  <a:cubicBezTo>
                    <a:pt x="34163" y="3219450"/>
                    <a:pt x="0" y="3185287"/>
                    <a:pt x="0" y="31432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2414588"/>
            <a:chOff x="0" y="0"/>
            <a:chExt cx="76200" cy="32194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3219450"/>
            </a:xfrm>
            <a:custGeom>
              <a:avLst/>
              <a:gdLst/>
              <a:ahLst/>
              <a:cxnLst/>
              <a:rect l="l" t="t" r="r" b="b"/>
              <a:pathLst>
                <a:path w="76200" h="3219450">
                  <a:moveTo>
                    <a:pt x="76200" y="0"/>
                  </a:moveTo>
                  <a:lnTo>
                    <a:pt x="76200" y="3219450"/>
                  </a:lnTo>
                  <a:cubicBezTo>
                    <a:pt x="34163" y="3219450"/>
                    <a:pt x="0" y="3185287"/>
                    <a:pt x="0" y="31432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6937" y="2057400"/>
            <a:ext cx="300038" cy="563918"/>
            <a:chOff x="0" y="0"/>
            <a:chExt cx="400050" cy="7518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0050" cy="751891"/>
            </a:xfrm>
            <a:custGeom>
              <a:avLst/>
              <a:gdLst/>
              <a:ahLst/>
              <a:cxnLst/>
              <a:rect l="l" t="t" r="r" b="b"/>
              <a:pathLst>
                <a:path w="400050" h="751891">
                  <a:moveTo>
                    <a:pt x="0" y="0"/>
                  </a:moveTo>
                  <a:lnTo>
                    <a:pt x="400050" y="0"/>
                  </a:lnTo>
                  <a:lnTo>
                    <a:pt x="40005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510" r="-145510" b="189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40005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43100" y="1885950"/>
            <a:ext cx="15630525" cy="472154"/>
            <a:chOff x="0" y="0"/>
            <a:chExt cx="20840700" cy="6295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40700" cy="629539"/>
            </a:xfrm>
            <a:custGeom>
              <a:avLst/>
              <a:gdLst/>
              <a:ahLst/>
              <a:cxnLst/>
              <a:rect l="l" t="t" r="r" b="b"/>
              <a:pathLst>
                <a:path w="20840700" h="629539">
                  <a:moveTo>
                    <a:pt x="0" y="0"/>
                  </a:moveTo>
                  <a:lnTo>
                    <a:pt x="20840700" y="0"/>
                  </a:lnTo>
                  <a:lnTo>
                    <a:pt x="20840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682" b="-5874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08407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43100" y="2457450"/>
            <a:ext cx="15616238" cy="423224"/>
            <a:chOff x="0" y="0"/>
            <a:chExt cx="20821650" cy="5642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821650" cy="564299"/>
            </a:xfrm>
            <a:custGeom>
              <a:avLst/>
              <a:gdLst/>
              <a:ahLst/>
              <a:cxnLst/>
              <a:rect l="l" t="t" r="r" b="b"/>
              <a:pathLst>
                <a:path w="20821650" h="564299">
                  <a:moveTo>
                    <a:pt x="0" y="0"/>
                  </a:moveTo>
                  <a:lnTo>
                    <a:pt x="20821650" y="0"/>
                  </a:lnTo>
                  <a:lnTo>
                    <a:pt x="20821650" y="564299"/>
                  </a:lnTo>
                  <a:lnTo>
                    <a:pt x="0" y="564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013" b="-667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20821650" cy="659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Để tạo biểu mẫu trên Google Forms, em cần thực hiện những bước nào?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43100" y="3046809"/>
            <a:ext cx="15487650" cy="685800"/>
            <a:chOff x="0" y="0"/>
            <a:chExt cx="206502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50200" cy="914400"/>
            </a:xfrm>
            <a:custGeom>
              <a:avLst/>
              <a:gdLst/>
              <a:ahLst/>
              <a:cxnLst/>
              <a:rect l="l" t="t" r="r" b="b"/>
              <a:pathLst>
                <a:path w="20650200" h="914400">
                  <a:moveTo>
                    <a:pt x="152400" y="0"/>
                  </a:moveTo>
                  <a:lnTo>
                    <a:pt x="20497800" y="0"/>
                  </a:lnTo>
                  <a:cubicBezTo>
                    <a:pt x="20582001" y="0"/>
                    <a:pt x="20650200" y="68199"/>
                    <a:pt x="20650200" y="152400"/>
                  </a:cubicBezTo>
                  <a:lnTo>
                    <a:pt x="20650200" y="762000"/>
                  </a:lnTo>
                  <a:cubicBezTo>
                    <a:pt x="20650200" y="846201"/>
                    <a:pt x="20582001" y="914400"/>
                    <a:pt x="204978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171700" y="327540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2486025" y="3218259"/>
            <a:ext cx="14887575" cy="375056"/>
            <a:chOff x="0" y="0"/>
            <a:chExt cx="19850100" cy="5000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850100" cy="500075"/>
            </a:xfrm>
            <a:custGeom>
              <a:avLst/>
              <a:gdLst/>
              <a:ahLst/>
              <a:cxnLst/>
              <a:rect l="l" t="t" r="r" b="b"/>
              <a:pathLst>
                <a:path w="19850100" h="500075">
                  <a:moveTo>
                    <a:pt x="0" y="0"/>
                  </a:moveTo>
                  <a:lnTo>
                    <a:pt x="19850100" y="0"/>
                  </a:lnTo>
                  <a:lnTo>
                    <a:pt x="198501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7730" b="-719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98501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5F6368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ý:</a:t>
              </a: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 Truy cập Google Forms → Tạo biểu mẫu mới → Nhập tiêu đề → Thêm câu hỏi và phương án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0075" y="4246959"/>
            <a:ext cx="17116425" cy="2414588"/>
            <a:chOff x="0" y="0"/>
            <a:chExt cx="22821900" cy="32194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821900" cy="3219450"/>
            </a:xfrm>
            <a:custGeom>
              <a:avLst/>
              <a:gdLst/>
              <a:ahLst/>
              <a:cxnLst/>
              <a:rect l="l" t="t" r="r" b="b"/>
              <a:pathLst>
                <a:path w="22821900" h="321945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489"/>
                    <a:pt x="22821900" y="228600"/>
                  </a:cubicBezTo>
                  <a:lnTo>
                    <a:pt x="22821900" y="2990850"/>
                  </a:lnTo>
                  <a:cubicBezTo>
                    <a:pt x="22821900" y="3117088"/>
                    <a:pt x="22719412" y="3219450"/>
                    <a:pt x="22593300" y="3219450"/>
                  </a:cubicBezTo>
                  <a:lnTo>
                    <a:pt x="76200" y="3219450"/>
                  </a:lnTo>
                  <a:cubicBezTo>
                    <a:pt x="34163" y="3219450"/>
                    <a:pt x="0" y="3185287"/>
                    <a:pt x="0" y="31432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0075" y="4246959"/>
            <a:ext cx="57150" cy="2414588"/>
            <a:chOff x="0" y="0"/>
            <a:chExt cx="76200" cy="32194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6200" cy="3219450"/>
            </a:xfrm>
            <a:custGeom>
              <a:avLst/>
              <a:gdLst/>
              <a:ahLst/>
              <a:cxnLst/>
              <a:rect l="l" t="t" r="r" b="b"/>
              <a:pathLst>
                <a:path w="76200" h="3219450">
                  <a:moveTo>
                    <a:pt x="76200" y="0"/>
                  </a:moveTo>
                  <a:lnTo>
                    <a:pt x="76200" y="3219450"/>
                  </a:lnTo>
                  <a:cubicBezTo>
                    <a:pt x="34163" y="3219450"/>
                    <a:pt x="0" y="3185287"/>
                    <a:pt x="0" y="31432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4532709"/>
            <a:ext cx="800100" cy="800100"/>
            <a:chOff x="0" y="0"/>
            <a:chExt cx="1066800" cy="1066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18009" y="4704159"/>
            <a:ext cx="371475" cy="563918"/>
            <a:chOff x="0" y="0"/>
            <a:chExt cx="495300" cy="75189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5300" cy="751891"/>
            </a:xfrm>
            <a:custGeom>
              <a:avLst/>
              <a:gdLst/>
              <a:ahLst/>
              <a:cxnLst/>
              <a:rect l="l" t="t" r="r" b="b"/>
              <a:pathLst>
                <a:path w="495300" h="751891">
                  <a:moveTo>
                    <a:pt x="0" y="0"/>
                  </a:moveTo>
                  <a:lnTo>
                    <a:pt x="495300" y="0"/>
                  </a:lnTo>
                  <a:lnTo>
                    <a:pt x="4953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r="-107912" b="189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4953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943100" y="4532709"/>
            <a:ext cx="15630525" cy="472154"/>
            <a:chOff x="0" y="0"/>
            <a:chExt cx="20840700" cy="6295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840700" cy="629539"/>
            </a:xfrm>
            <a:custGeom>
              <a:avLst/>
              <a:gdLst/>
              <a:ahLst/>
              <a:cxnLst/>
              <a:rect l="l" t="t" r="r" b="b"/>
              <a:pathLst>
                <a:path w="20840700" h="629539">
                  <a:moveTo>
                    <a:pt x="0" y="0"/>
                  </a:moveTo>
                  <a:lnTo>
                    <a:pt x="20840700" y="0"/>
                  </a:lnTo>
                  <a:lnTo>
                    <a:pt x="20840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682" b="-5874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208407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943100" y="5104209"/>
            <a:ext cx="15616238" cy="423224"/>
            <a:chOff x="0" y="0"/>
            <a:chExt cx="20821650" cy="5642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821650" cy="564299"/>
            </a:xfrm>
            <a:custGeom>
              <a:avLst/>
              <a:gdLst/>
              <a:ahLst/>
              <a:cxnLst/>
              <a:rect l="l" t="t" r="r" b="b"/>
              <a:pathLst>
                <a:path w="20821650" h="564299">
                  <a:moveTo>
                    <a:pt x="0" y="0"/>
                  </a:moveTo>
                  <a:lnTo>
                    <a:pt x="20821650" y="0"/>
                  </a:lnTo>
                  <a:lnTo>
                    <a:pt x="20821650" y="564299"/>
                  </a:lnTo>
                  <a:lnTo>
                    <a:pt x="0" y="564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013" b="-667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0"/>
              <a:ext cx="20821650" cy="659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Làm thế nào để nhúng biểu mẫu Google Forms vào trang web Google Sites?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943100" y="5693569"/>
            <a:ext cx="15487650" cy="685800"/>
            <a:chOff x="0" y="0"/>
            <a:chExt cx="206502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650200" cy="914400"/>
            </a:xfrm>
            <a:custGeom>
              <a:avLst/>
              <a:gdLst/>
              <a:ahLst/>
              <a:cxnLst/>
              <a:rect l="l" t="t" r="r" b="b"/>
              <a:pathLst>
                <a:path w="20650200" h="914400">
                  <a:moveTo>
                    <a:pt x="152400" y="0"/>
                  </a:moveTo>
                  <a:lnTo>
                    <a:pt x="20497800" y="0"/>
                  </a:lnTo>
                  <a:cubicBezTo>
                    <a:pt x="20582001" y="0"/>
                    <a:pt x="20650200" y="68199"/>
                    <a:pt x="20650200" y="152400"/>
                  </a:cubicBezTo>
                  <a:lnTo>
                    <a:pt x="20650200" y="762000"/>
                  </a:lnTo>
                  <a:cubicBezTo>
                    <a:pt x="20650200" y="846201"/>
                    <a:pt x="20582001" y="914400"/>
                    <a:pt x="204978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Freeform 45"/>
          <p:cNvSpPr/>
          <p:nvPr/>
        </p:nvSpPr>
        <p:spPr>
          <a:xfrm>
            <a:off x="2171700" y="592216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2486025" y="5865019"/>
            <a:ext cx="14887575" cy="375056"/>
            <a:chOff x="0" y="0"/>
            <a:chExt cx="19850100" cy="50007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850100" cy="500075"/>
            </a:xfrm>
            <a:custGeom>
              <a:avLst/>
              <a:gdLst/>
              <a:ahLst/>
              <a:cxnLst/>
              <a:rect l="l" t="t" r="r" b="b"/>
              <a:pathLst>
                <a:path w="19850100" h="500075">
                  <a:moveTo>
                    <a:pt x="0" y="0"/>
                  </a:moveTo>
                  <a:lnTo>
                    <a:pt x="19850100" y="0"/>
                  </a:lnTo>
                  <a:lnTo>
                    <a:pt x="198501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7730" b="-719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198501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5F6368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ý:</a:t>
              </a: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 Mở Google Sites → Chọn Chèn → Chọn Biểu mẫu → Chọn biểu mẫu → Nhấn Chèn → Xuất bản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0075" y="6893719"/>
            <a:ext cx="17116425" cy="2414588"/>
            <a:chOff x="0" y="0"/>
            <a:chExt cx="22821900" cy="32194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821900" cy="3219450"/>
            </a:xfrm>
            <a:custGeom>
              <a:avLst/>
              <a:gdLst/>
              <a:ahLst/>
              <a:cxnLst/>
              <a:rect l="l" t="t" r="r" b="b"/>
              <a:pathLst>
                <a:path w="22821900" h="321945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489"/>
                    <a:pt x="22821900" y="228600"/>
                  </a:cubicBezTo>
                  <a:lnTo>
                    <a:pt x="22821900" y="2990850"/>
                  </a:lnTo>
                  <a:cubicBezTo>
                    <a:pt x="22821900" y="3117088"/>
                    <a:pt x="22719412" y="3219450"/>
                    <a:pt x="22593300" y="3219450"/>
                  </a:cubicBezTo>
                  <a:lnTo>
                    <a:pt x="76200" y="3219450"/>
                  </a:lnTo>
                  <a:cubicBezTo>
                    <a:pt x="34163" y="3219450"/>
                    <a:pt x="0" y="3185287"/>
                    <a:pt x="0" y="31432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0075" y="6893719"/>
            <a:ext cx="57150" cy="2414588"/>
            <a:chOff x="0" y="0"/>
            <a:chExt cx="76200" cy="321945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200" cy="3219450"/>
            </a:xfrm>
            <a:custGeom>
              <a:avLst/>
              <a:gdLst/>
              <a:ahLst/>
              <a:cxnLst/>
              <a:rect l="l" t="t" r="r" b="b"/>
              <a:pathLst>
                <a:path w="76200" h="3219450">
                  <a:moveTo>
                    <a:pt x="76200" y="0"/>
                  </a:moveTo>
                  <a:lnTo>
                    <a:pt x="76200" y="3219450"/>
                  </a:lnTo>
                  <a:cubicBezTo>
                    <a:pt x="34163" y="3219450"/>
                    <a:pt x="0" y="3185287"/>
                    <a:pt x="0" y="31432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4400" y="7179469"/>
            <a:ext cx="800100" cy="800100"/>
            <a:chOff x="0" y="0"/>
            <a:chExt cx="1066800" cy="1066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13542" y="7350919"/>
            <a:ext cx="371475" cy="563918"/>
            <a:chOff x="0" y="0"/>
            <a:chExt cx="495300" cy="75189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95300" cy="751891"/>
            </a:xfrm>
            <a:custGeom>
              <a:avLst/>
              <a:gdLst/>
              <a:ahLst/>
              <a:cxnLst/>
              <a:rect l="l" t="t" r="r" b="b"/>
              <a:pathLst>
                <a:path w="495300" h="751891">
                  <a:moveTo>
                    <a:pt x="0" y="0"/>
                  </a:moveTo>
                  <a:lnTo>
                    <a:pt x="495300" y="0"/>
                  </a:lnTo>
                  <a:lnTo>
                    <a:pt x="4953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r="-107912" b="189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4953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943100" y="7179469"/>
            <a:ext cx="15630525" cy="472154"/>
            <a:chOff x="0" y="0"/>
            <a:chExt cx="20840700" cy="62953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840700" cy="629539"/>
            </a:xfrm>
            <a:custGeom>
              <a:avLst/>
              <a:gdLst/>
              <a:ahLst/>
              <a:cxnLst/>
              <a:rect l="l" t="t" r="r" b="b"/>
              <a:pathLst>
                <a:path w="20840700" h="629539">
                  <a:moveTo>
                    <a:pt x="0" y="0"/>
                  </a:moveTo>
                  <a:lnTo>
                    <a:pt x="20840700" y="0"/>
                  </a:lnTo>
                  <a:lnTo>
                    <a:pt x="20840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682" b="-5874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20840700" cy="686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25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943100" y="7750969"/>
            <a:ext cx="15616238" cy="423224"/>
            <a:chOff x="0" y="0"/>
            <a:chExt cx="20821650" cy="56429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821650" cy="564299"/>
            </a:xfrm>
            <a:custGeom>
              <a:avLst/>
              <a:gdLst/>
              <a:ahLst/>
              <a:cxnLst/>
              <a:rect l="l" t="t" r="r" b="b"/>
              <a:pathLst>
                <a:path w="20821650" h="564299">
                  <a:moveTo>
                    <a:pt x="0" y="0"/>
                  </a:moveTo>
                  <a:lnTo>
                    <a:pt x="20821650" y="0"/>
                  </a:lnTo>
                  <a:lnTo>
                    <a:pt x="20821650" y="564299"/>
                  </a:lnTo>
                  <a:lnTo>
                    <a:pt x="0" y="564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013" b="-667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95250"/>
              <a:ext cx="20821650" cy="659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Dữ liệu phản hồi từ biểu mẫu được hiển thị dưới những dạng nào?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943100" y="8340328"/>
            <a:ext cx="15487650" cy="685800"/>
            <a:chOff x="0" y="0"/>
            <a:chExt cx="20650200" cy="914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650200" cy="914400"/>
            </a:xfrm>
            <a:custGeom>
              <a:avLst/>
              <a:gdLst/>
              <a:ahLst/>
              <a:cxnLst/>
              <a:rect l="l" t="t" r="r" b="b"/>
              <a:pathLst>
                <a:path w="20650200" h="914400">
                  <a:moveTo>
                    <a:pt x="152400" y="0"/>
                  </a:moveTo>
                  <a:lnTo>
                    <a:pt x="20497800" y="0"/>
                  </a:lnTo>
                  <a:cubicBezTo>
                    <a:pt x="20582001" y="0"/>
                    <a:pt x="20650200" y="68199"/>
                    <a:pt x="20650200" y="152400"/>
                  </a:cubicBezTo>
                  <a:lnTo>
                    <a:pt x="20650200" y="762000"/>
                  </a:lnTo>
                  <a:cubicBezTo>
                    <a:pt x="20650200" y="846201"/>
                    <a:pt x="20582001" y="914400"/>
                    <a:pt x="204978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Freeform 66"/>
          <p:cNvSpPr/>
          <p:nvPr/>
        </p:nvSpPr>
        <p:spPr>
          <a:xfrm>
            <a:off x="2171700" y="856892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7" name="Group 67"/>
          <p:cNvGrpSpPr/>
          <p:nvPr/>
        </p:nvGrpSpPr>
        <p:grpSpPr>
          <a:xfrm>
            <a:off x="2486025" y="8511778"/>
            <a:ext cx="14887575" cy="375056"/>
            <a:chOff x="0" y="0"/>
            <a:chExt cx="19850100" cy="50007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850100" cy="500075"/>
            </a:xfrm>
            <a:custGeom>
              <a:avLst/>
              <a:gdLst/>
              <a:ahLst/>
              <a:cxnLst/>
              <a:rect l="l" t="t" r="r" b="b"/>
              <a:pathLst>
                <a:path w="19850100" h="500075">
                  <a:moveTo>
                    <a:pt x="0" y="0"/>
                  </a:moveTo>
                  <a:lnTo>
                    <a:pt x="19850100" y="0"/>
                  </a:lnTo>
                  <a:lnTo>
                    <a:pt x="198501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7730" b="-719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66675"/>
              <a:ext cx="198501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5F6368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ý:</a:t>
              </a:r>
              <a:r>
                <a:rPr lang="en-US" sz="18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 Số lượng câu trả lờ, biểu đồ thống kê, thông tin chi tiết từng câu hỏi/ngườ, bảng tính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402175" cy="850259"/>
            <a:chOff x="0" y="0"/>
            <a:chExt cx="23202900" cy="1133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2900" cy="1133678"/>
            </a:xfrm>
            <a:custGeom>
              <a:avLst/>
              <a:gdLst/>
              <a:ahLst/>
              <a:cxnLst/>
              <a:rect l="l" t="t" r="r" b="b"/>
              <a:pathLst>
                <a:path w="23202900" h="1133678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91" b="-3324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405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Dặn dò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1257300"/>
            <a:ext cx="1371600" cy="57150"/>
            <a:chOff x="0" y="0"/>
            <a:chExt cx="18288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" cy="76200"/>
            </a:xfrm>
            <a:custGeom>
              <a:avLst/>
              <a:gdLst/>
              <a:ahLst/>
              <a:cxnLst/>
              <a:rect l="l" t="t" r="r" b="b"/>
              <a:pathLst>
                <a:path w="1828800" h="762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1600200"/>
            <a:ext cx="17116425" cy="2000250"/>
            <a:chOff x="0" y="0"/>
            <a:chExt cx="22821900" cy="266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1900" cy="2667000"/>
            </a:xfrm>
            <a:custGeom>
              <a:avLst/>
              <a:gdLst/>
              <a:ahLst/>
              <a:cxnLst/>
              <a:rect l="l" t="t" r="r" b="b"/>
              <a:pathLst>
                <a:path w="22821900" h="26670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" y="1600200"/>
            <a:ext cx="57150" cy="2000250"/>
            <a:chOff x="0" y="0"/>
            <a:chExt cx="76200" cy="2667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2667000"/>
            </a:xfrm>
            <a:custGeom>
              <a:avLst/>
              <a:gdLst/>
              <a:ahLst/>
              <a:cxnLst/>
              <a:rect l="l" t="t" r="r" b="b"/>
              <a:pathLst>
                <a:path w="76200" h="26670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885950"/>
            <a:ext cx="800100" cy="800100"/>
            <a:chOff x="0" y="0"/>
            <a:chExt cx="1066800" cy="1066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43000" y="2114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3100" y="1885950"/>
            <a:ext cx="15659100" cy="563918"/>
            <a:chOff x="0" y="0"/>
            <a:chExt cx="20878800" cy="7518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Về nhà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85962" y="2571579"/>
            <a:ext cx="200025" cy="228600"/>
            <a:chOff x="0" y="0"/>
            <a:chExt cx="266700" cy="304800"/>
          </a:xfrm>
        </p:grpSpPr>
        <p:sp>
          <p:nvSpPr>
            <p:cNvPr id="18" name="Freeform 18"/>
            <p:cNvSpPr/>
            <p:nvPr/>
          </p:nvSpPr>
          <p:spPr>
            <a:xfrm>
              <a:off x="-159" y="37992"/>
              <a:ext cx="266840" cy="247803"/>
            </a:xfrm>
            <a:custGeom>
              <a:avLst/>
              <a:gdLst/>
              <a:ahLst/>
              <a:cxnLst/>
              <a:rect l="l" t="t" r="r" b="b"/>
              <a:pathLst>
                <a:path w="266840" h="247803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3150" y="2514429"/>
            <a:ext cx="7572375" cy="375056"/>
            <a:chOff x="0" y="0"/>
            <a:chExt cx="10096500" cy="5000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96500" cy="500075"/>
            </a:xfrm>
            <a:custGeom>
              <a:avLst/>
              <a:gdLst/>
              <a:ahLst/>
              <a:cxnLst/>
              <a:rect l="l" t="t" r="r" b="b"/>
              <a:pathLst>
                <a:path w="10096500" h="500075">
                  <a:moveTo>
                    <a:pt x="0" y="0"/>
                  </a:moveTo>
                  <a:lnTo>
                    <a:pt x="10096500" y="0"/>
                  </a:lnTo>
                  <a:lnTo>
                    <a:pt x="100965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689" b="-3391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00965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Ôn lại các bước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,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nhúng biểu mẫu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và </a:t>
              </a: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 phản hồi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85962" y="3028779"/>
            <a:ext cx="200025" cy="228600"/>
            <a:chOff x="0" y="0"/>
            <a:chExt cx="266700" cy="304800"/>
          </a:xfrm>
        </p:grpSpPr>
        <p:sp>
          <p:nvSpPr>
            <p:cNvPr id="23" name="Freeform 23"/>
            <p:cNvSpPr/>
            <p:nvPr/>
          </p:nvSpPr>
          <p:spPr>
            <a:xfrm>
              <a:off x="-159" y="37992"/>
              <a:ext cx="266840" cy="247803"/>
            </a:xfrm>
            <a:custGeom>
              <a:avLst/>
              <a:gdLst/>
              <a:ahLst/>
              <a:cxnLst/>
              <a:rect l="l" t="t" r="r" b="b"/>
              <a:pathLst>
                <a:path w="266840" h="247803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43150" y="2971629"/>
            <a:ext cx="6400800" cy="375056"/>
            <a:chOff x="0" y="0"/>
            <a:chExt cx="8534400" cy="5000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534400" cy="500075"/>
            </a:xfrm>
            <a:custGeom>
              <a:avLst/>
              <a:gdLst/>
              <a:ahLst/>
              <a:cxnLst/>
              <a:rect l="l" t="t" r="r" b="b"/>
              <a:pathLst>
                <a:path w="8534400" h="500075">
                  <a:moveTo>
                    <a:pt x="0" y="0"/>
                  </a:moveTo>
                  <a:lnTo>
                    <a:pt x="8534400" y="0"/>
                  </a:lnTo>
                  <a:lnTo>
                    <a:pt x="85344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23" b="-2782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85344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Xem lại các ví dụ biểu mẫu trong SGK và trên Google Forms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" y="3828879"/>
            <a:ext cx="17116425" cy="2928938"/>
            <a:chOff x="0" y="0"/>
            <a:chExt cx="22821900" cy="39052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821900" cy="3905250"/>
            </a:xfrm>
            <a:custGeom>
              <a:avLst/>
              <a:gdLst/>
              <a:ahLst/>
              <a:cxnLst/>
              <a:rect l="l" t="t" r="r" b="b"/>
              <a:pathLst>
                <a:path w="22821900" h="390525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3676650"/>
                  </a:lnTo>
                  <a:cubicBezTo>
                    <a:pt x="22821900" y="3802888"/>
                    <a:pt x="22719537" y="3905250"/>
                    <a:pt x="22593300" y="3905250"/>
                  </a:cubicBezTo>
                  <a:lnTo>
                    <a:pt x="76200" y="3905250"/>
                  </a:lnTo>
                  <a:cubicBezTo>
                    <a:pt x="34163" y="3905250"/>
                    <a:pt x="0" y="3871087"/>
                    <a:pt x="0" y="38290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0075" y="3828879"/>
            <a:ext cx="57150" cy="2928938"/>
            <a:chOff x="0" y="0"/>
            <a:chExt cx="76200" cy="39052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00" cy="3905250"/>
            </a:xfrm>
            <a:custGeom>
              <a:avLst/>
              <a:gdLst/>
              <a:ahLst/>
              <a:cxnLst/>
              <a:rect l="l" t="t" r="r" b="b"/>
              <a:pathLst>
                <a:path w="76200" h="3905250">
                  <a:moveTo>
                    <a:pt x="76200" y="0"/>
                  </a:moveTo>
                  <a:lnTo>
                    <a:pt x="76200" y="3905250"/>
                  </a:lnTo>
                  <a:cubicBezTo>
                    <a:pt x="34163" y="3905250"/>
                    <a:pt x="0" y="3871087"/>
                    <a:pt x="0" y="38290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4114629"/>
            <a:ext cx="800100" cy="800100"/>
            <a:chOff x="0" y="0"/>
            <a:chExt cx="1066800" cy="1066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33"/>
          <p:cNvSpPr/>
          <p:nvPr/>
        </p:nvSpPr>
        <p:spPr>
          <a:xfrm>
            <a:off x="1143000" y="434322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943100" y="4114629"/>
            <a:ext cx="15659100" cy="563918"/>
            <a:chOff x="0" y="0"/>
            <a:chExt cx="20878800" cy="75189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878800" cy="751891"/>
            </a:xfrm>
            <a:custGeom>
              <a:avLst/>
              <a:gdLst/>
              <a:ahLst/>
              <a:cxnLst/>
              <a:rect l="l" t="t" r="r" b="b"/>
              <a:pathLst>
                <a:path w="20878800" h="751891">
                  <a:moveTo>
                    <a:pt x="0" y="0"/>
                  </a:moveTo>
                  <a:lnTo>
                    <a:pt x="20878800" y="0"/>
                  </a:lnTo>
                  <a:lnTo>
                    <a:pt x="208788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530" b="-4816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208788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Chuẩn bị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943100" y="4743088"/>
            <a:ext cx="15616238" cy="423224"/>
            <a:chOff x="0" y="0"/>
            <a:chExt cx="20821650" cy="56429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821650" cy="564299"/>
            </a:xfrm>
            <a:custGeom>
              <a:avLst/>
              <a:gdLst/>
              <a:ahLst/>
              <a:cxnLst/>
              <a:rect l="l" t="t" r="r" b="b"/>
              <a:pathLst>
                <a:path w="20821650" h="564299">
                  <a:moveTo>
                    <a:pt x="0" y="0"/>
                  </a:moveTo>
                  <a:lnTo>
                    <a:pt x="20821650" y="0"/>
                  </a:lnTo>
                  <a:lnTo>
                    <a:pt x="20821650" y="564299"/>
                  </a:lnTo>
                  <a:lnTo>
                    <a:pt x="0" y="564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013" b="-6679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20821650" cy="659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Tạo một </a:t>
              </a:r>
              <a:r>
                <a:rPr lang="en-US" sz="2025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khảo sát ý kiến</a:t>
              </a:r>
              <a:r>
                <a:rPr lang="en-US" sz="2025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về một chủ đề em quan tâm: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943100" y="5332447"/>
            <a:ext cx="5043488" cy="1143000"/>
            <a:chOff x="0" y="0"/>
            <a:chExt cx="6724650" cy="152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24650" cy="1524000"/>
            </a:xfrm>
            <a:custGeom>
              <a:avLst/>
              <a:gdLst/>
              <a:ahLst/>
              <a:cxnLst/>
              <a:rect l="l" t="t" r="r" b="b"/>
              <a:pathLst>
                <a:path w="6724650" h="1524000">
                  <a:moveTo>
                    <a:pt x="152400" y="0"/>
                  </a:moveTo>
                  <a:lnTo>
                    <a:pt x="6572250" y="0"/>
                  </a:lnTo>
                  <a:cubicBezTo>
                    <a:pt x="6656324" y="0"/>
                    <a:pt x="6724650" y="68326"/>
                    <a:pt x="6724650" y="152400"/>
                  </a:cubicBezTo>
                  <a:lnTo>
                    <a:pt x="6724650" y="1371600"/>
                  </a:lnTo>
                  <a:cubicBezTo>
                    <a:pt x="6724650" y="1455674"/>
                    <a:pt x="6656324" y="1524000"/>
                    <a:pt x="6572250" y="1524000"/>
                  </a:cubicBezTo>
                  <a:lnTo>
                    <a:pt x="152400" y="1524000"/>
                  </a:lnTo>
                  <a:cubicBezTo>
                    <a:pt x="68326" y="1524000"/>
                    <a:pt x="0" y="1455674"/>
                    <a:pt x="0" y="1371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42"/>
          <p:cNvSpPr/>
          <p:nvPr/>
        </p:nvSpPr>
        <p:spPr>
          <a:xfrm>
            <a:off x="4295718" y="550389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3" name="Group 43"/>
          <p:cNvGrpSpPr/>
          <p:nvPr/>
        </p:nvGrpSpPr>
        <p:grpSpPr>
          <a:xfrm>
            <a:off x="2057400" y="5961097"/>
            <a:ext cx="4814888" cy="375056"/>
            <a:chOff x="0" y="0"/>
            <a:chExt cx="6419850" cy="50007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19850" cy="500075"/>
            </a:xfrm>
            <a:custGeom>
              <a:avLst/>
              <a:gdLst/>
              <a:ahLst/>
              <a:cxnLst/>
              <a:rect l="l" t="t" r="r" b="b"/>
              <a:pathLst>
                <a:path w="6419850" h="500075">
                  <a:moveTo>
                    <a:pt x="0" y="0"/>
                  </a:moveTo>
                  <a:lnTo>
                    <a:pt x="6419850" y="0"/>
                  </a:lnTo>
                  <a:lnTo>
                    <a:pt x="6419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431" b="-1958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6419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Khảo sát sở thích âm nhạc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62686" y="5332447"/>
            <a:ext cx="5043488" cy="1143000"/>
            <a:chOff x="0" y="0"/>
            <a:chExt cx="6724650" cy="1524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24650" cy="1524000"/>
            </a:xfrm>
            <a:custGeom>
              <a:avLst/>
              <a:gdLst/>
              <a:ahLst/>
              <a:cxnLst/>
              <a:rect l="l" t="t" r="r" b="b"/>
              <a:pathLst>
                <a:path w="6724650" h="1524000">
                  <a:moveTo>
                    <a:pt x="152400" y="0"/>
                  </a:moveTo>
                  <a:lnTo>
                    <a:pt x="6572250" y="0"/>
                  </a:lnTo>
                  <a:cubicBezTo>
                    <a:pt x="6656324" y="0"/>
                    <a:pt x="6724650" y="68326"/>
                    <a:pt x="6724650" y="152400"/>
                  </a:cubicBezTo>
                  <a:lnTo>
                    <a:pt x="6724650" y="1371600"/>
                  </a:lnTo>
                  <a:cubicBezTo>
                    <a:pt x="6724650" y="1455674"/>
                    <a:pt x="6656324" y="1524000"/>
                    <a:pt x="6572250" y="1524000"/>
                  </a:cubicBezTo>
                  <a:lnTo>
                    <a:pt x="152400" y="1524000"/>
                  </a:lnTo>
                  <a:cubicBezTo>
                    <a:pt x="68326" y="1524000"/>
                    <a:pt x="0" y="1455674"/>
                    <a:pt x="0" y="1371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48"/>
          <p:cNvSpPr/>
          <p:nvPr/>
        </p:nvSpPr>
        <p:spPr>
          <a:xfrm>
            <a:off x="9536725" y="5503897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>
            <a:off x="7276986" y="5961097"/>
            <a:ext cx="4814888" cy="375056"/>
            <a:chOff x="0" y="0"/>
            <a:chExt cx="6419850" cy="5000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419850" cy="500075"/>
            </a:xfrm>
            <a:custGeom>
              <a:avLst/>
              <a:gdLst/>
              <a:ahLst/>
              <a:cxnLst/>
              <a:rect l="l" t="t" r="r" b="b"/>
              <a:pathLst>
                <a:path w="6419850" h="500075">
                  <a:moveTo>
                    <a:pt x="0" y="0"/>
                  </a:moveTo>
                  <a:lnTo>
                    <a:pt x="6419850" y="0"/>
                  </a:lnTo>
                  <a:lnTo>
                    <a:pt x="6419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431" b="-1958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6419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Khảo sát môn học yêu thích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382443" y="5332447"/>
            <a:ext cx="5043488" cy="1143000"/>
            <a:chOff x="0" y="0"/>
            <a:chExt cx="6724650" cy="1524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724650" cy="1524000"/>
            </a:xfrm>
            <a:custGeom>
              <a:avLst/>
              <a:gdLst/>
              <a:ahLst/>
              <a:cxnLst/>
              <a:rect l="l" t="t" r="r" b="b"/>
              <a:pathLst>
                <a:path w="6724650" h="1524000">
                  <a:moveTo>
                    <a:pt x="152400" y="0"/>
                  </a:moveTo>
                  <a:lnTo>
                    <a:pt x="6572250" y="0"/>
                  </a:lnTo>
                  <a:cubicBezTo>
                    <a:pt x="6656324" y="0"/>
                    <a:pt x="6724650" y="68326"/>
                    <a:pt x="6724650" y="152400"/>
                  </a:cubicBezTo>
                  <a:lnTo>
                    <a:pt x="6724650" y="1371600"/>
                  </a:lnTo>
                  <a:cubicBezTo>
                    <a:pt x="6724650" y="1455674"/>
                    <a:pt x="6656324" y="1524000"/>
                    <a:pt x="6572250" y="1524000"/>
                  </a:cubicBezTo>
                  <a:lnTo>
                    <a:pt x="152400" y="1524000"/>
                  </a:lnTo>
                  <a:cubicBezTo>
                    <a:pt x="68326" y="1524000"/>
                    <a:pt x="0" y="1455674"/>
                    <a:pt x="0" y="1371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Freeform 54"/>
          <p:cNvSpPr/>
          <p:nvPr/>
        </p:nvSpPr>
        <p:spPr>
          <a:xfrm>
            <a:off x="14735061" y="550389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5" name="Group 55"/>
          <p:cNvGrpSpPr/>
          <p:nvPr/>
        </p:nvGrpSpPr>
        <p:grpSpPr>
          <a:xfrm>
            <a:off x="12496743" y="5961097"/>
            <a:ext cx="4814888" cy="375056"/>
            <a:chOff x="0" y="0"/>
            <a:chExt cx="6419850" cy="50007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419850" cy="500075"/>
            </a:xfrm>
            <a:custGeom>
              <a:avLst/>
              <a:gdLst/>
              <a:ahLst/>
              <a:cxnLst/>
              <a:rect l="l" t="t" r="r" b="b"/>
              <a:pathLst>
                <a:path w="6419850" h="500075">
                  <a:moveTo>
                    <a:pt x="0" y="0"/>
                  </a:moveTo>
                  <a:lnTo>
                    <a:pt x="6419850" y="0"/>
                  </a:lnTo>
                  <a:lnTo>
                    <a:pt x="6419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431" b="-1958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6419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Khảo sát món ăn yêu thích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0075" y="6989797"/>
            <a:ext cx="17116425" cy="1943100"/>
            <a:chOff x="0" y="0"/>
            <a:chExt cx="22821900" cy="2590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821900" cy="2590800"/>
            </a:xfrm>
            <a:custGeom>
              <a:avLst/>
              <a:gdLst/>
              <a:ahLst/>
              <a:cxnLst/>
              <a:rect l="l" t="t" r="r" b="b"/>
              <a:pathLst>
                <a:path w="22821900" h="25908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2362200"/>
                  </a:lnTo>
                  <a:cubicBezTo>
                    <a:pt x="22821900" y="2488438"/>
                    <a:pt x="22719537" y="2590800"/>
                    <a:pt x="22593300" y="2590800"/>
                  </a:cubicBezTo>
                  <a:lnTo>
                    <a:pt x="76200" y="2590800"/>
                  </a:lnTo>
                  <a:cubicBezTo>
                    <a:pt x="34163" y="2590800"/>
                    <a:pt x="0" y="2556637"/>
                    <a:pt x="0" y="2514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0075" y="6989797"/>
            <a:ext cx="57150" cy="1943100"/>
            <a:chOff x="0" y="0"/>
            <a:chExt cx="76200" cy="2590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6200" cy="2590800"/>
            </a:xfrm>
            <a:custGeom>
              <a:avLst/>
              <a:gdLst/>
              <a:ahLst/>
              <a:cxnLst/>
              <a:rect l="l" t="t" r="r" b="b"/>
              <a:pathLst>
                <a:path w="76200" h="2590800">
                  <a:moveTo>
                    <a:pt x="76200" y="0"/>
                  </a:moveTo>
                  <a:lnTo>
                    <a:pt x="76200" y="2590800"/>
                  </a:lnTo>
                  <a:cubicBezTo>
                    <a:pt x="34163" y="2590800"/>
                    <a:pt x="0" y="2556637"/>
                    <a:pt x="0" y="2514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Freeform 62"/>
          <p:cNvSpPr/>
          <p:nvPr/>
        </p:nvSpPr>
        <p:spPr>
          <a:xfrm>
            <a:off x="957262" y="733252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3" name="Group 63"/>
          <p:cNvGrpSpPr/>
          <p:nvPr/>
        </p:nvGrpSpPr>
        <p:grpSpPr>
          <a:xfrm>
            <a:off x="1343025" y="7275547"/>
            <a:ext cx="16259175" cy="563918"/>
            <a:chOff x="0" y="0"/>
            <a:chExt cx="21678900" cy="75189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678900" cy="751891"/>
            </a:xfrm>
            <a:custGeom>
              <a:avLst/>
              <a:gdLst/>
              <a:ahLst/>
              <a:cxnLst/>
              <a:rect l="l" t="t" r="r" b="b"/>
              <a:pathLst>
                <a:path w="21678900" h="751891">
                  <a:moveTo>
                    <a:pt x="0" y="0"/>
                  </a:moveTo>
                  <a:lnTo>
                    <a:pt x="21678900" y="0"/>
                  </a:lnTo>
                  <a:lnTo>
                    <a:pt x="216789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1264" b="-5023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21678900" cy="780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4"/>
                </a:lnSpc>
              </a:pPr>
              <a:r>
                <a:rPr lang="en-US" sz="2700" b="1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Lưu ý khi tạo biểu mẫu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14400" y="7961176"/>
            <a:ext cx="5357812" cy="685800"/>
            <a:chOff x="0" y="0"/>
            <a:chExt cx="7143750" cy="9144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143750" cy="914400"/>
            </a:xfrm>
            <a:custGeom>
              <a:avLst/>
              <a:gdLst/>
              <a:ahLst/>
              <a:cxnLst/>
              <a:rect l="l" t="t" r="r" b="b"/>
              <a:pathLst>
                <a:path w="7143750" h="914400">
                  <a:moveTo>
                    <a:pt x="152400" y="0"/>
                  </a:moveTo>
                  <a:lnTo>
                    <a:pt x="6991350" y="0"/>
                  </a:lnTo>
                  <a:cubicBezTo>
                    <a:pt x="7075551" y="0"/>
                    <a:pt x="7143750" y="68199"/>
                    <a:pt x="7143750" y="152400"/>
                  </a:cubicBezTo>
                  <a:lnTo>
                    <a:pt x="7143750" y="762000"/>
                  </a:lnTo>
                  <a:cubicBezTo>
                    <a:pt x="7143750" y="846201"/>
                    <a:pt x="7075551" y="914400"/>
                    <a:pt x="699135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Freeform 68"/>
          <p:cNvSpPr/>
          <p:nvPr/>
        </p:nvSpPr>
        <p:spPr>
          <a:xfrm>
            <a:off x="1121569" y="816120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9" name="Group 69"/>
          <p:cNvGrpSpPr/>
          <p:nvPr/>
        </p:nvGrpSpPr>
        <p:grpSpPr>
          <a:xfrm>
            <a:off x="1614488" y="8132626"/>
            <a:ext cx="2257425" cy="375056"/>
            <a:chOff x="0" y="0"/>
            <a:chExt cx="3009900" cy="5000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009900" cy="500075"/>
            </a:xfrm>
            <a:custGeom>
              <a:avLst/>
              <a:gdLst/>
              <a:ahLst/>
              <a:cxnLst/>
              <a:rect l="l" t="t" r="r" b="b"/>
              <a:pathLst>
                <a:path w="3009900" h="500075">
                  <a:moveTo>
                    <a:pt x="0" y="0"/>
                  </a:moveTo>
                  <a:lnTo>
                    <a:pt x="3009900" y="0"/>
                  </a:lnTo>
                  <a:lnTo>
                    <a:pt x="300990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565" b="-629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300990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Có mục đích rõ ràng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95993" y="7961176"/>
            <a:ext cx="5357812" cy="685800"/>
            <a:chOff x="0" y="0"/>
            <a:chExt cx="7143750" cy="9144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143750" cy="914400"/>
            </a:xfrm>
            <a:custGeom>
              <a:avLst/>
              <a:gdLst/>
              <a:ahLst/>
              <a:cxnLst/>
              <a:rect l="l" t="t" r="r" b="b"/>
              <a:pathLst>
                <a:path w="7143750" h="914400">
                  <a:moveTo>
                    <a:pt x="152400" y="0"/>
                  </a:moveTo>
                  <a:lnTo>
                    <a:pt x="6991350" y="0"/>
                  </a:lnTo>
                  <a:cubicBezTo>
                    <a:pt x="7075551" y="0"/>
                    <a:pt x="7143750" y="68199"/>
                    <a:pt x="7143750" y="152400"/>
                  </a:cubicBezTo>
                  <a:lnTo>
                    <a:pt x="7143750" y="762000"/>
                  </a:lnTo>
                  <a:cubicBezTo>
                    <a:pt x="7143750" y="846201"/>
                    <a:pt x="7075551" y="914400"/>
                    <a:pt x="699135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703162" y="8161201"/>
            <a:ext cx="285750" cy="285750"/>
            <a:chOff x="0" y="0"/>
            <a:chExt cx="381000" cy="381000"/>
          </a:xfrm>
        </p:grpSpPr>
        <p:sp>
          <p:nvSpPr>
            <p:cNvPr id="75" name="Freeform 75"/>
            <p:cNvSpPr/>
            <p:nvPr/>
          </p:nvSpPr>
          <p:spPr>
            <a:xfrm>
              <a:off x="-65" y="0"/>
              <a:ext cx="381065" cy="381024"/>
            </a:xfrm>
            <a:custGeom>
              <a:avLst/>
              <a:gdLst/>
              <a:ahLst/>
              <a:cxnLst/>
              <a:rect l="l" t="t" r="r" b="b"/>
              <a:pathLst>
                <a:path w="381065" h="381024">
                  <a:moveTo>
                    <a:pt x="381065" y="178562"/>
                  </a:moveTo>
                  <a:cubicBezTo>
                    <a:pt x="381065" y="277114"/>
                    <a:pt x="295848" y="357124"/>
                    <a:pt x="190565" y="357124"/>
                  </a:cubicBezTo>
                  <a:cubicBezTo>
                    <a:pt x="163006" y="357124"/>
                    <a:pt x="136717" y="351663"/>
                    <a:pt x="113095" y="341757"/>
                  </a:cubicBezTo>
                  <a:lnTo>
                    <a:pt x="24957" y="379603"/>
                  </a:lnTo>
                  <a:cubicBezTo>
                    <a:pt x="17972" y="382524"/>
                    <a:pt x="9971" y="380873"/>
                    <a:pt x="4764" y="375285"/>
                  </a:cubicBezTo>
                  <a:cubicBezTo>
                    <a:pt x="-443" y="369697"/>
                    <a:pt x="-1459" y="361569"/>
                    <a:pt x="2097" y="354838"/>
                  </a:cubicBezTo>
                  <a:lnTo>
                    <a:pt x="38419" y="286258"/>
                  </a:lnTo>
                  <a:cubicBezTo>
                    <a:pt x="14416" y="256159"/>
                    <a:pt x="65" y="218948"/>
                    <a:pt x="65" y="178562"/>
                  </a:cubicBezTo>
                  <a:cubicBezTo>
                    <a:pt x="65" y="80010"/>
                    <a:pt x="85282" y="0"/>
                    <a:pt x="190565" y="0"/>
                  </a:cubicBezTo>
                  <a:cubicBezTo>
                    <a:pt x="295848" y="0"/>
                    <a:pt x="381065" y="80010"/>
                    <a:pt x="381065" y="178562"/>
                  </a:cubicBezTo>
                  <a:close/>
                </a:path>
              </a:pathLst>
            </a:custGeom>
            <a:solidFill>
              <a:srgbClr val="34A85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196080" y="8132626"/>
            <a:ext cx="2814638" cy="375056"/>
            <a:chOff x="0" y="0"/>
            <a:chExt cx="3752850" cy="50007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752850" cy="500075"/>
            </a:xfrm>
            <a:custGeom>
              <a:avLst/>
              <a:gdLst/>
              <a:ahLst/>
              <a:cxnLst/>
              <a:rect l="l" t="t" r="r" b="b"/>
              <a:pathLst>
                <a:path w="3752850" h="500075">
                  <a:moveTo>
                    <a:pt x="0" y="0"/>
                  </a:moveTo>
                  <a:lnTo>
                    <a:pt x="3752850" y="0"/>
                  </a:lnTo>
                  <a:lnTo>
                    <a:pt x="37528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513" b="-919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66675"/>
              <a:ext cx="37528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ngắn gọn dễ hiểu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077586" y="7961176"/>
            <a:ext cx="5357812" cy="685800"/>
            <a:chOff x="0" y="0"/>
            <a:chExt cx="7143750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143750" cy="914400"/>
            </a:xfrm>
            <a:custGeom>
              <a:avLst/>
              <a:gdLst/>
              <a:ahLst/>
              <a:cxnLst/>
              <a:rect l="l" t="t" r="r" b="b"/>
              <a:pathLst>
                <a:path w="7143750" h="914400">
                  <a:moveTo>
                    <a:pt x="152400" y="0"/>
                  </a:moveTo>
                  <a:lnTo>
                    <a:pt x="6991350" y="0"/>
                  </a:lnTo>
                  <a:cubicBezTo>
                    <a:pt x="7075551" y="0"/>
                    <a:pt x="7143750" y="68199"/>
                    <a:pt x="7143750" y="152400"/>
                  </a:cubicBezTo>
                  <a:lnTo>
                    <a:pt x="7143750" y="762000"/>
                  </a:lnTo>
                  <a:cubicBezTo>
                    <a:pt x="7143750" y="846201"/>
                    <a:pt x="7075551" y="914400"/>
                    <a:pt x="699135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" name="Freeform 81"/>
          <p:cNvSpPr/>
          <p:nvPr/>
        </p:nvSpPr>
        <p:spPr>
          <a:xfrm>
            <a:off x="12284745" y="816120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2" name="Group 82"/>
          <p:cNvGrpSpPr/>
          <p:nvPr/>
        </p:nvGrpSpPr>
        <p:grpSpPr>
          <a:xfrm>
            <a:off x="12777673" y="8132626"/>
            <a:ext cx="2786062" cy="375056"/>
            <a:chOff x="0" y="0"/>
            <a:chExt cx="3714750" cy="50007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714750" cy="500075"/>
            </a:xfrm>
            <a:custGeom>
              <a:avLst/>
              <a:gdLst/>
              <a:ahLst/>
              <a:cxnLst/>
              <a:rect l="l" t="t" r="r" b="b"/>
              <a:pathLst>
                <a:path w="3714750" h="500075">
                  <a:moveTo>
                    <a:pt x="0" y="0"/>
                  </a:moveTo>
                  <a:lnTo>
                    <a:pt x="3714750" y="0"/>
                  </a:lnTo>
                  <a:lnTo>
                    <a:pt x="3714750" y="500075"/>
                  </a:lnTo>
                  <a:lnTo>
                    <a:pt x="0" y="500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029" b="-9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66675"/>
              <a:ext cx="3714750" cy="5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800" b="1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Phương án trả lờ phù hợp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elearningindustry.com/28f523851726bcfcedc0c4398c7e3ea7bbd66f63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35" r="-1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4285F4">
                    <a:alpha val="95000"/>
                  </a:srgbClr>
                </a:gs>
                <a:gs pos="50000">
                  <a:srgbClr val="34A853">
                    <a:alpha val="90000"/>
                  </a:srgbClr>
                </a:gs>
                <a:gs pos="100000">
                  <a:srgbClr val="FBBC04">
                    <a:alpha val="85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8715375" y="1687716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965565" y="3345066"/>
            <a:ext cx="6357938" cy="1422178"/>
            <a:chOff x="0" y="0"/>
            <a:chExt cx="8477250" cy="18962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77250" cy="1896237"/>
            </a:xfrm>
            <a:custGeom>
              <a:avLst/>
              <a:gdLst/>
              <a:ahLst/>
              <a:cxnLst/>
              <a:rect l="l" t="t" r="r" b="b"/>
              <a:pathLst>
                <a:path w="8477250" h="1896237">
                  <a:moveTo>
                    <a:pt x="0" y="0"/>
                  </a:moveTo>
                  <a:lnTo>
                    <a:pt x="8477250" y="0"/>
                  </a:lnTo>
                  <a:lnTo>
                    <a:pt x="847725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9435" b="-247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8477250" cy="19057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Cảm ơn các em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44779" y="4759528"/>
            <a:ext cx="4600575" cy="850259"/>
            <a:chOff x="0" y="0"/>
            <a:chExt cx="6134100" cy="11336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34100" cy="1133678"/>
            </a:xfrm>
            <a:custGeom>
              <a:avLst/>
              <a:gdLst/>
              <a:ahLst/>
              <a:cxnLst/>
              <a:rect l="l" t="t" r="r" b="b"/>
              <a:pathLst>
                <a:path w="6134100" h="1133678">
                  <a:moveTo>
                    <a:pt x="0" y="0"/>
                  </a:moveTo>
                  <a:lnTo>
                    <a:pt x="6134100" y="0"/>
                  </a:lnTo>
                  <a:lnTo>
                    <a:pt x="61341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1822" b="-390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6134100" cy="10765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405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đã chú ý lắng nghe!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0" y="5788228"/>
            <a:ext cx="2286000" cy="57150"/>
            <a:chOff x="0" y="0"/>
            <a:chExt cx="3048000" cy="76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48000" cy="76200"/>
            </a:xfrm>
            <a:custGeom>
              <a:avLst/>
              <a:gdLst/>
              <a:ahLst/>
              <a:cxnLst/>
              <a:rect l="l" t="t" r="r" b="b"/>
              <a:pathLst>
                <a:path w="3048000" h="762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88103" y="6302578"/>
            <a:ext cx="8715375" cy="705374"/>
            <a:chOff x="0" y="0"/>
            <a:chExt cx="11620500" cy="9404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620500" cy="940499"/>
            </a:xfrm>
            <a:custGeom>
              <a:avLst/>
              <a:gdLst/>
              <a:ahLst/>
              <a:cxnLst/>
              <a:rect l="l" t="t" r="r" b="b"/>
              <a:pathLst>
                <a:path w="11620500" h="940499">
                  <a:moveTo>
                    <a:pt x="0" y="0"/>
                  </a:moveTo>
                  <a:lnTo>
                    <a:pt x="11620500" y="0"/>
                  </a:lnTo>
                  <a:lnTo>
                    <a:pt x="11620500" y="940499"/>
                  </a:lnTo>
                  <a:lnTo>
                    <a:pt x="0" y="94049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91125" b="-1903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52400"/>
              <a:ext cx="11620500" cy="1092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Hẹn gặp lại các em trong bài học tiếp theo!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29500" y="768488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7693819" y="7970634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2" h="342900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8686800" y="7684884"/>
            <a:ext cx="914400" cy="914400"/>
            <a:chOff x="0" y="0"/>
            <a:chExt cx="121920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8951119" y="7970634"/>
            <a:ext cx="385762" cy="342900"/>
          </a:xfrm>
          <a:custGeom>
            <a:avLst/>
            <a:gdLst/>
            <a:ahLst/>
            <a:cxnLst/>
            <a:rect l="l" t="t" r="r" b="b"/>
            <a:pathLst>
              <a:path w="385762" h="342900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9944100" y="7684884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0229850" y="797063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2419</Words>
  <Application>Microsoft Office PowerPoint</Application>
  <PresentationFormat>Custom</PresentationFormat>
  <Paragraphs>393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Cabin Bold</vt:lpstr>
      <vt:lpstr>Arimo</vt:lpstr>
      <vt:lpstr>Arimo Bold</vt:lpstr>
      <vt:lpstr>Calibri</vt:lpstr>
      <vt:lpstr>Cabin</vt:lpstr>
      <vt:lpstr>Literaturnaya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27_ Biểu mẫu trên trang web.pptx</dc:title>
  <cp:lastModifiedBy>Trường Nguyễn Đăng</cp:lastModifiedBy>
  <cp:revision>4</cp:revision>
  <dcterms:created xsi:type="dcterms:W3CDTF">2006-08-16T00:00:00Z</dcterms:created>
  <dcterms:modified xsi:type="dcterms:W3CDTF">2026-03-16T02:03:07Z</dcterms:modified>
  <dc:identifier>DAHEC8prb8Y</dc:identifier>
</cp:coreProperties>
</file>
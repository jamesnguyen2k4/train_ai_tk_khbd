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TT Rounds Condensed Bold" charset="1" panose="02000806030000020003"/>
      <p:regular r:id="rId30"/>
    </p:embeddedFont>
    <p:embeddedFont>
      <p:font typeface="TT Rounds Condensed" charset="1" panose="02000506030000020003"/>
      <p:regular r:id="rId32"/>
    </p:embeddedFont>
    <p:embeddedFont>
      <p:font typeface="Arimo Bold" charset="1" panose="020B0704020202020204"/>
      <p:regular r:id="rId37"/>
    </p:embeddedFont>
    <p:embeddedFont>
      <p:font typeface="Arimo" charset="1" panose="020B0604020202020204"/>
      <p:regular r:id="rId38"/>
    </p:embeddedFont>
    <p:embeddedFont>
      <p:font typeface="Literata Bold" charset="1" panose="000000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Slides/notesSlide7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54" Target="notesSlides/notesSlide21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7.png" Type="http://schemas.openxmlformats.org/officeDocument/2006/relationships/image"/><Relationship Id="rId4" Target="../media/image2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0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7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12" Target="../media/image56.png" Type="http://schemas.openxmlformats.org/officeDocument/2006/relationships/image"/><Relationship Id="rId13" Target="../media/image57.sv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58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12" Target="../media/image67.png" Type="http://schemas.openxmlformats.org/officeDocument/2006/relationships/image"/><Relationship Id="rId13" Target="../media/image68.svg" Type="http://schemas.openxmlformats.org/officeDocument/2006/relationships/image"/><Relationship Id="rId14" Target="../media/image69.png" Type="http://schemas.openxmlformats.org/officeDocument/2006/relationships/image"/><Relationship Id="rId15" Target="../media/image70.svg" Type="http://schemas.openxmlformats.org/officeDocument/2006/relationships/image"/><Relationship Id="rId16" Target="../media/image71.png" Type="http://schemas.openxmlformats.org/officeDocument/2006/relationships/image"/><Relationship Id="rId17" Target="../media/image72.sv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73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svg" Type="http://schemas.openxmlformats.org/officeDocument/2006/relationships/image"/><Relationship Id="rId12" Target="../media/image82.png" Type="http://schemas.openxmlformats.org/officeDocument/2006/relationships/image"/><Relationship Id="rId13" Target="../media/image83.svg" Type="http://schemas.openxmlformats.org/officeDocument/2006/relationships/image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Relationship Id="rId4" Target="../media/image74.png" Type="http://schemas.openxmlformats.org/officeDocument/2006/relationships/image"/><Relationship Id="rId5" Target="../media/image75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Relationship Id="rId8" Target="../media/image78.png" Type="http://schemas.openxmlformats.org/officeDocument/2006/relationships/image"/><Relationship Id="rId9" Target="../media/image7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svg" Type="http://schemas.openxmlformats.org/officeDocument/2006/relationships/image"/><Relationship Id="rId2" Target="../notesSlides/notesSlide19.xml" Type="http://schemas.openxmlformats.org/officeDocument/2006/relationships/notesSlide"/><Relationship Id="rId3" Target="../media/image2.jpeg" Type="http://schemas.openxmlformats.org/officeDocument/2006/relationships/image"/><Relationship Id="rId4" Target="../media/image84.png" Type="http://schemas.openxmlformats.org/officeDocument/2006/relationships/image"/><Relationship Id="rId5" Target="../media/image85.svg" Type="http://schemas.openxmlformats.org/officeDocument/2006/relationships/image"/><Relationship Id="rId6" Target="../media/image86.png" Type="http://schemas.openxmlformats.org/officeDocument/2006/relationships/image"/><Relationship Id="rId7" Target="../media/image87.svg" Type="http://schemas.openxmlformats.org/officeDocument/2006/relationships/image"/><Relationship Id="rId8" Target="../media/image88.png" Type="http://schemas.openxmlformats.org/officeDocument/2006/relationships/image"/><Relationship Id="rId9" Target="../media/image8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jpeg" Type="http://schemas.openxmlformats.org/officeDocument/2006/relationships/image"/><Relationship Id="rId4" Target="../media/image92.png" Type="http://schemas.openxmlformats.org/officeDocument/2006/relationships/image"/><Relationship Id="rId5" Target="../media/image9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94.jpeg" Type="http://schemas.openxmlformats.org/officeDocument/2006/relationships/image"/><Relationship Id="rId4" Target="../media/image95.png" Type="http://schemas.openxmlformats.org/officeDocument/2006/relationships/image"/><Relationship Id="rId5" Target="../media/image96.svg" Type="http://schemas.openxmlformats.org/officeDocument/2006/relationships/image"/><Relationship Id="rId6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thumbs.dreamstime.com/1d1d25ebb73acb051f7344c4a997a77b45de41a7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0" t="-8333" r="0" b="-83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95000"/>
                  </a:srgbClr>
                </a:gs>
                <a:gs pos="50000">
                  <a:srgbClr val="4361EE">
                    <a:alpha val="90000"/>
                  </a:srgbClr>
                </a:gs>
                <a:gs pos="100000">
                  <a:srgbClr val="7209B7">
                    <a:alpha val="85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7188" y="2859415"/>
            <a:ext cx="17573625" cy="2001583"/>
            <a:chOff x="0" y="0"/>
            <a:chExt cx="23431500" cy="26687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31500" cy="2668778"/>
            </a:xfrm>
            <a:custGeom>
              <a:avLst/>
              <a:gdLst/>
              <a:ahLst/>
              <a:cxnLst/>
              <a:rect r="r" b="b" t="t" l="l"/>
              <a:pathLst>
                <a:path h="2668778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2668778"/>
                  </a:lnTo>
                  <a:lnTo>
                    <a:pt x="0" y="26687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308" r="0" b="-978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3431500" cy="2668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880"/>
                </a:lnSpc>
              </a:pPr>
              <a:r>
                <a:rPr lang="en-US" b="true" sz="9900" spc="-60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KHỞI ĐỘNG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343900" y="5036344"/>
            <a:ext cx="1600200" cy="85725"/>
            <a:chOff x="0" y="0"/>
            <a:chExt cx="2133600" cy="114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3600" cy="114300"/>
            </a:xfrm>
            <a:custGeom>
              <a:avLst/>
              <a:gdLst/>
              <a:ahLst/>
              <a:cxnLst/>
              <a:rect r="r" b="b" t="t" l="l"/>
              <a:pathLst>
                <a:path h="114300" w="2133600">
                  <a:moveTo>
                    <a:pt x="57150" y="0"/>
                  </a:moveTo>
                  <a:lnTo>
                    <a:pt x="2076450" y="0"/>
                  </a:lnTo>
                  <a:cubicBezTo>
                    <a:pt x="2107946" y="0"/>
                    <a:pt x="2133600" y="25654"/>
                    <a:pt x="2133600" y="57150"/>
                  </a:cubicBezTo>
                  <a:cubicBezTo>
                    <a:pt x="2133600" y="88646"/>
                    <a:pt x="2107946" y="114300"/>
                    <a:pt x="2076450" y="114300"/>
                  </a:cubicBezTo>
                  <a:lnTo>
                    <a:pt x="57150" y="114300"/>
                  </a:lnTo>
                  <a:cubicBezTo>
                    <a:pt x="25654" y="114300"/>
                    <a:pt x="0" y="88646"/>
                    <a:pt x="0" y="57150"/>
                  </a:cubicBezTo>
                  <a:cubicBezTo>
                    <a:pt x="0" y="25654"/>
                    <a:pt x="25654" y="0"/>
                    <a:pt x="5715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3043238" cy="457200"/>
            <a:chOff x="0" y="0"/>
            <a:chExt cx="405765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576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57650">
                  <a:moveTo>
                    <a:pt x="304800" y="0"/>
                  </a:moveTo>
                  <a:lnTo>
                    <a:pt x="3752850" y="0"/>
                  </a:lnTo>
                  <a:cubicBezTo>
                    <a:pt x="3921125" y="0"/>
                    <a:pt x="4057650" y="136525"/>
                    <a:pt x="4057650" y="304800"/>
                  </a:cubicBezTo>
                  <a:cubicBezTo>
                    <a:pt x="4057650" y="473075"/>
                    <a:pt x="3921125" y="609600"/>
                    <a:pt x="375285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4361EE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571500"/>
            <a:ext cx="3143250" cy="457200"/>
            <a:chOff x="0" y="0"/>
            <a:chExt cx="41910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1000" cy="609600"/>
            </a:xfrm>
            <a:custGeom>
              <a:avLst/>
              <a:gdLst/>
              <a:ahLst/>
              <a:cxnLst/>
              <a:rect r="r" b="b" t="t" l="l"/>
              <a:pathLst>
                <a:path h="6096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910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-9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HOẠT ĐỘNG 1: KHỞI ĐỘNG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00150"/>
            <a:ext cx="17402175" cy="571500"/>
            <a:chOff x="0" y="0"/>
            <a:chExt cx="23202900" cy="76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b="true" sz="4050" spc="-24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Tình huống khởi động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2057400"/>
            <a:ext cx="10172700" cy="2143125"/>
            <a:chOff x="0" y="0"/>
            <a:chExt cx="13563600" cy="285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636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13563600">
                  <a:moveTo>
                    <a:pt x="304800" y="0"/>
                  </a:moveTo>
                  <a:lnTo>
                    <a:pt x="13258800" y="0"/>
                  </a:lnTo>
                  <a:cubicBezTo>
                    <a:pt x="13427202" y="0"/>
                    <a:pt x="13563600" y="136525"/>
                    <a:pt x="13563600" y="304800"/>
                  </a:cubicBezTo>
                  <a:lnTo>
                    <a:pt x="13563600" y="2552700"/>
                  </a:lnTo>
                  <a:cubicBezTo>
                    <a:pt x="13563600" y="2721102"/>
                    <a:pt x="13427075" y="2857500"/>
                    <a:pt x="13258800" y="2857500"/>
                  </a:cubicBezTo>
                  <a:lnTo>
                    <a:pt x="304800" y="2857500"/>
                  </a:lnTo>
                  <a:cubicBezTo>
                    <a:pt x="136398" y="2857500"/>
                    <a:pt x="0" y="2720975"/>
                    <a:pt x="0" y="25527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100000"/>
                  </a:srgbClr>
                </a:gs>
                <a:gs pos="100000">
                  <a:srgbClr val="7209B7">
                    <a:alpha val="100000"/>
                  </a:srgbClr>
                </a:gs>
              </a:gsLst>
              <a:lin ang="4686194"/>
            </a:gra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400300"/>
            <a:ext cx="800100" cy="800100"/>
            <a:chOff x="0" y="0"/>
            <a:chExt cx="1066800" cy="1066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03709" y="258603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943100" y="2400300"/>
            <a:ext cx="8629650" cy="457200"/>
            <a:chOff x="0" y="0"/>
            <a:chExt cx="115062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06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506200">
                  <a:moveTo>
                    <a:pt x="0" y="0"/>
                  </a:moveTo>
                  <a:lnTo>
                    <a:pt x="11506200" y="0"/>
                  </a:lnTo>
                  <a:lnTo>
                    <a:pt x="11506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780" r="0" b="-3177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506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b="true" sz="2700" spc="-16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Câu hỏi thảo luận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43100" y="3028769"/>
            <a:ext cx="8586788" cy="1039543"/>
            <a:chOff x="0" y="0"/>
            <a:chExt cx="11449050" cy="13860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49050" cy="1386057"/>
            </a:xfrm>
            <a:custGeom>
              <a:avLst/>
              <a:gdLst/>
              <a:ahLst/>
              <a:cxnLst/>
              <a:rect r="r" b="b" t="t" l="l"/>
              <a:pathLst>
                <a:path h="1386057" w="11449050">
                  <a:moveTo>
                    <a:pt x="0" y="0"/>
                  </a:moveTo>
                  <a:lnTo>
                    <a:pt x="11449050" y="0"/>
                  </a:lnTo>
                  <a:lnTo>
                    <a:pt x="11449050" y="1386057"/>
                  </a:lnTo>
                  <a:lnTo>
                    <a:pt x="0" y="13860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04" r="0" b="-10149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11449050" cy="150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41"/>
                </a:lnSpc>
              </a:pPr>
              <a:r>
                <a:rPr lang="en-US" sz="2524" spc="-15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Giả sử em cần xây dựng một </a:t>
              </a:r>
              <a:r>
                <a:rPr lang="en-US" b="true" sz="2524" spc="-15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website giới thiệu về lớp học</a:t>
              </a:r>
              <a:r>
                <a:rPr lang="en-US" sz="2524" spc="-15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 của mình, em cần chuẩn bị những gì để website đó </a:t>
              </a:r>
              <a:r>
                <a:rPr lang="en-US" b="true" sz="2524" spc="-15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hoàn chỉnh</a:t>
              </a:r>
              <a:r>
                <a:rPr lang="en-US" sz="2524" spc="-15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?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71500" y="4493238"/>
            <a:ext cx="10172700" cy="5229225"/>
            <a:chOff x="0" y="0"/>
            <a:chExt cx="13563600" cy="6972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563600" cy="6972300"/>
            </a:xfrm>
            <a:custGeom>
              <a:avLst/>
              <a:gdLst/>
              <a:ahLst/>
              <a:cxnLst/>
              <a:rect r="r" b="b" t="t" l="l"/>
              <a:pathLst>
                <a:path h="6972300" w="13563600">
                  <a:moveTo>
                    <a:pt x="304800" y="0"/>
                  </a:moveTo>
                  <a:lnTo>
                    <a:pt x="13258800" y="0"/>
                  </a:lnTo>
                  <a:cubicBezTo>
                    <a:pt x="13427202" y="0"/>
                    <a:pt x="13563600" y="136525"/>
                    <a:pt x="13563600" y="304800"/>
                  </a:cubicBezTo>
                  <a:lnTo>
                    <a:pt x="13563600" y="6667500"/>
                  </a:lnTo>
                  <a:cubicBezTo>
                    <a:pt x="13563600" y="6835902"/>
                    <a:pt x="13427075" y="6972300"/>
                    <a:pt x="13258800" y="6972300"/>
                  </a:cubicBezTo>
                  <a:lnTo>
                    <a:pt x="304800" y="6972300"/>
                  </a:lnTo>
                  <a:cubicBezTo>
                    <a:pt x="136398" y="6972300"/>
                    <a:pt x="0" y="6835775"/>
                    <a:pt x="0" y="66675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50119" y="4893288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271588" y="4836138"/>
            <a:ext cx="9272588" cy="400050"/>
            <a:chOff x="0" y="0"/>
            <a:chExt cx="12363450" cy="533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363450" cy="533400"/>
            </a:xfrm>
            <a:custGeom>
              <a:avLst/>
              <a:gdLst/>
              <a:ahLst/>
              <a:cxnLst/>
              <a:rect r="r" b="b" t="t" l="l"/>
              <a:pathLst>
                <a:path h="533400" w="12363450">
                  <a:moveTo>
                    <a:pt x="0" y="0"/>
                  </a:moveTo>
                  <a:lnTo>
                    <a:pt x="12363450" y="0"/>
                  </a:lnTo>
                  <a:lnTo>
                    <a:pt x="123634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35" r="0" b="-40163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23634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250" spc="-13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Yêu cầu nhiệm vụ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5464788"/>
            <a:ext cx="400050" cy="400050"/>
            <a:chOff x="0" y="0"/>
            <a:chExt cx="533400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266700" y="0"/>
                  </a:moveTo>
                  <a:cubicBezTo>
                    <a:pt x="413893" y="0"/>
                    <a:pt x="533400" y="119507"/>
                    <a:pt x="533400" y="266700"/>
                  </a:cubicBezTo>
                  <a:cubicBezTo>
                    <a:pt x="533400" y="413893"/>
                    <a:pt x="413893" y="533400"/>
                    <a:pt x="266700" y="533400"/>
                  </a:cubicBez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64394" y="5464788"/>
            <a:ext cx="500062" cy="400050"/>
            <a:chOff x="0" y="0"/>
            <a:chExt cx="666750" cy="533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6675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b="true" sz="1575" spc="-9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32334" y="5407638"/>
            <a:ext cx="6286209" cy="477393"/>
            <a:chOff x="0" y="0"/>
            <a:chExt cx="8381612" cy="6365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381612" cy="636524"/>
            </a:xfrm>
            <a:custGeom>
              <a:avLst/>
              <a:gdLst/>
              <a:ahLst/>
              <a:cxnLst/>
              <a:rect r="r" b="b" t="t" l="l"/>
              <a:pathLst>
                <a:path h="636524" w="8381612">
                  <a:moveTo>
                    <a:pt x="0" y="0"/>
                  </a:moveTo>
                  <a:lnTo>
                    <a:pt x="8381612" y="0"/>
                  </a:lnTo>
                  <a:lnTo>
                    <a:pt x="8381612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444" r="26587" b="-12427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8381612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Suy nghĩ </a:t>
              </a:r>
              <a:r>
                <a:rPr lang="en-US" b="true" sz="2400" spc="-14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cá nhân</a:t>
              </a: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 dựa vào kiến thức đã học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6036288"/>
            <a:ext cx="400050" cy="400050"/>
            <a:chOff x="0" y="0"/>
            <a:chExt cx="533400" cy="533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266700" y="0"/>
                  </a:moveTo>
                  <a:cubicBezTo>
                    <a:pt x="413893" y="0"/>
                    <a:pt x="533400" y="119507"/>
                    <a:pt x="533400" y="266700"/>
                  </a:cubicBezTo>
                  <a:cubicBezTo>
                    <a:pt x="533400" y="413893"/>
                    <a:pt x="413893" y="533400"/>
                    <a:pt x="266700" y="533400"/>
                  </a:cubicBez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64394" y="6036288"/>
            <a:ext cx="500062" cy="400050"/>
            <a:chOff x="0" y="0"/>
            <a:chExt cx="666750" cy="533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6675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b="true" sz="1575" spc="-9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32334" y="5979138"/>
            <a:ext cx="4923872" cy="477393"/>
            <a:chOff x="0" y="0"/>
            <a:chExt cx="6565163" cy="6365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65164" cy="636524"/>
            </a:xfrm>
            <a:custGeom>
              <a:avLst/>
              <a:gdLst/>
              <a:ahLst/>
              <a:cxnLst/>
              <a:rect r="r" b="b" t="t" l="l"/>
              <a:pathLst>
                <a:path h="636524" w="6565164">
                  <a:moveTo>
                    <a:pt x="0" y="0"/>
                  </a:moveTo>
                  <a:lnTo>
                    <a:pt x="6565164" y="0"/>
                  </a:lnTo>
                  <a:lnTo>
                    <a:pt x="6565164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623" r="26587" b="-8345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0"/>
              <a:ext cx="6565163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Ghi ra giấy </a:t>
              </a:r>
              <a:r>
                <a:rPr lang="en-US" b="true" sz="2400" spc="-14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tối thiểu 3 thành phần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" y="6607788"/>
            <a:ext cx="400050" cy="400050"/>
            <a:chOff x="0" y="0"/>
            <a:chExt cx="533400" cy="533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266700" y="0"/>
                  </a:moveTo>
                  <a:cubicBezTo>
                    <a:pt x="413893" y="0"/>
                    <a:pt x="533400" y="119507"/>
                    <a:pt x="533400" y="266700"/>
                  </a:cubicBezTo>
                  <a:cubicBezTo>
                    <a:pt x="533400" y="413893"/>
                    <a:pt x="413893" y="533400"/>
                    <a:pt x="266700" y="533400"/>
                  </a:cubicBez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64394" y="6607788"/>
            <a:ext cx="500062" cy="400050"/>
            <a:chOff x="0" y="0"/>
            <a:chExt cx="666750" cy="533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66675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b="true" sz="1575" spc="-9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32334" y="6550638"/>
            <a:ext cx="2491129" cy="477393"/>
            <a:chOff x="0" y="0"/>
            <a:chExt cx="3321506" cy="6365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21505" cy="636524"/>
            </a:xfrm>
            <a:custGeom>
              <a:avLst/>
              <a:gdLst/>
              <a:ahLst/>
              <a:cxnLst/>
              <a:rect r="r" b="b" t="t" l="l"/>
              <a:pathLst>
                <a:path h="636524" w="3321505">
                  <a:moveTo>
                    <a:pt x="0" y="0"/>
                  </a:moveTo>
                  <a:lnTo>
                    <a:pt x="3321505" y="0"/>
                  </a:lnTo>
                  <a:lnTo>
                    <a:pt x="3321505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29" r="26587" b="-105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0"/>
              <a:ext cx="3321506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Thờì gian: </a:t>
              </a:r>
              <a:r>
                <a:rPr lang="en-US" b="true" sz="2400" spc="-14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1 phút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029950" y="2057400"/>
            <a:ext cx="6686550" cy="7658100"/>
            <a:chOff x="0" y="0"/>
            <a:chExt cx="8915400" cy="10210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915400" cy="10210800"/>
            </a:xfrm>
            <a:custGeom>
              <a:avLst/>
              <a:gdLst/>
              <a:ahLst/>
              <a:cxnLst/>
              <a:rect r="r" b="b" t="t" l="l"/>
              <a:pathLst>
                <a:path h="10210800" w="8915400">
                  <a:moveTo>
                    <a:pt x="304800" y="0"/>
                  </a:moveTo>
                  <a:lnTo>
                    <a:pt x="8610600" y="0"/>
                  </a:lnTo>
                  <a:cubicBezTo>
                    <a:pt x="8779002" y="0"/>
                    <a:pt x="8915400" y="136525"/>
                    <a:pt x="8915400" y="304800"/>
                  </a:cubicBezTo>
                  <a:lnTo>
                    <a:pt x="8915400" y="9906000"/>
                  </a:lnTo>
                  <a:cubicBezTo>
                    <a:pt x="8915400" y="10074402"/>
                    <a:pt x="8778875" y="10210800"/>
                    <a:pt x="8610600" y="10210800"/>
                  </a:cubicBezTo>
                  <a:lnTo>
                    <a:pt x="304800" y="10210800"/>
                  </a:lnTo>
                  <a:cubicBezTo>
                    <a:pt x="136398" y="10210800"/>
                    <a:pt x="0" y="10074275"/>
                    <a:pt x="0" y="99060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11390709" y="2457450"/>
            <a:ext cx="321469" cy="285750"/>
          </a:xfrm>
          <a:custGeom>
            <a:avLst/>
            <a:gdLst/>
            <a:ahLst/>
            <a:cxnLst/>
            <a:rect r="r" b="b" t="t" l="l"/>
            <a:pathLst>
              <a:path h="285750" w="321469">
                <a:moveTo>
                  <a:pt x="0" y="0"/>
                </a:moveTo>
                <a:lnTo>
                  <a:pt x="321469" y="0"/>
                </a:lnTo>
                <a:lnTo>
                  <a:pt x="321469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1730038" y="2400300"/>
            <a:ext cx="5786438" cy="528415"/>
            <a:chOff x="0" y="0"/>
            <a:chExt cx="7715250" cy="70455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715250" cy="704553"/>
            </a:xfrm>
            <a:custGeom>
              <a:avLst/>
              <a:gdLst/>
              <a:ahLst/>
              <a:cxnLst/>
              <a:rect r="r" b="b" t="t" l="l"/>
              <a:pathLst>
                <a:path h="704553" w="7715250">
                  <a:moveTo>
                    <a:pt x="0" y="0"/>
                  </a:moveTo>
                  <a:lnTo>
                    <a:pt x="7715250" y="0"/>
                  </a:lnTo>
                  <a:lnTo>
                    <a:pt x="7715250" y="704553"/>
                  </a:lnTo>
                  <a:lnTo>
                    <a:pt x="0" y="7045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518" r="0" b="-1512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7715250" cy="771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15"/>
                </a:lnSpc>
              </a:pPr>
              <a:r>
                <a:rPr lang="en-US" b="true" sz="2649" spc="-16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Gợi ý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401425" y="4772025"/>
            <a:ext cx="5972175" cy="800100"/>
            <a:chOff x="0" y="0"/>
            <a:chExt cx="7962900" cy="1066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9629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962900">
                  <a:moveTo>
                    <a:pt x="76200" y="0"/>
                  </a:moveTo>
                  <a:lnTo>
                    <a:pt x="7734300" y="0"/>
                  </a:lnTo>
                  <a:cubicBezTo>
                    <a:pt x="7860411" y="0"/>
                    <a:pt x="7962900" y="102489"/>
                    <a:pt x="7962900" y="228600"/>
                  </a:cubicBezTo>
                  <a:lnTo>
                    <a:pt x="7962900" y="838200"/>
                  </a:lnTo>
                  <a:cubicBezTo>
                    <a:pt x="7962900" y="964311"/>
                    <a:pt x="7860411" y="1066800"/>
                    <a:pt x="7734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401425" y="4772025"/>
            <a:ext cx="57150" cy="800100"/>
            <a:chOff x="0" y="0"/>
            <a:chExt cx="76200" cy="1066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62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62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658600" y="5000625"/>
            <a:ext cx="5600700" cy="477393"/>
            <a:chOff x="0" y="0"/>
            <a:chExt cx="7467600" cy="6365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467600" cy="636524"/>
            </a:xfrm>
            <a:custGeom>
              <a:avLst/>
              <a:gdLst/>
              <a:ahLst/>
              <a:cxnLst/>
              <a:rect r="r" b="b" t="t" l="l"/>
              <a:pathLst>
                <a:path h="636524" w="7467600">
                  <a:moveTo>
                    <a:pt x="0" y="0"/>
                  </a:moveTo>
                  <a:lnTo>
                    <a:pt x="7467600" y="0"/>
                  </a:lnTo>
                  <a:lnTo>
                    <a:pt x="7467600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681" r="0" b="-16450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0"/>
              <a:ext cx="7467600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"Website có cần nội dung không?"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401425" y="5800725"/>
            <a:ext cx="5972175" cy="800100"/>
            <a:chOff x="0" y="0"/>
            <a:chExt cx="7962900" cy="1066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9629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962900">
                  <a:moveTo>
                    <a:pt x="76200" y="0"/>
                  </a:moveTo>
                  <a:lnTo>
                    <a:pt x="7734300" y="0"/>
                  </a:lnTo>
                  <a:cubicBezTo>
                    <a:pt x="7860411" y="0"/>
                    <a:pt x="7962900" y="102489"/>
                    <a:pt x="7962900" y="228600"/>
                  </a:cubicBezTo>
                  <a:lnTo>
                    <a:pt x="7962900" y="838200"/>
                  </a:lnTo>
                  <a:cubicBezTo>
                    <a:pt x="7962900" y="964311"/>
                    <a:pt x="7860411" y="1066800"/>
                    <a:pt x="7734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401425" y="5800725"/>
            <a:ext cx="57150" cy="800100"/>
            <a:chOff x="0" y="0"/>
            <a:chExt cx="76200" cy="1066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2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62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658600" y="6029325"/>
            <a:ext cx="5600700" cy="477393"/>
            <a:chOff x="0" y="0"/>
            <a:chExt cx="7467600" cy="6365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467600" cy="636524"/>
            </a:xfrm>
            <a:custGeom>
              <a:avLst/>
              <a:gdLst/>
              <a:ahLst/>
              <a:cxnLst/>
              <a:rect r="r" b="b" t="t" l="l"/>
              <a:pathLst>
                <a:path h="636524" w="7467600">
                  <a:moveTo>
                    <a:pt x="0" y="0"/>
                  </a:moveTo>
                  <a:lnTo>
                    <a:pt x="7467600" y="0"/>
                  </a:lnTo>
                  <a:lnTo>
                    <a:pt x="7467600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681" r="0" b="-16450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0"/>
              <a:ext cx="7467600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"Có cần chia thành các trang không?"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401425" y="6829425"/>
            <a:ext cx="5972175" cy="800100"/>
            <a:chOff x="0" y="0"/>
            <a:chExt cx="7962900" cy="1066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9629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962900">
                  <a:moveTo>
                    <a:pt x="76200" y="0"/>
                  </a:moveTo>
                  <a:lnTo>
                    <a:pt x="7734300" y="0"/>
                  </a:lnTo>
                  <a:cubicBezTo>
                    <a:pt x="7860411" y="0"/>
                    <a:pt x="7962900" y="102489"/>
                    <a:pt x="7962900" y="228600"/>
                  </a:cubicBezTo>
                  <a:lnTo>
                    <a:pt x="7962900" y="838200"/>
                  </a:lnTo>
                  <a:cubicBezTo>
                    <a:pt x="7962900" y="964311"/>
                    <a:pt x="7860411" y="1066800"/>
                    <a:pt x="7734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401425" y="6829425"/>
            <a:ext cx="57150" cy="800100"/>
            <a:chOff x="0" y="0"/>
            <a:chExt cx="76200" cy="1066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2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62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658600" y="7058025"/>
            <a:ext cx="5600700" cy="477393"/>
            <a:chOff x="0" y="0"/>
            <a:chExt cx="7467600" cy="63652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467600" cy="636524"/>
            </a:xfrm>
            <a:custGeom>
              <a:avLst/>
              <a:gdLst/>
              <a:ahLst/>
              <a:cxnLst/>
              <a:rect r="r" b="b" t="t" l="l"/>
              <a:pathLst>
                <a:path h="636524" w="7467600">
                  <a:moveTo>
                    <a:pt x="0" y="0"/>
                  </a:moveTo>
                  <a:lnTo>
                    <a:pt x="7467600" y="0"/>
                  </a:lnTo>
                  <a:lnTo>
                    <a:pt x="7467600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681" r="0" b="-16450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0"/>
              <a:ext cx="7467600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"Website có cần hình ảnh, màu sắc?"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3043238" cy="457200"/>
            <a:chOff x="0" y="0"/>
            <a:chExt cx="405765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576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57650">
                  <a:moveTo>
                    <a:pt x="304800" y="0"/>
                  </a:moveTo>
                  <a:lnTo>
                    <a:pt x="3752850" y="0"/>
                  </a:lnTo>
                  <a:cubicBezTo>
                    <a:pt x="3921125" y="0"/>
                    <a:pt x="4057650" y="136525"/>
                    <a:pt x="4057650" y="304800"/>
                  </a:cubicBezTo>
                  <a:cubicBezTo>
                    <a:pt x="4057650" y="473075"/>
                    <a:pt x="3921125" y="609600"/>
                    <a:pt x="375285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4361EE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571500"/>
            <a:ext cx="3143250" cy="457200"/>
            <a:chOff x="0" y="0"/>
            <a:chExt cx="41910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1000" cy="609600"/>
            </a:xfrm>
            <a:custGeom>
              <a:avLst/>
              <a:gdLst/>
              <a:ahLst/>
              <a:cxnLst/>
              <a:rect r="r" b="b" t="t" l="l"/>
              <a:pathLst>
                <a:path h="6096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910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-9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HOẠT ĐỘNG 1: KHỞI ĐỘNG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00150"/>
            <a:ext cx="17402175" cy="571500"/>
            <a:chOff x="0" y="0"/>
            <a:chExt cx="23202900" cy="76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b="true" sz="4050" spc="-24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Gợi ý trả lời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1885950"/>
            <a:ext cx="17273588" cy="400050"/>
            <a:chOff x="0" y="0"/>
            <a:chExt cx="2303145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031450" cy="533400"/>
            </a:xfrm>
            <a:custGeom>
              <a:avLst/>
              <a:gdLst/>
              <a:ahLst/>
              <a:cxnLst/>
              <a:rect r="r" b="b" t="t" l="l"/>
              <a:pathLst>
                <a:path h="533400" w="23031450">
                  <a:moveTo>
                    <a:pt x="0" y="0"/>
                  </a:moveTo>
                  <a:lnTo>
                    <a:pt x="23031450" y="0"/>
                  </a:lnTo>
                  <a:lnTo>
                    <a:pt x="230314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1336" r="0" b="-7913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30314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spc="-12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Các thành phần của website hoàn chỉnh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500" y="2600325"/>
            <a:ext cx="8429625" cy="3000375"/>
            <a:chOff x="0" y="0"/>
            <a:chExt cx="11239500" cy="4000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2395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3695700"/>
                  </a:lnTo>
                  <a:cubicBezTo>
                    <a:pt x="11239500" y="3863975"/>
                    <a:pt x="11102975" y="4000500"/>
                    <a:pt x="10934700" y="4000500"/>
                  </a:cubicBezTo>
                  <a:lnTo>
                    <a:pt x="304800" y="4000500"/>
                  </a:lnTo>
                  <a:cubicBezTo>
                    <a:pt x="136525" y="4000500"/>
                    <a:pt x="0" y="3863975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71500" y="2600325"/>
            <a:ext cx="8429625" cy="57150"/>
            <a:chOff x="0" y="0"/>
            <a:chExt cx="112395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39500" cy="76200"/>
            </a:xfrm>
            <a:custGeom>
              <a:avLst/>
              <a:gdLst/>
              <a:ahLst/>
              <a:cxnLst/>
              <a:rect r="r" b="b" t="t" l="l"/>
              <a:pathLst>
                <a:path h="762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971800"/>
            <a:ext cx="800100" cy="800100"/>
            <a:chOff x="0" y="0"/>
            <a:chExt cx="1066800" cy="1066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>
                <a:alpha val="784"/>
              </a:srgbClr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185862" y="3200400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6" y="0"/>
                </a:lnTo>
                <a:lnTo>
                  <a:pt x="257176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943100" y="3143250"/>
            <a:ext cx="1528762" cy="587057"/>
            <a:chOff x="0" y="0"/>
            <a:chExt cx="2038350" cy="7827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8350" cy="782743"/>
            </a:xfrm>
            <a:custGeom>
              <a:avLst/>
              <a:gdLst/>
              <a:ahLst/>
              <a:cxnLst/>
              <a:rect r="r" b="b" t="t" l="l"/>
              <a:pathLst>
                <a:path h="782743" w="2038350">
                  <a:moveTo>
                    <a:pt x="0" y="0"/>
                  </a:moveTo>
                  <a:lnTo>
                    <a:pt x="2038350" y="0"/>
                  </a:lnTo>
                  <a:lnTo>
                    <a:pt x="2038350" y="782743"/>
                  </a:lnTo>
                  <a:lnTo>
                    <a:pt x="0" y="782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1" r="0" b="1031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38350" cy="820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7"/>
                </a:lnSpc>
              </a:pPr>
              <a:r>
                <a:rPr lang="en-US" b="true" sz="2899" spc="-17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Nội dung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7262" y="4057650"/>
            <a:ext cx="200025" cy="228600"/>
            <a:chOff x="0" y="0"/>
            <a:chExt cx="266700" cy="304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14450" y="3952748"/>
            <a:ext cx="3471862" cy="438404"/>
            <a:chOff x="0" y="0"/>
            <a:chExt cx="4629150" cy="5845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29150" cy="584539"/>
            </a:xfrm>
            <a:custGeom>
              <a:avLst/>
              <a:gdLst/>
              <a:ahLst/>
              <a:cxnLst/>
              <a:rect r="r" b="b" t="t" l="l"/>
              <a:pathLst>
                <a:path h="584539" w="4629150">
                  <a:moveTo>
                    <a:pt x="0" y="0"/>
                  </a:moveTo>
                  <a:lnTo>
                    <a:pt x="4629150" y="0"/>
                  </a:lnTo>
                  <a:lnTo>
                    <a:pt x="4629150" y="584539"/>
                  </a:lnTo>
                  <a:lnTo>
                    <a:pt x="0" y="584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19" r="44444" b="-2483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4629150" cy="670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spc="-13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Bài viết giới thiệu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7262" y="4514850"/>
            <a:ext cx="200025" cy="228600"/>
            <a:chOff x="0" y="0"/>
            <a:chExt cx="266700" cy="304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14450" y="4457446"/>
            <a:ext cx="3168819" cy="438404"/>
            <a:chOff x="0" y="0"/>
            <a:chExt cx="4225092" cy="58453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25092" cy="584539"/>
            </a:xfrm>
            <a:custGeom>
              <a:avLst/>
              <a:gdLst/>
              <a:ahLst/>
              <a:cxnLst/>
              <a:rect r="r" b="b" t="t" l="l"/>
              <a:pathLst>
                <a:path h="584539" w="4225092">
                  <a:moveTo>
                    <a:pt x="0" y="0"/>
                  </a:moveTo>
                  <a:lnTo>
                    <a:pt x="4225092" y="0"/>
                  </a:lnTo>
                  <a:lnTo>
                    <a:pt x="4225092" y="584539"/>
                  </a:lnTo>
                  <a:lnTo>
                    <a:pt x="0" y="584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04" r="34171" b="-3181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4225092" cy="670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spc="-13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Hình ảnh minh họa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7262" y="4972050"/>
            <a:ext cx="200025" cy="228600"/>
            <a:chOff x="0" y="0"/>
            <a:chExt cx="266700" cy="304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14450" y="4914900"/>
            <a:ext cx="1528762" cy="438404"/>
            <a:chOff x="0" y="0"/>
            <a:chExt cx="2038350" cy="58453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38350" cy="584539"/>
            </a:xfrm>
            <a:custGeom>
              <a:avLst/>
              <a:gdLst/>
              <a:ahLst/>
              <a:cxnLst/>
              <a:rect r="r" b="b" t="t" l="l"/>
              <a:pathLst>
                <a:path h="584539" w="2038350">
                  <a:moveTo>
                    <a:pt x="0" y="0"/>
                  </a:moveTo>
                  <a:lnTo>
                    <a:pt x="2038350" y="0"/>
                  </a:lnTo>
                  <a:lnTo>
                    <a:pt x="2038350" y="584539"/>
                  </a:lnTo>
                  <a:lnTo>
                    <a:pt x="0" y="584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38" r="0" b="-705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2038350" cy="670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spc="-13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Video, tài liệu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86875" y="2600325"/>
            <a:ext cx="8429625" cy="3000375"/>
            <a:chOff x="0" y="0"/>
            <a:chExt cx="11239500" cy="4000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395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3695700"/>
                  </a:lnTo>
                  <a:cubicBezTo>
                    <a:pt x="11239500" y="3863975"/>
                    <a:pt x="11102975" y="4000500"/>
                    <a:pt x="10934700" y="4000500"/>
                  </a:cubicBezTo>
                  <a:lnTo>
                    <a:pt x="304800" y="4000500"/>
                  </a:lnTo>
                  <a:cubicBezTo>
                    <a:pt x="136525" y="4000500"/>
                    <a:pt x="0" y="3863975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286875" y="2600325"/>
            <a:ext cx="8429625" cy="57150"/>
            <a:chOff x="0" y="0"/>
            <a:chExt cx="11239500" cy="76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39500" cy="76200"/>
            </a:xfrm>
            <a:custGeom>
              <a:avLst/>
              <a:gdLst/>
              <a:ahLst/>
              <a:cxnLst/>
              <a:rect r="r" b="b" t="t" l="l"/>
              <a:pathLst>
                <a:path h="762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29775" y="2971800"/>
            <a:ext cx="800100" cy="800100"/>
            <a:chOff x="0" y="0"/>
            <a:chExt cx="1066800" cy="1066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7209B7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879806" y="3200400"/>
            <a:ext cx="300038" cy="342900"/>
            <a:chOff x="0" y="0"/>
            <a:chExt cx="400050" cy="457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28575"/>
              <a:ext cx="400050" cy="400050"/>
            </a:xfrm>
            <a:custGeom>
              <a:avLst/>
              <a:gdLst/>
              <a:ahLst/>
              <a:cxnLst/>
              <a:rect r="r" b="b" t="t" l="l"/>
              <a:pathLst>
                <a:path h="400050" w="400050">
                  <a:moveTo>
                    <a:pt x="342900" y="57150"/>
                  </a:moveTo>
                  <a:lnTo>
                    <a:pt x="228600" y="57150"/>
                  </a:lnTo>
                  <a:lnTo>
                    <a:pt x="228600" y="171450"/>
                  </a:lnTo>
                  <a:lnTo>
                    <a:pt x="342900" y="171450"/>
                  </a:lnTo>
                  <a:lnTo>
                    <a:pt x="342900" y="57150"/>
                  </a:lnTo>
                  <a:close/>
                  <a:moveTo>
                    <a:pt x="400050" y="171450"/>
                  </a:moveTo>
                  <a:lnTo>
                    <a:pt x="400050" y="342900"/>
                  </a:lnTo>
                  <a:cubicBezTo>
                    <a:pt x="400050" y="374396"/>
                    <a:pt x="374396" y="400050"/>
                    <a:pt x="342900" y="400050"/>
                  </a:cubicBezTo>
                  <a:lnTo>
                    <a:pt x="57150" y="400050"/>
                  </a:lnTo>
                  <a:cubicBezTo>
                    <a:pt x="25654" y="400050"/>
                    <a:pt x="0" y="374396"/>
                    <a:pt x="0" y="342900"/>
                  </a:cubicBezTo>
                  <a:lnTo>
                    <a:pt x="0" y="57150"/>
                  </a:lnTo>
                  <a:cubicBezTo>
                    <a:pt x="0" y="25654"/>
                    <a:pt x="25654" y="0"/>
                    <a:pt x="57150" y="0"/>
                  </a:cubicBezTo>
                  <a:lnTo>
                    <a:pt x="342900" y="0"/>
                  </a:lnTo>
                  <a:cubicBezTo>
                    <a:pt x="374396" y="0"/>
                    <a:pt x="400050" y="25654"/>
                    <a:pt x="400050" y="57150"/>
                  </a:cubicBezTo>
                  <a:lnTo>
                    <a:pt x="400050" y="171450"/>
                  </a:lnTo>
                  <a:close/>
                  <a:moveTo>
                    <a:pt x="57150" y="228600"/>
                  </a:moveTo>
                  <a:lnTo>
                    <a:pt x="57150" y="342900"/>
                  </a:lnTo>
                  <a:lnTo>
                    <a:pt x="171450" y="342900"/>
                  </a:lnTo>
                  <a:lnTo>
                    <a:pt x="171450" y="228600"/>
                  </a:lnTo>
                  <a:lnTo>
                    <a:pt x="57150" y="228600"/>
                  </a:lnTo>
                  <a:close/>
                  <a:moveTo>
                    <a:pt x="171450" y="171450"/>
                  </a:moveTo>
                  <a:lnTo>
                    <a:pt x="171450" y="57150"/>
                  </a:lnTo>
                  <a:lnTo>
                    <a:pt x="57150" y="57150"/>
                  </a:lnTo>
                  <a:lnTo>
                    <a:pt x="57150" y="171450"/>
                  </a:lnTo>
                  <a:lnTo>
                    <a:pt x="171450" y="171450"/>
                  </a:lnTo>
                  <a:close/>
                  <a:moveTo>
                    <a:pt x="228600" y="228600"/>
                  </a:moveTo>
                  <a:lnTo>
                    <a:pt x="228600" y="342900"/>
                  </a:lnTo>
                  <a:lnTo>
                    <a:pt x="342900" y="342900"/>
                  </a:lnTo>
                  <a:lnTo>
                    <a:pt x="342900" y="228600"/>
                  </a:lnTo>
                  <a:lnTo>
                    <a:pt x="228600" y="228600"/>
                  </a:ln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658475" y="3143250"/>
            <a:ext cx="1200150" cy="587057"/>
            <a:chOff x="0" y="0"/>
            <a:chExt cx="1600200" cy="78274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00200" cy="782743"/>
            </a:xfrm>
            <a:custGeom>
              <a:avLst/>
              <a:gdLst/>
              <a:ahLst/>
              <a:cxnLst/>
              <a:rect r="r" b="b" t="t" l="l"/>
              <a:pathLst>
                <a:path h="782743" w="1600200">
                  <a:moveTo>
                    <a:pt x="0" y="0"/>
                  </a:moveTo>
                  <a:lnTo>
                    <a:pt x="1600200" y="0"/>
                  </a:lnTo>
                  <a:lnTo>
                    <a:pt x="1600200" y="782743"/>
                  </a:lnTo>
                  <a:lnTo>
                    <a:pt x="0" y="782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4" r="0" b="2122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600200" cy="820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7"/>
                </a:lnSpc>
              </a:pPr>
              <a:r>
                <a:rPr lang="en-US" b="true" sz="2899" spc="-17">
                  <a:solidFill>
                    <a:srgbClr val="7209B7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Bố cục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72638" y="4057650"/>
            <a:ext cx="200025" cy="228600"/>
            <a:chOff x="0" y="0"/>
            <a:chExt cx="266700" cy="304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029825" y="4000500"/>
            <a:ext cx="1171575" cy="438404"/>
            <a:chOff x="0" y="0"/>
            <a:chExt cx="1562100" cy="58453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62100" cy="584539"/>
            </a:xfrm>
            <a:custGeom>
              <a:avLst/>
              <a:gdLst/>
              <a:ahLst/>
              <a:cxnLst/>
              <a:rect r="r" b="b" t="t" l="l"/>
              <a:pathLst>
                <a:path h="584539" w="1562100">
                  <a:moveTo>
                    <a:pt x="0" y="0"/>
                  </a:moveTo>
                  <a:lnTo>
                    <a:pt x="1562100" y="0"/>
                  </a:lnTo>
                  <a:lnTo>
                    <a:pt x="1562100" y="584539"/>
                  </a:lnTo>
                  <a:lnTo>
                    <a:pt x="0" y="584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3" r="0" b="882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85725"/>
              <a:ext cx="1562100" cy="670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spc="-13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Trang chủ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72638" y="4514850"/>
            <a:ext cx="200025" cy="228600"/>
            <a:chOff x="0" y="0"/>
            <a:chExt cx="266700" cy="304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034588" y="4409948"/>
            <a:ext cx="3706023" cy="438404"/>
            <a:chOff x="0" y="0"/>
            <a:chExt cx="4941364" cy="5845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41365" cy="584539"/>
            </a:xfrm>
            <a:custGeom>
              <a:avLst/>
              <a:gdLst/>
              <a:ahLst/>
              <a:cxnLst/>
              <a:rect r="r" b="b" t="t" l="l"/>
              <a:pathLst>
                <a:path h="584539" w="4941365">
                  <a:moveTo>
                    <a:pt x="0" y="0"/>
                  </a:moveTo>
                  <a:lnTo>
                    <a:pt x="4941365" y="0"/>
                  </a:lnTo>
                  <a:lnTo>
                    <a:pt x="4941365" y="584539"/>
                  </a:lnTo>
                  <a:lnTo>
                    <a:pt x="0" y="584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09" r="42557" b="-3372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85725"/>
              <a:ext cx="4941364" cy="670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spc="-13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Các trang nội dung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72638" y="4972050"/>
            <a:ext cx="200025" cy="228600"/>
            <a:chOff x="0" y="0"/>
            <a:chExt cx="266700" cy="304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029825" y="4867529"/>
            <a:ext cx="2898991" cy="438404"/>
            <a:chOff x="0" y="0"/>
            <a:chExt cx="3865321" cy="58453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865321" cy="584539"/>
            </a:xfrm>
            <a:custGeom>
              <a:avLst/>
              <a:gdLst/>
              <a:ahLst/>
              <a:cxnLst/>
              <a:rect r="r" b="b" t="t" l="l"/>
              <a:pathLst>
                <a:path h="584539" w="3865321">
                  <a:moveTo>
                    <a:pt x="0" y="0"/>
                  </a:moveTo>
                  <a:lnTo>
                    <a:pt x="3865321" y="0"/>
                  </a:lnTo>
                  <a:lnTo>
                    <a:pt x="3865321" y="584539"/>
                  </a:lnTo>
                  <a:lnTo>
                    <a:pt x="0" y="584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9" r="32480" b="-2610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85725"/>
              <a:ext cx="3865321" cy="670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spc="-13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Menu điều hướng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71500" y="5915025"/>
            <a:ext cx="8429625" cy="3000375"/>
            <a:chOff x="0" y="0"/>
            <a:chExt cx="11239500" cy="40005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2395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3695700"/>
                  </a:lnTo>
                  <a:cubicBezTo>
                    <a:pt x="11239500" y="3863975"/>
                    <a:pt x="11102975" y="4000500"/>
                    <a:pt x="10934700" y="4000500"/>
                  </a:cubicBezTo>
                  <a:lnTo>
                    <a:pt x="304800" y="4000500"/>
                  </a:lnTo>
                  <a:cubicBezTo>
                    <a:pt x="136525" y="4000500"/>
                    <a:pt x="0" y="3863975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71500" y="5915025"/>
            <a:ext cx="8429625" cy="57150"/>
            <a:chOff x="0" y="0"/>
            <a:chExt cx="11239500" cy="76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239500" cy="76200"/>
            </a:xfrm>
            <a:custGeom>
              <a:avLst/>
              <a:gdLst/>
              <a:ahLst/>
              <a:cxnLst/>
              <a:rect r="r" b="b" t="t" l="l"/>
              <a:pathLst>
                <a:path h="762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14400" y="6286500"/>
            <a:ext cx="800100" cy="800100"/>
            <a:chOff x="0" y="0"/>
            <a:chExt cx="1066800" cy="1066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72585">
                <a:alpha val="784"/>
              </a:srgbClr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1143000" y="651510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943100" y="6457950"/>
            <a:ext cx="1671638" cy="587057"/>
            <a:chOff x="0" y="0"/>
            <a:chExt cx="2228850" cy="78274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28850" cy="782743"/>
            </a:xfrm>
            <a:custGeom>
              <a:avLst/>
              <a:gdLst/>
              <a:ahLst/>
              <a:cxnLst/>
              <a:rect r="r" b="b" t="t" l="l"/>
              <a:pathLst>
                <a:path h="782743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782743"/>
                  </a:lnTo>
                  <a:lnTo>
                    <a:pt x="0" y="782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3" r="0" b="557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228850" cy="820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7"/>
                </a:lnSpc>
              </a:pPr>
              <a:r>
                <a:rPr lang="en-US" b="true" sz="2899" spc="-17">
                  <a:solidFill>
                    <a:srgbClr val="F72585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Hình thức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7262" y="7372350"/>
            <a:ext cx="200025" cy="228600"/>
            <a:chOff x="0" y="0"/>
            <a:chExt cx="266700" cy="304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14450" y="7315200"/>
            <a:ext cx="1814512" cy="438404"/>
            <a:chOff x="0" y="0"/>
            <a:chExt cx="2419350" cy="58453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419350" cy="584539"/>
            </a:xfrm>
            <a:custGeom>
              <a:avLst/>
              <a:gdLst/>
              <a:ahLst/>
              <a:cxnLst/>
              <a:rect r="r" b="b" t="t" l="l"/>
              <a:pathLst>
                <a:path h="584539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584539"/>
                  </a:lnTo>
                  <a:lnTo>
                    <a:pt x="0" y="584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38" r="0" b="-1975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85725"/>
              <a:ext cx="2419350" cy="670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spc="-13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Màu sắc hài hòa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57262" y="7829550"/>
            <a:ext cx="200025" cy="228600"/>
            <a:chOff x="0" y="0"/>
            <a:chExt cx="266700" cy="304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314450" y="7724648"/>
            <a:ext cx="3754869" cy="438404"/>
            <a:chOff x="0" y="0"/>
            <a:chExt cx="5006493" cy="58453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006493" cy="584539"/>
            </a:xfrm>
            <a:custGeom>
              <a:avLst/>
              <a:gdLst/>
              <a:ahLst/>
              <a:cxnLst/>
              <a:rect r="r" b="b" t="t" l="l"/>
              <a:pathLst>
                <a:path h="584539" w="5006493">
                  <a:moveTo>
                    <a:pt x="0" y="0"/>
                  </a:moveTo>
                  <a:lnTo>
                    <a:pt x="5006493" y="0"/>
                  </a:lnTo>
                  <a:lnTo>
                    <a:pt x="5006493" y="584539"/>
                  </a:lnTo>
                  <a:lnTo>
                    <a:pt x="0" y="584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79" r="50153" b="-2229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85725"/>
              <a:ext cx="5006493" cy="670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spc="-13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Font chữ rõ ràng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57262" y="8286750"/>
            <a:ext cx="200025" cy="228600"/>
            <a:chOff x="0" y="0"/>
            <a:chExt cx="266700" cy="304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14450" y="8229600"/>
            <a:ext cx="1771650" cy="438404"/>
            <a:chOff x="0" y="0"/>
            <a:chExt cx="2362200" cy="58453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362200" cy="584539"/>
            </a:xfrm>
            <a:custGeom>
              <a:avLst/>
              <a:gdLst/>
              <a:ahLst/>
              <a:cxnLst/>
              <a:rect r="r" b="b" t="t" l="l"/>
              <a:pathLst>
                <a:path h="584539" w="2362200">
                  <a:moveTo>
                    <a:pt x="0" y="0"/>
                  </a:moveTo>
                  <a:lnTo>
                    <a:pt x="2362200" y="0"/>
                  </a:lnTo>
                  <a:lnTo>
                    <a:pt x="2362200" y="584539"/>
                  </a:lnTo>
                  <a:lnTo>
                    <a:pt x="0" y="584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3" r="0" b="-1784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85725"/>
              <a:ext cx="2362200" cy="670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spc="-13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Dễ đọc, dễ nhìn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286875" y="5915025"/>
            <a:ext cx="8429625" cy="3000375"/>
            <a:chOff x="0" y="0"/>
            <a:chExt cx="11239500" cy="40005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2395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3695700"/>
                  </a:lnTo>
                  <a:cubicBezTo>
                    <a:pt x="11239500" y="3863975"/>
                    <a:pt x="11102975" y="4000500"/>
                    <a:pt x="10934700" y="4000500"/>
                  </a:cubicBezTo>
                  <a:lnTo>
                    <a:pt x="304800" y="4000500"/>
                  </a:lnTo>
                  <a:cubicBezTo>
                    <a:pt x="136525" y="4000500"/>
                    <a:pt x="0" y="3863975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286875" y="5915025"/>
            <a:ext cx="8429625" cy="57150"/>
            <a:chOff x="0" y="0"/>
            <a:chExt cx="11239500" cy="76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1239500" cy="76200"/>
            </a:xfrm>
            <a:custGeom>
              <a:avLst/>
              <a:gdLst/>
              <a:ahLst/>
              <a:cxnLst/>
              <a:rect r="r" b="b" t="t" l="l"/>
              <a:pathLst>
                <a:path h="762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629775" y="6286500"/>
            <a:ext cx="800100" cy="800100"/>
            <a:chOff x="0" y="0"/>
            <a:chExt cx="1066800" cy="10668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>
                <a:alpha val="784"/>
              </a:srgbClr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9836944" y="6515100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0658475" y="6457950"/>
            <a:ext cx="1357312" cy="587057"/>
            <a:chOff x="0" y="0"/>
            <a:chExt cx="1809750" cy="78274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09750" cy="782743"/>
            </a:xfrm>
            <a:custGeom>
              <a:avLst/>
              <a:gdLst/>
              <a:ahLst/>
              <a:cxnLst/>
              <a:rect r="r" b="b" t="t" l="l"/>
              <a:pathLst>
                <a:path h="782743" w="1809750">
                  <a:moveTo>
                    <a:pt x="0" y="0"/>
                  </a:moveTo>
                  <a:lnTo>
                    <a:pt x="1809750" y="0"/>
                  </a:lnTo>
                  <a:lnTo>
                    <a:pt x="1809750" y="782743"/>
                  </a:lnTo>
                  <a:lnTo>
                    <a:pt x="0" y="782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0" r="0" b="1600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809750" cy="820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7"/>
                </a:lnSpc>
              </a:pPr>
              <a:r>
                <a:rPr lang="en-US" b="true" sz="2899" spc="-17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Liên kết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72638" y="7372350"/>
            <a:ext cx="200025" cy="228600"/>
            <a:chOff x="0" y="0"/>
            <a:chExt cx="266700" cy="3048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029825" y="7315200"/>
            <a:ext cx="3710786" cy="438404"/>
            <a:chOff x="0" y="0"/>
            <a:chExt cx="4947714" cy="58453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947715" cy="584539"/>
            </a:xfrm>
            <a:custGeom>
              <a:avLst/>
              <a:gdLst/>
              <a:ahLst/>
              <a:cxnLst/>
              <a:rect r="r" b="b" t="t" l="l"/>
              <a:pathLst>
                <a:path h="584539" w="4947715">
                  <a:moveTo>
                    <a:pt x="0" y="0"/>
                  </a:moveTo>
                  <a:lnTo>
                    <a:pt x="4947715" y="0"/>
                  </a:lnTo>
                  <a:lnTo>
                    <a:pt x="4947715" y="584539"/>
                  </a:lnTo>
                  <a:lnTo>
                    <a:pt x="0" y="584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654" r="32235" b="-5087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85725"/>
              <a:ext cx="4947714" cy="670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spc="-13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Liên kết giữa các trang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672638" y="7829550"/>
            <a:ext cx="200025" cy="228600"/>
            <a:chOff x="0" y="0"/>
            <a:chExt cx="266700" cy="304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0029825" y="7772400"/>
            <a:ext cx="2898991" cy="457200"/>
            <a:chOff x="0" y="0"/>
            <a:chExt cx="2114550" cy="33348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114550" cy="333486"/>
            </a:xfrm>
            <a:custGeom>
              <a:avLst/>
              <a:gdLst/>
              <a:ahLst/>
              <a:cxnLst/>
              <a:rect r="r" b="b" t="t" l="l"/>
              <a:pathLst>
                <a:path h="333486" w="2114550">
                  <a:moveTo>
                    <a:pt x="0" y="0"/>
                  </a:moveTo>
                  <a:lnTo>
                    <a:pt x="2114550" y="0"/>
                  </a:lnTo>
                  <a:lnTo>
                    <a:pt x="2114550" y="333486"/>
                  </a:lnTo>
                  <a:lnTo>
                    <a:pt x="0" y="333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01" r="0" b="-92098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85725"/>
              <a:ext cx="2114550" cy="419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spc="-13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Liên kết ngoài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672638" y="8286750"/>
            <a:ext cx="200025" cy="228600"/>
            <a:chOff x="0" y="0"/>
            <a:chExt cx="266700" cy="3048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0029825" y="8163052"/>
            <a:ext cx="3199028" cy="438404"/>
            <a:chOff x="0" y="0"/>
            <a:chExt cx="4265371" cy="584539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265371" cy="584539"/>
            </a:xfrm>
            <a:custGeom>
              <a:avLst/>
              <a:gdLst/>
              <a:ahLst/>
              <a:cxnLst/>
              <a:rect r="r" b="b" t="t" l="l"/>
              <a:pathLst>
                <a:path h="584539" w="4265371">
                  <a:moveTo>
                    <a:pt x="0" y="0"/>
                  </a:moveTo>
                  <a:lnTo>
                    <a:pt x="4265371" y="0"/>
                  </a:lnTo>
                  <a:lnTo>
                    <a:pt x="4265371" y="584539"/>
                  </a:lnTo>
                  <a:lnTo>
                    <a:pt x="0" y="584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24" r="29434" b="-39439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85725"/>
              <a:ext cx="4265371" cy="670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spc="-13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Điều hướng dễ dàng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571500" y="9144000"/>
            <a:ext cx="17145000" cy="857250"/>
            <a:chOff x="0" y="0"/>
            <a:chExt cx="22860000" cy="11430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286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489"/>
                    <a:pt x="22860000" y="228600"/>
                  </a:cubicBezTo>
                  <a:lnTo>
                    <a:pt x="22860000" y="914400"/>
                  </a:lnTo>
                  <a:cubicBezTo>
                    <a:pt x="22860000" y="1040511"/>
                    <a:pt x="22757512" y="1143000"/>
                    <a:pt x="22631400" y="1143000"/>
                  </a:cubicBezTo>
                  <a:lnTo>
                    <a:pt x="228600" y="1143000"/>
                  </a:lnTo>
                  <a:cubicBezTo>
                    <a:pt x="102489" y="1143000"/>
                    <a:pt x="0" y="1040511"/>
                    <a:pt x="0" y="914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100000"/>
                  </a:srgbClr>
                </a:gs>
                <a:gs pos="100000">
                  <a:srgbClr val="7209B7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116" id="116"/>
          <p:cNvSpPr/>
          <p:nvPr/>
        </p:nvSpPr>
        <p:spPr>
          <a:xfrm flipH="false" flipV="false" rot="0">
            <a:off x="1646272" y="9464040"/>
            <a:ext cx="289322" cy="257175"/>
          </a:xfrm>
          <a:custGeom>
            <a:avLst/>
            <a:gdLst/>
            <a:ahLst/>
            <a:cxnLst/>
            <a:rect r="r" b="b" t="t" l="l"/>
            <a:pathLst>
              <a:path h="257175" w="289322">
                <a:moveTo>
                  <a:pt x="0" y="0"/>
                </a:moveTo>
                <a:lnTo>
                  <a:pt x="289322" y="0"/>
                </a:lnTo>
                <a:lnTo>
                  <a:pt x="289322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7" id="117"/>
          <p:cNvGrpSpPr/>
          <p:nvPr/>
        </p:nvGrpSpPr>
        <p:grpSpPr>
          <a:xfrm rot="0">
            <a:off x="1150144" y="9372600"/>
            <a:ext cx="16402050" cy="400050"/>
            <a:chOff x="0" y="0"/>
            <a:chExt cx="21869400" cy="5334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1869400" cy="533400"/>
            </a:xfrm>
            <a:custGeom>
              <a:avLst/>
              <a:gdLst/>
              <a:ahLst/>
              <a:cxnLst/>
              <a:rect r="r" b="b" t="t" l="l"/>
              <a:pathLst>
                <a:path h="533400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886" r="0" b="-748886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66675"/>
              <a:ext cx="218694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b="true" sz="2025" spc="-12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Kết luận:</a:t>
              </a:r>
              <a:r>
                <a:rPr lang="en-US" sz="2025" spc="-12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 Website hoàn chỉnh cần có nội dung đầy đủ, bố cục hợp lý, hình thức phù hợp và hệ thống liên kết giữa các trang.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www.shutterstock.com/458b2ec08fab09942931fba7e1534d6ee547e756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-1605" t="0" r="-160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64306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95000"/>
                  </a:srgbClr>
                </a:gs>
                <a:gs pos="50000">
                  <a:srgbClr val="7209B7">
                    <a:alpha val="90000"/>
                  </a:srgbClr>
                </a:gs>
                <a:gs pos="100000">
                  <a:srgbClr val="F72585">
                    <a:alpha val="85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57438" y="2428680"/>
            <a:ext cx="11773123" cy="802009"/>
            <a:chOff x="0" y="0"/>
            <a:chExt cx="14541551" cy="990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41500" cy="990600"/>
            </a:xfrm>
            <a:custGeom>
              <a:avLst/>
              <a:gdLst/>
              <a:ahLst/>
              <a:cxnLst/>
              <a:rect r="r" b="b" t="t" l="l"/>
              <a:pathLst>
                <a:path h="990600" w="14541500">
                  <a:moveTo>
                    <a:pt x="706755" y="0"/>
                  </a:moveTo>
                  <a:lnTo>
                    <a:pt x="13834872" y="0"/>
                  </a:lnTo>
                  <a:cubicBezTo>
                    <a:pt x="14224888" y="0"/>
                    <a:pt x="14541500" y="221996"/>
                    <a:pt x="14541500" y="495300"/>
                  </a:cubicBezTo>
                  <a:cubicBezTo>
                    <a:pt x="14541500" y="768604"/>
                    <a:pt x="14224888" y="990600"/>
                    <a:pt x="13834745" y="990600"/>
                  </a:cubicBezTo>
                  <a:lnTo>
                    <a:pt x="706755" y="990600"/>
                  </a:lnTo>
                  <a:cubicBezTo>
                    <a:pt x="316611" y="990600"/>
                    <a:pt x="0" y="768604"/>
                    <a:pt x="0" y="495300"/>
                  </a:cubicBezTo>
                  <a:cubicBezTo>
                    <a:pt x="0" y="221996"/>
                    <a:pt x="316611" y="0"/>
                    <a:pt x="706755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355353" y="2024632"/>
            <a:ext cx="11400505" cy="1606677"/>
            <a:chOff x="0" y="0"/>
            <a:chExt cx="15200673" cy="21422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00678" cy="2142239"/>
            </a:xfrm>
            <a:custGeom>
              <a:avLst/>
              <a:gdLst/>
              <a:ahLst/>
              <a:cxnLst/>
              <a:rect r="r" b="b" t="t" l="l"/>
              <a:pathLst>
                <a:path h="2142239" w="15200678">
                  <a:moveTo>
                    <a:pt x="0" y="0"/>
                  </a:moveTo>
                  <a:lnTo>
                    <a:pt x="15200678" y="0"/>
                  </a:lnTo>
                  <a:lnTo>
                    <a:pt x="15200678" y="2142239"/>
                  </a:lnTo>
                  <a:lnTo>
                    <a:pt x="0" y="2142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786" r="4336" b="-3974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5200673" cy="2247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48"/>
                </a:lnSpc>
              </a:pPr>
              <a:r>
                <a:rPr lang="en-US" b="true" sz="4200" spc="-25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Chào mừng các em đến với buổi học ngày hôm nay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29804" y="3554540"/>
            <a:ext cx="15028393" cy="3506534"/>
            <a:chOff x="0" y="0"/>
            <a:chExt cx="20037857" cy="46753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037858" cy="4675378"/>
            </a:xfrm>
            <a:custGeom>
              <a:avLst/>
              <a:gdLst/>
              <a:ahLst/>
              <a:cxnLst/>
              <a:rect r="r" b="b" t="t" l="l"/>
              <a:pathLst>
                <a:path h="4675378" w="20037858">
                  <a:moveTo>
                    <a:pt x="0" y="0"/>
                  </a:moveTo>
                  <a:lnTo>
                    <a:pt x="20037858" y="0"/>
                  </a:lnTo>
                  <a:lnTo>
                    <a:pt x="20037858" y="4675378"/>
                  </a:lnTo>
                  <a:lnTo>
                    <a:pt x="0" y="46753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463" r="8037" b="158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037857" cy="4675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880"/>
                </a:lnSpc>
              </a:pPr>
              <a:r>
                <a:rPr lang="en-US" b="true" sz="9900" spc="-60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Bài 28: Thực hành tổng hợp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497955" y="7386638"/>
            <a:ext cx="535781" cy="428625"/>
          </a:xfrm>
          <a:custGeom>
            <a:avLst/>
            <a:gdLst/>
            <a:ahLst/>
            <a:cxnLst/>
            <a:rect r="r" b="b" t="t" l="l"/>
            <a:pathLst>
              <a:path h="428625" w="535781">
                <a:moveTo>
                  <a:pt x="0" y="0"/>
                </a:moveTo>
                <a:lnTo>
                  <a:pt x="535781" y="0"/>
                </a:lnTo>
                <a:lnTo>
                  <a:pt x="535781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187327" y="7400925"/>
            <a:ext cx="4672012" cy="400050"/>
            <a:chOff x="0" y="0"/>
            <a:chExt cx="6229350" cy="533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29350" cy="533400"/>
            </a:xfrm>
            <a:custGeom>
              <a:avLst/>
              <a:gdLst/>
              <a:ahLst/>
              <a:cxnLst/>
              <a:rect r="r" b="b" t="t" l="l"/>
              <a:pathLst>
                <a:path h="533400" w="6229350">
                  <a:moveTo>
                    <a:pt x="0" y="0"/>
                  </a:moveTo>
                  <a:lnTo>
                    <a:pt x="6229350" y="0"/>
                  </a:lnTo>
                  <a:lnTo>
                    <a:pt x="62293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557" r="0" b="-17755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2293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87"/>
                </a:lnSpc>
              </a:pPr>
              <a:r>
                <a:rPr lang="en-US" sz="2700" spc="-16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Xây dựng website với Google Sites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571500"/>
            <a:chOff x="0" y="0"/>
            <a:chExt cx="232029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b="true" sz="4050" spc="-24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Nội dung bài học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1314450"/>
            <a:ext cx="1143000" cy="85725"/>
            <a:chOff x="0" y="0"/>
            <a:chExt cx="1524000" cy="114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0" cy="114300"/>
            </a:xfrm>
            <a:custGeom>
              <a:avLst/>
              <a:gdLst/>
              <a:ahLst/>
              <a:cxnLst/>
              <a:rect r="r" b="b" t="t" l="l"/>
              <a:pathLst>
                <a:path h="114300" w="1524000">
                  <a:moveTo>
                    <a:pt x="57150" y="0"/>
                  </a:moveTo>
                  <a:lnTo>
                    <a:pt x="1466850" y="0"/>
                  </a:lnTo>
                  <a:cubicBezTo>
                    <a:pt x="1498346" y="0"/>
                    <a:pt x="1524000" y="25654"/>
                    <a:pt x="1524000" y="57150"/>
                  </a:cubicBezTo>
                  <a:cubicBezTo>
                    <a:pt x="1524000" y="88646"/>
                    <a:pt x="1498346" y="114300"/>
                    <a:pt x="1466850" y="114300"/>
                  </a:cubicBezTo>
                  <a:lnTo>
                    <a:pt x="57150" y="114300"/>
                  </a:lnTo>
                  <a:cubicBezTo>
                    <a:pt x="25654" y="114300"/>
                    <a:pt x="0" y="88646"/>
                    <a:pt x="0" y="57150"/>
                  </a:cubicBezTo>
                  <a:cubicBezTo>
                    <a:pt x="0" y="25654"/>
                    <a:pt x="25654" y="0"/>
                    <a:pt x="5715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00075" y="1743075"/>
            <a:ext cx="8401050" cy="2586038"/>
            <a:chOff x="0" y="0"/>
            <a:chExt cx="11201400" cy="3448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01400" cy="3448050"/>
            </a:xfrm>
            <a:custGeom>
              <a:avLst/>
              <a:gdLst/>
              <a:ahLst/>
              <a:cxnLst/>
              <a:rect r="r" b="b" t="t" l="l"/>
              <a:pathLst>
                <a:path h="3448050" w="11201400">
                  <a:moveTo>
                    <a:pt x="76200" y="0"/>
                  </a:moveTo>
                  <a:lnTo>
                    <a:pt x="10896600" y="0"/>
                  </a:lnTo>
                  <a:cubicBezTo>
                    <a:pt x="11065002" y="0"/>
                    <a:pt x="11201400" y="136525"/>
                    <a:pt x="11201400" y="304800"/>
                  </a:cubicBezTo>
                  <a:lnTo>
                    <a:pt x="11201400" y="3143250"/>
                  </a:lnTo>
                  <a:cubicBezTo>
                    <a:pt x="11201400" y="3311652"/>
                    <a:pt x="11064875" y="3448050"/>
                    <a:pt x="10896600" y="3448050"/>
                  </a:cubicBezTo>
                  <a:lnTo>
                    <a:pt x="76200" y="3448050"/>
                  </a:lnTo>
                  <a:cubicBezTo>
                    <a:pt x="34163" y="3448050"/>
                    <a:pt x="0" y="3413887"/>
                    <a:pt x="0" y="33718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0075" y="1743075"/>
            <a:ext cx="57150" cy="2586038"/>
            <a:chOff x="0" y="0"/>
            <a:chExt cx="76200" cy="3448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" cy="3448050"/>
            </a:xfrm>
            <a:custGeom>
              <a:avLst/>
              <a:gdLst/>
              <a:ahLst/>
              <a:cxnLst/>
              <a:rect r="r" b="b" t="t" l="l"/>
              <a:pathLst>
                <a:path h="3448050" w="76200">
                  <a:moveTo>
                    <a:pt x="76200" y="0"/>
                  </a:moveTo>
                  <a:lnTo>
                    <a:pt x="76200" y="3448050"/>
                  </a:lnTo>
                  <a:cubicBezTo>
                    <a:pt x="34163" y="3448050"/>
                    <a:pt x="0" y="3413887"/>
                    <a:pt x="0" y="33718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71550" y="2085975"/>
            <a:ext cx="914400" cy="914400"/>
            <a:chOff x="0" y="0"/>
            <a:chExt cx="1219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228600" y="0"/>
                  </a:moveTo>
                  <a:lnTo>
                    <a:pt x="990600" y="0"/>
                  </a:lnTo>
                  <a:cubicBezTo>
                    <a:pt x="1116711" y="0"/>
                    <a:pt x="1219200" y="102489"/>
                    <a:pt x="1219200" y="228600"/>
                  </a:cubicBezTo>
                  <a:lnTo>
                    <a:pt x="1219200" y="990600"/>
                  </a:lnTo>
                  <a:cubicBezTo>
                    <a:pt x="1219200" y="1116711"/>
                    <a:pt x="1116711" y="1219200"/>
                    <a:pt x="990600" y="1219200"/>
                  </a:cubicBezTo>
                  <a:lnTo>
                    <a:pt x="228600" y="1219200"/>
                  </a:lnTo>
                  <a:cubicBezTo>
                    <a:pt x="102489" y="1219200"/>
                    <a:pt x="0" y="1116711"/>
                    <a:pt x="0" y="9906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50690" y="2314575"/>
            <a:ext cx="528638" cy="457200"/>
            <a:chOff x="0" y="0"/>
            <a:chExt cx="704850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4850" cy="609600"/>
            </a:xfrm>
            <a:custGeom>
              <a:avLst/>
              <a:gdLst/>
              <a:ahLst/>
              <a:cxnLst/>
              <a:rect r="r" b="b" t="t" l="l"/>
              <a:pathLst>
                <a:path h="609600" w="704850">
                  <a:moveTo>
                    <a:pt x="0" y="0"/>
                  </a:moveTo>
                  <a:lnTo>
                    <a:pt x="704850" y="0"/>
                  </a:lnTo>
                  <a:lnTo>
                    <a:pt x="7048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965" t="0" r="-6096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0485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b="true" sz="2700" spc="-16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09349" y="2317175"/>
            <a:ext cx="6715125" cy="457200"/>
            <a:chOff x="0" y="0"/>
            <a:chExt cx="8953500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53500" cy="609600"/>
            </a:xfrm>
            <a:custGeom>
              <a:avLst/>
              <a:gdLst/>
              <a:ahLst/>
              <a:cxnLst/>
              <a:rect r="r" b="b" t="t" l="l"/>
              <a:pathLst>
                <a:path h="609600" w="8953500">
                  <a:moveTo>
                    <a:pt x="0" y="0"/>
                  </a:moveTo>
                  <a:lnTo>
                    <a:pt x="8953500" y="0"/>
                  </a:lnTo>
                  <a:lnTo>
                    <a:pt x="89535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9535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b="true" sz="2700" spc="-16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Khái Quát Nhiệm Vụ Và Yêu Cầu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15450" y="1743075"/>
            <a:ext cx="8401050" cy="2586038"/>
            <a:chOff x="0" y="0"/>
            <a:chExt cx="11201400" cy="3448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01400" cy="3448050"/>
            </a:xfrm>
            <a:custGeom>
              <a:avLst/>
              <a:gdLst/>
              <a:ahLst/>
              <a:cxnLst/>
              <a:rect r="r" b="b" t="t" l="l"/>
              <a:pathLst>
                <a:path h="3448050" w="11201400">
                  <a:moveTo>
                    <a:pt x="76200" y="0"/>
                  </a:moveTo>
                  <a:lnTo>
                    <a:pt x="10896600" y="0"/>
                  </a:lnTo>
                  <a:cubicBezTo>
                    <a:pt x="11065002" y="0"/>
                    <a:pt x="11201400" y="136525"/>
                    <a:pt x="11201400" y="304800"/>
                  </a:cubicBezTo>
                  <a:lnTo>
                    <a:pt x="11201400" y="3143250"/>
                  </a:lnTo>
                  <a:cubicBezTo>
                    <a:pt x="11201400" y="3311652"/>
                    <a:pt x="11064875" y="3448050"/>
                    <a:pt x="10896600" y="3448050"/>
                  </a:cubicBezTo>
                  <a:lnTo>
                    <a:pt x="76200" y="3448050"/>
                  </a:lnTo>
                  <a:cubicBezTo>
                    <a:pt x="34163" y="3448050"/>
                    <a:pt x="0" y="3413887"/>
                    <a:pt x="0" y="33718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15450" y="1743075"/>
            <a:ext cx="57150" cy="2586038"/>
            <a:chOff x="0" y="0"/>
            <a:chExt cx="76200" cy="3448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200" cy="3448050"/>
            </a:xfrm>
            <a:custGeom>
              <a:avLst/>
              <a:gdLst/>
              <a:ahLst/>
              <a:cxnLst/>
              <a:rect r="r" b="b" t="t" l="l"/>
              <a:pathLst>
                <a:path h="3448050" w="76200">
                  <a:moveTo>
                    <a:pt x="76200" y="0"/>
                  </a:moveTo>
                  <a:lnTo>
                    <a:pt x="76200" y="3448050"/>
                  </a:lnTo>
                  <a:cubicBezTo>
                    <a:pt x="34163" y="3448050"/>
                    <a:pt x="0" y="3413887"/>
                    <a:pt x="0" y="33718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86925" y="2085975"/>
            <a:ext cx="914400" cy="914400"/>
            <a:chOff x="0" y="0"/>
            <a:chExt cx="121920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228600" y="0"/>
                  </a:moveTo>
                  <a:lnTo>
                    <a:pt x="990600" y="0"/>
                  </a:lnTo>
                  <a:cubicBezTo>
                    <a:pt x="1116711" y="0"/>
                    <a:pt x="1219200" y="102489"/>
                    <a:pt x="1219200" y="228600"/>
                  </a:cubicBezTo>
                  <a:lnTo>
                    <a:pt x="1219200" y="990600"/>
                  </a:lnTo>
                  <a:cubicBezTo>
                    <a:pt x="1219200" y="1116711"/>
                    <a:pt x="1116711" y="1219200"/>
                    <a:pt x="990600" y="1219200"/>
                  </a:cubicBezTo>
                  <a:lnTo>
                    <a:pt x="228600" y="1219200"/>
                  </a:lnTo>
                  <a:cubicBezTo>
                    <a:pt x="102489" y="1219200"/>
                    <a:pt x="0" y="1116711"/>
                    <a:pt x="0" y="9906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36423" y="2314575"/>
            <a:ext cx="585788" cy="457200"/>
            <a:chOff x="0" y="0"/>
            <a:chExt cx="78105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1050" cy="609600"/>
            </a:xfrm>
            <a:custGeom>
              <a:avLst/>
              <a:gdLst/>
              <a:ahLst/>
              <a:cxnLst/>
              <a:rect r="r" b="b" t="t" l="l"/>
              <a:pathLst>
                <a:path h="6096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139" t="0" r="-5013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8105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b="true" sz="2700" spc="-16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02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15650" y="2317175"/>
            <a:ext cx="6715125" cy="457200"/>
            <a:chOff x="0" y="0"/>
            <a:chExt cx="8953500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953500" cy="609600"/>
            </a:xfrm>
            <a:custGeom>
              <a:avLst/>
              <a:gdLst/>
              <a:ahLst/>
              <a:cxnLst/>
              <a:rect r="r" b="b" t="t" l="l"/>
              <a:pathLst>
                <a:path h="609600" w="8953500">
                  <a:moveTo>
                    <a:pt x="0" y="0"/>
                  </a:moveTo>
                  <a:lnTo>
                    <a:pt x="8953500" y="0"/>
                  </a:lnTo>
                  <a:lnTo>
                    <a:pt x="89535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9535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000" spc="-18">
                  <a:solidFill>
                    <a:srgbClr val="7209B7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Nhiệm Vụ 1: Lựa Chọn Chủ Đề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15450" y="5425354"/>
            <a:ext cx="8401050" cy="2586038"/>
            <a:chOff x="0" y="0"/>
            <a:chExt cx="11201400" cy="3448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01400" cy="3448050"/>
            </a:xfrm>
            <a:custGeom>
              <a:avLst/>
              <a:gdLst/>
              <a:ahLst/>
              <a:cxnLst/>
              <a:rect r="r" b="b" t="t" l="l"/>
              <a:pathLst>
                <a:path h="3448050" w="11201400">
                  <a:moveTo>
                    <a:pt x="76200" y="0"/>
                  </a:moveTo>
                  <a:lnTo>
                    <a:pt x="10896600" y="0"/>
                  </a:lnTo>
                  <a:cubicBezTo>
                    <a:pt x="11065002" y="0"/>
                    <a:pt x="11201400" y="136525"/>
                    <a:pt x="11201400" y="304800"/>
                  </a:cubicBezTo>
                  <a:lnTo>
                    <a:pt x="11201400" y="3143250"/>
                  </a:lnTo>
                  <a:cubicBezTo>
                    <a:pt x="11201400" y="3311652"/>
                    <a:pt x="11064875" y="3448050"/>
                    <a:pt x="10896600" y="3448050"/>
                  </a:cubicBezTo>
                  <a:lnTo>
                    <a:pt x="76200" y="3448050"/>
                  </a:lnTo>
                  <a:cubicBezTo>
                    <a:pt x="34163" y="3448050"/>
                    <a:pt x="0" y="3413887"/>
                    <a:pt x="0" y="33718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15450" y="5425354"/>
            <a:ext cx="57150" cy="2586038"/>
            <a:chOff x="0" y="0"/>
            <a:chExt cx="76200" cy="3448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200" cy="3448050"/>
            </a:xfrm>
            <a:custGeom>
              <a:avLst/>
              <a:gdLst/>
              <a:ahLst/>
              <a:cxnLst/>
              <a:rect r="r" b="b" t="t" l="l"/>
              <a:pathLst>
                <a:path h="3448050" w="76200">
                  <a:moveTo>
                    <a:pt x="76200" y="0"/>
                  </a:moveTo>
                  <a:lnTo>
                    <a:pt x="76200" y="3448050"/>
                  </a:lnTo>
                  <a:cubicBezTo>
                    <a:pt x="34163" y="3448050"/>
                    <a:pt x="0" y="3413887"/>
                    <a:pt x="0" y="33718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86925" y="5768254"/>
            <a:ext cx="914400" cy="914400"/>
            <a:chOff x="0" y="0"/>
            <a:chExt cx="121920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228600" y="0"/>
                  </a:moveTo>
                  <a:lnTo>
                    <a:pt x="990600" y="0"/>
                  </a:lnTo>
                  <a:cubicBezTo>
                    <a:pt x="1116711" y="0"/>
                    <a:pt x="1219200" y="102489"/>
                    <a:pt x="1219200" y="228600"/>
                  </a:cubicBezTo>
                  <a:lnTo>
                    <a:pt x="1219200" y="990600"/>
                  </a:lnTo>
                  <a:cubicBezTo>
                    <a:pt x="1219200" y="1116711"/>
                    <a:pt x="1116711" y="1219200"/>
                    <a:pt x="990600" y="1219200"/>
                  </a:cubicBezTo>
                  <a:lnTo>
                    <a:pt x="228600" y="1219200"/>
                  </a:lnTo>
                  <a:cubicBezTo>
                    <a:pt x="102489" y="1219200"/>
                    <a:pt x="0" y="1116711"/>
                    <a:pt x="0" y="9906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933565" y="5996854"/>
            <a:ext cx="585788" cy="457200"/>
            <a:chOff x="0" y="0"/>
            <a:chExt cx="78105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1050" cy="609600"/>
            </a:xfrm>
            <a:custGeom>
              <a:avLst/>
              <a:gdLst/>
              <a:ahLst/>
              <a:cxnLst/>
              <a:rect r="r" b="b" t="t" l="l"/>
              <a:pathLst>
                <a:path h="6096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139" t="0" r="-50139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8105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000" spc="-18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04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18238" y="5996854"/>
            <a:ext cx="6715125" cy="457200"/>
            <a:chOff x="0" y="0"/>
            <a:chExt cx="8953500" cy="609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953500" cy="609600"/>
            </a:xfrm>
            <a:custGeom>
              <a:avLst/>
              <a:gdLst/>
              <a:ahLst/>
              <a:cxnLst/>
              <a:rect r="r" b="b" t="t" l="l"/>
              <a:pathLst>
                <a:path h="609600" w="8953500">
                  <a:moveTo>
                    <a:pt x="0" y="0"/>
                  </a:moveTo>
                  <a:lnTo>
                    <a:pt x="8953500" y="0"/>
                  </a:lnTo>
                  <a:lnTo>
                    <a:pt x="89535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9535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000" spc="-18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Nhiệm Vụ 3: Xây dựng Các Trang Web Theo Chủ Đề Đã Lựa Chọn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" y="7839018"/>
            <a:ext cx="914400" cy="914400"/>
            <a:chOff x="0" y="0"/>
            <a:chExt cx="121920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228600" y="0"/>
                  </a:moveTo>
                  <a:lnTo>
                    <a:pt x="990600" y="0"/>
                  </a:lnTo>
                  <a:cubicBezTo>
                    <a:pt x="1116711" y="0"/>
                    <a:pt x="1219200" y="102489"/>
                    <a:pt x="1219200" y="228600"/>
                  </a:cubicBezTo>
                  <a:lnTo>
                    <a:pt x="1219200" y="990600"/>
                  </a:lnTo>
                  <a:cubicBezTo>
                    <a:pt x="1219200" y="1116711"/>
                    <a:pt x="1116711" y="1219200"/>
                    <a:pt x="990600" y="1219200"/>
                  </a:cubicBezTo>
                  <a:lnTo>
                    <a:pt x="228600" y="1219200"/>
                  </a:lnTo>
                  <a:cubicBezTo>
                    <a:pt x="102489" y="1219200"/>
                    <a:pt x="0" y="1116711"/>
                    <a:pt x="0" y="9906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00075" y="5419601"/>
            <a:ext cx="8401050" cy="2586038"/>
            <a:chOff x="0" y="0"/>
            <a:chExt cx="11201400" cy="34480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201400" cy="3448050"/>
            </a:xfrm>
            <a:custGeom>
              <a:avLst/>
              <a:gdLst/>
              <a:ahLst/>
              <a:cxnLst/>
              <a:rect r="r" b="b" t="t" l="l"/>
              <a:pathLst>
                <a:path h="3448050" w="11201400">
                  <a:moveTo>
                    <a:pt x="76200" y="0"/>
                  </a:moveTo>
                  <a:lnTo>
                    <a:pt x="10896600" y="0"/>
                  </a:lnTo>
                  <a:cubicBezTo>
                    <a:pt x="11065002" y="0"/>
                    <a:pt x="11201400" y="136525"/>
                    <a:pt x="11201400" y="304800"/>
                  </a:cubicBezTo>
                  <a:lnTo>
                    <a:pt x="11201400" y="3143250"/>
                  </a:lnTo>
                  <a:cubicBezTo>
                    <a:pt x="11201400" y="3311652"/>
                    <a:pt x="11064875" y="3448050"/>
                    <a:pt x="10896600" y="3448050"/>
                  </a:cubicBezTo>
                  <a:lnTo>
                    <a:pt x="76200" y="3448050"/>
                  </a:lnTo>
                  <a:cubicBezTo>
                    <a:pt x="34163" y="3448050"/>
                    <a:pt x="0" y="3413887"/>
                    <a:pt x="0" y="33718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00075" y="5419601"/>
            <a:ext cx="57150" cy="2586038"/>
            <a:chOff x="0" y="0"/>
            <a:chExt cx="76200" cy="34480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200" cy="3448050"/>
            </a:xfrm>
            <a:custGeom>
              <a:avLst/>
              <a:gdLst/>
              <a:ahLst/>
              <a:cxnLst/>
              <a:rect r="r" b="b" t="t" l="l"/>
              <a:pathLst>
                <a:path h="3448050" w="76200">
                  <a:moveTo>
                    <a:pt x="76200" y="0"/>
                  </a:moveTo>
                  <a:lnTo>
                    <a:pt x="76200" y="3448050"/>
                  </a:lnTo>
                  <a:cubicBezTo>
                    <a:pt x="34163" y="3448050"/>
                    <a:pt x="0" y="3413887"/>
                    <a:pt x="0" y="33718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71550" y="5762501"/>
            <a:ext cx="914400" cy="914400"/>
            <a:chOff x="0" y="0"/>
            <a:chExt cx="121920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228600" y="0"/>
                  </a:moveTo>
                  <a:lnTo>
                    <a:pt x="990600" y="0"/>
                  </a:lnTo>
                  <a:cubicBezTo>
                    <a:pt x="1116711" y="0"/>
                    <a:pt x="1219200" y="102489"/>
                    <a:pt x="1219200" y="228600"/>
                  </a:cubicBezTo>
                  <a:lnTo>
                    <a:pt x="1219200" y="990600"/>
                  </a:lnTo>
                  <a:cubicBezTo>
                    <a:pt x="1219200" y="1116711"/>
                    <a:pt x="1116711" y="1219200"/>
                    <a:pt x="990600" y="1219200"/>
                  </a:cubicBezTo>
                  <a:lnTo>
                    <a:pt x="228600" y="1219200"/>
                  </a:lnTo>
                  <a:cubicBezTo>
                    <a:pt x="102489" y="1219200"/>
                    <a:pt x="0" y="1116711"/>
                    <a:pt x="0" y="9906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89968" y="5991101"/>
            <a:ext cx="642938" cy="457200"/>
            <a:chOff x="0" y="0"/>
            <a:chExt cx="857250" cy="609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57250" cy="609600"/>
            </a:xfrm>
            <a:custGeom>
              <a:avLst/>
              <a:gdLst/>
              <a:ahLst/>
              <a:cxnLst/>
              <a:rect r="r" b="b" t="t" l="l"/>
              <a:pathLst>
                <a:path h="6096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238" t="0" r="-41238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5725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000" spc="-18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03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102863" y="5943600"/>
            <a:ext cx="6715125" cy="457200"/>
            <a:chOff x="0" y="0"/>
            <a:chExt cx="8953500" cy="609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953500" cy="609600"/>
            </a:xfrm>
            <a:custGeom>
              <a:avLst/>
              <a:gdLst/>
              <a:ahLst/>
              <a:cxnLst/>
              <a:rect r="r" b="b" t="t" l="l"/>
              <a:pathLst>
                <a:path h="609600" w="8953500">
                  <a:moveTo>
                    <a:pt x="0" y="0"/>
                  </a:moveTo>
                  <a:lnTo>
                    <a:pt x="8953500" y="0"/>
                  </a:lnTo>
                  <a:lnTo>
                    <a:pt x="89535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9535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000" spc="-18">
                  <a:solidFill>
                    <a:srgbClr val="F72585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Nhiệm Vụ 2: Thực Hiện Các Bước Chuẩn Bị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61212" y="8867718"/>
            <a:ext cx="585788" cy="457200"/>
            <a:chOff x="0" y="0"/>
            <a:chExt cx="781050" cy="609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81050" cy="609600"/>
            </a:xfrm>
            <a:custGeom>
              <a:avLst/>
              <a:gdLst/>
              <a:ahLst/>
              <a:cxnLst/>
              <a:rect r="r" b="b" t="t" l="l"/>
              <a:pathLst>
                <a:path h="6096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139" t="0" r="-50139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78105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000" spc="-18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04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209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static.vecteezy.com/8cf814aeb0fdc319d47108b33cf829a83d975fee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0" t="-12760" r="0" b="-1276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209B7">
                    <a:alpha val="95000"/>
                  </a:srgbClr>
                </a:gs>
                <a:gs pos="50000">
                  <a:srgbClr val="4361EE">
                    <a:alpha val="90000"/>
                  </a:srgbClr>
                </a:gs>
                <a:gs pos="100000">
                  <a:srgbClr val="F72585">
                    <a:alpha val="85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3829050"/>
            <a:ext cx="17573625" cy="1071562"/>
            <a:chOff x="0" y="0"/>
            <a:chExt cx="23431500" cy="1428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31500" cy="1428750"/>
            </a:xfrm>
            <a:custGeom>
              <a:avLst/>
              <a:gdLst/>
              <a:ahLst/>
              <a:cxnLst/>
              <a:rect r="r" b="b" t="t" l="l"/>
              <a:pathLst>
                <a:path h="1428750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1428750"/>
                  </a:lnTo>
                  <a:lnTo>
                    <a:pt x="0" y="1428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3431500" cy="1457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KHÁI QUÁT NHIỆM VỤ VÀ YÊU CẦU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34441" y="5274688"/>
            <a:ext cx="11144250" cy="557212"/>
            <a:chOff x="0" y="0"/>
            <a:chExt cx="14859000" cy="7429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59000" cy="742950"/>
            </a:xfrm>
            <a:custGeom>
              <a:avLst/>
              <a:gdLst/>
              <a:ahLst/>
              <a:cxnLst/>
              <a:rect r="r" b="b" t="t" l="l"/>
              <a:pathLst>
                <a:path h="742950" w="14859000">
                  <a:moveTo>
                    <a:pt x="0" y="0"/>
                  </a:moveTo>
                  <a:lnTo>
                    <a:pt x="14859000" y="0"/>
                  </a:lnTo>
                  <a:lnTo>
                    <a:pt x="1485900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42875"/>
              <a:ext cx="14859000" cy="88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Tìm hiểu nhiệm vụ, yêu cầu và lựa chọn chủ đề website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1200150"/>
            <a:ext cx="17402175" cy="571500"/>
            <a:chOff x="0" y="0"/>
            <a:chExt cx="232029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212529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Tìm hiểu khái quát nhiệm vụ và yêu cầu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3429000"/>
            <a:ext cx="7843838" cy="842962"/>
            <a:chOff x="0" y="0"/>
            <a:chExt cx="10458450" cy="1123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584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1123950"/>
                  </a:lnTo>
                  <a:lnTo>
                    <a:pt x="0" y="1123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309" r="0" b="-13130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045845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Nắm được </a:t>
              </a: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nhiệm vụ bài thực hành</a:t>
              </a:r>
              <a:r>
                <a:rPr lang="en-US" sz="202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và các </a:t>
              </a: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yêu cầu cụ thể</a:t>
              </a:r>
              <a:r>
                <a:rPr lang="en-US" sz="202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của sản phẩm website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" y="5865019"/>
            <a:ext cx="57150" cy="1414462"/>
            <a:chOff x="0" y="0"/>
            <a:chExt cx="76200" cy="1885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76200">
                  <a:moveTo>
                    <a:pt x="76200" y="0"/>
                  </a:moveTo>
                  <a:lnTo>
                    <a:pt x="76200" y="1885950"/>
                  </a:lnTo>
                  <a:cubicBezTo>
                    <a:pt x="34163" y="1885950"/>
                    <a:pt x="0" y="1851787"/>
                    <a:pt x="0" y="18097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64356" y="3088700"/>
            <a:ext cx="8401050" cy="4829175"/>
            <a:chOff x="0" y="0"/>
            <a:chExt cx="11201400" cy="6438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014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201400">
                  <a:moveTo>
                    <a:pt x="304800" y="0"/>
                  </a:moveTo>
                  <a:lnTo>
                    <a:pt x="10896600" y="0"/>
                  </a:lnTo>
                  <a:cubicBezTo>
                    <a:pt x="11065002" y="0"/>
                    <a:pt x="11201400" y="136525"/>
                    <a:pt x="11201400" y="304800"/>
                  </a:cubicBezTo>
                  <a:lnTo>
                    <a:pt x="11201400" y="6134100"/>
                  </a:lnTo>
                  <a:cubicBezTo>
                    <a:pt x="11201400" y="6302502"/>
                    <a:pt x="11064875" y="6438900"/>
                    <a:pt x="10896600" y="6438900"/>
                  </a:cubicBezTo>
                  <a:lnTo>
                    <a:pt x="304800" y="6438900"/>
                  </a:lnTo>
                  <a:cubicBezTo>
                    <a:pt x="136398" y="6438900"/>
                    <a:pt x="0" y="6302375"/>
                    <a:pt x="0" y="61341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78694" y="3488750"/>
            <a:ext cx="214312" cy="285750"/>
          </a:xfrm>
          <a:custGeom>
            <a:avLst/>
            <a:gdLst/>
            <a:ahLst/>
            <a:cxnLst/>
            <a:rect r="r" b="b" t="t" l="l"/>
            <a:pathLst>
              <a:path h="285750" w="214312">
                <a:moveTo>
                  <a:pt x="0" y="0"/>
                </a:moveTo>
                <a:lnTo>
                  <a:pt x="214312" y="0"/>
                </a:lnTo>
                <a:lnTo>
                  <a:pt x="21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64444" y="3431600"/>
            <a:ext cx="7500938" cy="523907"/>
            <a:chOff x="0" y="0"/>
            <a:chExt cx="10001250" cy="6985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01250" cy="698542"/>
            </a:xfrm>
            <a:custGeom>
              <a:avLst/>
              <a:gdLst/>
              <a:ahLst/>
              <a:cxnLst/>
              <a:rect r="r" b="b" t="t" l="l"/>
              <a:pathLst>
                <a:path h="698542" w="10001250">
                  <a:moveTo>
                    <a:pt x="0" y="0"/>
                  </a:moveTo>
                  <a:lnTo>
                    <a:pt x="10001250" y="0"/>
                  </a:lnTo>
                  <a:lnTo>
                    <a:pt x="10001250" y="698542"/>
                  </a:lnTo>
                  <a:lnTo>
                    <a:pt x="0" y="6985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793" r="0" b="-2171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001250" cy="755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7"/>
                </a:lnSpc>
              </a:pPr>
              <a:r>
                <a:rPr lang="en-US" sz="2449" b="true">
                  <a:solidFill>
                    <a:srgbClr val="212529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Nhiệm vụ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5831" y="4060250"/>
            <a:ext cx="7993856" cy="1654750"/>
            <a:chOff x="0" y="0"/>
            <a:chExt cx="10658475" cy="22063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58475" cy="2206371"/>
            </a:xfrm>
            <a:custGeom>
              <a:avLst/>
              <a:gdLst/>
              <a:ahLst/>
              <a:cxnLst/>
              <a:rect r="r" b="b" t="t" l="l"/>
              <a:pathLst>
                <a:path h="2206371" w="10658475">
                  <a:moveTo>
                    <a:pt x="79248" y="0"/>
                  </a:moveTo>
                  <a:lnTo>
                    <a:pt x="10420731" y="0"/>
                  </a:lnTo>
                  <a:cubicBezTo>
                    <a:pt x="10551923" y="0"/>
                    <a:pt x="10658475" y="119888"/>
                    <a:pt x="10658475" y="267462"/>
                  </a:cubicBezTo>
                  <a:lnTo>
                    <a:pt x="10658475" y="1938909"/>
                  </a:lnTo>
                  <a:cubicBezTo>
                    <a:pt x="10658475" y="2086483"/>
                    <a:pt x="10551923" y="2206371"/>
                    <a:pt x="10420731" y="2206371"/>
                  </a:cubicBezTo>
                  <a:lnTo>
                    <a:pt x="79248" y="2206371"/>
                  </a:lnTo>
                  <a:cubicBezTo>
                    <a:pt x="35560" y="2206371"/>
                    <a:pt x="0" y="2166366"/>
                    <a:pt x="0" y="2117217"/>
                  </a:cubicBezTo>
                  <a:lnTo>
                    <a:pt x="0" y="89154"/>
                  </a:lnTo>
                  <a:cubicBezTo>
                    <a:pt x="0" y="40005"/>
                    <a:pt x="35560" y="0"/>
                    <a:pt x="79248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64444" y="4060250"/>
            <a:ext cx="7215188" cy="1654750"/>
            <a:chOff x="0" y="0"/>
            <a:chExt cx="9620250" cy="22063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20250" cy="2206333"/>
            </a:xfrm>
            <a:custGeom>
              <a:avLst/>
              <a:gdLst/>
              <a:ahLst/>
              <a:cxnLst/>
              <a:rect r="r" b="b" t="t" l="l"/>
              <a:pathLst>
                <a:path h="2206333" w="9620250">
                  <a:moveTo>
                    <a:pt x="0" y="0"/>
                  </a:moveTo>
                  <a:lnTo>
                    <a:pt x="9620250" y="0"/>
                  </a:lnTo>
                  <a:lnTo>
                    <a:pt x="9620250" y="2206333"/>
                  </a:lnTo>
                  <a:lnTo>
                    <a:pt x="0" y="22063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89" r="0" b="-1043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9620250" cy="23301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Dựa vào </a:t>
              </a:r>
              <a:r>
                <a:rPr lang="en-US" sz="2400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SGK</a:t>
              </a:r>
              <a:r>
                <a:rPr lang="en-US" sz="2400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, hãy xác định các </a:t>
              </a:r>
              <a:r>
                <a:rPr lang="en-US" sz="2400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yêu cầu của website hoàn chỉnh</a:t>
              </a:r>
              <a:r>
                <a:rPr lang="en-US" sz="2400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 theo 5 tiêu chí và điền vào phiếu học tập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15450" y="2057400"/>
            <a:ext cx="8401050" cy="7658100"/>
            <a:chOff x="0" y="0"/>
            <a:chExt cx="11201400" cy="10210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01400" cy="10210800"/>
            </a:xfrm>
            <a:custGeom>
              <a:avLst/>
              <a:gdLst/>
              <a:ahLst/>
              <a:cxnLst/>
              <a:rect r="r" b="b" t="t" l="l"/>
              <a:pathLst>
                <a:path h="10210800" w="11201400">
                  <a:moveTo>
                    <a:pt x="304800" y="0"/>
                  </a:moveTo>
                  <a:lnTo>
                    <a:pt x="10896600" y="0"/>
                  </a:lnTo>
                  <a:cubicBezTo>
                    <a:pt x="11064875" y="0"/>
                    <a:pt x="11201400" y="136398"/>
                    <a:pt x="11201400" y="304800"/>
                  </a:cubicBezTo>
                  <a:lnTo>
                    <a:pt x="11201400" y="9906000"/>
                  </a:lnTo>
                  <a:cubicBezTo>
                    <a:pt x="11201400" y="10074275"/>
                    <a:pt x="11065002" y="10210800"/>
                    <a:pt x="10896600" y="10210800"/>
                  </a:cubicBezTo>
                  <a:lnTo>
                    <a:pt x="304800" y="10210800"/>
                  </a:lnTo>
                  <a:cubicBezTo>
                    <a:pt x="136525" y="10210800"/>
                    <a:pt x="0" y="10074402"/>
                    <a:pt x="0" y="9906000"/>
                  </a:cubicBezTo>
                  <a:lnTo>
                    <a:pt x="0" y="304800"/>
                  </a:lnTo>
                  <a:cubicBezTo>
                    <a:pt x="0" y="136398"/>
                    <a:pt x="136398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694069" y="245745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172700" y="2263807"/>
            <a:ext cx="7500938" cy="536543"/>
            <a:chOff x="0" y="0"/>
            <a:chExt cx="10001250" cy="7153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01250" cy="715391"/>
            </a:xfrm>
            <a:custGeom>
              <a:avLst/>
              <a:gdLst/>
              <a:ahLst/>
              <a:cxnLst/>
              <a:rect r="r" b="b" t="t" l="l"/>
              <a:pathLst>
                <a:path h="715391" w="10001250">
                  <a:moveTo>
                    <a:pt x="0" y="0"/>
                  </a:moveTo>
                  <a:lnTo>
                    <a:pt x="10001250" y="0"/>
                  </a:lnTo>
                  <a:lnTo>
                    <a:pt x="10001250" y="715391"/>
                  </a:lnTo>
                  <a:lnTo>
                    <a:pt x="0" y="715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122" r="0" b="-20968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0001250" cy="782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 b="true">
                  <a:solidFill>
                    <a:srgbClr val="212529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5 Tiêu chí đánh giá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58350" y="3086100"/>
            <a:ext cx="7715250" cy="1028700"/>
            <a:chOff x="0" y="0"/>
            <a:chExt cx="1028700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8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287000">
                  <a:moveTo>
                    <a:pt x="228600" y="0"/>
                  </a:moveTo>
                  <a:lnTo>
                    <a:pt x="10058400" y="0"/>
                  </a:lnTo>
                  <a:cubicBezTo>
                    <a:pt x="10184511" y="0"/>
                    <a:pt x="10287000" y="102489"/>
                    <a:pt x="10287000" y="228600"/>
                  </a:cubicBezTo>
                  <a:lnTo>
                    <a:pt x="10287000" y="1143000"/>
                  </a:lnTo>
                  <a:cubicBezTo>
                    <a:pt x="10287000" y="1269111"/>
                    <a:pt x="10184511" y="1371600"/>
                    <a:pt x="10058400" y="1371600"/>
                  </a:cubicBezTo>
                  <a:lnTo>
                    <a:pt x="228600" y="1371600"/>
                  </a:lnTo>
                  <a:cubicBezTo>
                    <a:pt x="102489" y="1371600"/>
                    <a:pt x="0" y="1269111"/>
                    <a:pt x="0" y="11430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86950" y="3314700"/>
            <a:ext cx="571500" cy="571500"/>
            <a:chOff x="0" y="0"/>
            <a:chExt cx="762000" cy="762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29800" y="3314700"/>
            <a:ext cx="685800" cy="571500"/>
            <a:chOff x="0" y="0"/>
            <a:chExt cx="914400" cy="762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62000"/>
            </a:xfrm>
            <a:custGeom>
              <a:avLst/>
              <a:gdLst/>
              <a:ahLst/>
              <a:cxnLst/>
              <a:rect r="r" b="b" t="t" l="l"/>
              <a:pathLst>
                <a:path h="7620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9144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82300" y="3314700"/>
            <a:ext cx="1976973" cy="481864"/>
            <a:chOff x="0" y="0"/>
            <a:chExt cx="2635964" cy="6424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35964" cy="642485"/>
            </a:xfrm>
            <a:custGeom>
              <a:avLst/>
              <a:gdLst/>
              <a:ahLst/>
              <a:cxnLst/>
              <a:rect r="r" b="b" t="t" l="l"/>
              <a:pathLst>
                <a:path h="642485" w="2635964">
                  <a:moveTo>
                    <a:pt x="0" y="0"/>
                  </a:moveTo>
                  <a:lnTo>
                    <a:pt x="2635964" y="0"/>
                  </a:lnTo>
                  <a:lnTo>
                    <a:pt x="2635964" y="642485"/>
                  </a:lnTo>
                  <a:lnTo>
                    <a:pt x="0" y="64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9" r="39293" b="995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2635964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Nội dung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58350" y="4286250"/>
            <a:ext cx="7715250" cy="1028700"/>
            <a:chOff x="0" y="0"/>
            <a:chExt cx="10287000" cy="1371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8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287000">
                  <a:moveTo>
                    <a:pt x="228600" y="0"/>
                  </a:moveTo>
                  <a:lnTo>
                    <a:pt x="10058400" y="0"/>
                  </a:lnTo>
                  <a:cubicBezTo>
                    <a:pt x="10184511" y="0"/>
                    <a:pt x="10287000" y="102489"/>
                    <a:pt x="10287000" y="228600"/>
                  </a:cubicBezTo>
                  <a:lnTo>
                    <a:pt x="10287000" y="1143000"/>
                  </a:lnTo>
                  <a:cubicBezTo>
                    <a:pt x="10287000" y="1269111"/>
                    <a:pt x="10184511" y="1371600"/>
                    <a:pt x="10058400" y="1371600"/>
                  </a:cubicBezTo>
                  <a:lnTo>
                    <a:pt x="228600" y="1371600"/>
                  </a:lnTo>
                  <a:cubicBezTo>
                    <a:pt x="102489" y="1371600"/>
                    <a:pt x="0" y="1269111"/>
                    <a:pt x="0" y="11430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886950" y="4514850"/>
            <a:ext cx="571500" cy="571500"/>
            <a:chOff x="0" y="0"/>
            <a:chExt cx="762000" cy="762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829800" y="4514850"/>
            <a:ext cx="685800" cy="571500"/>
            <a:chOff x="0" y="0"/>
            <a:chExt cx="914400" cy="762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762000"/>
            </a:xfrm>
            <a:custGeom>
              <a:avLst/>
              <a:gdLst/>
              <a:ahLst/>
              <a:cxnLst/>
              <a:rect r="r" b="b" t="t" l="l"/>
              <a:pathLst>
                <a:path h="7620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9144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782300" y="4514850"/>
            <a:ext cx="1553336" cy="481864"/>
            <a:chOff x="0" y="0"/>
            <a:chExt cx="2071114" cy="64248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71114" cy="642485"/>
            </a:xfrm>
            <a:custGeom>
              <a:avLst/>
              <a:gdLst/>
              <a:ahLst/>
              <a:cxnLst/>
              <a:rect r="r" b="b" t="t" l="l"/>
              <a:pathLst>
                <a:path h="642485" w="2071114">
                  <a:moveTo>
                    <a:pt x="0" y="0"/>
                  </a:moveTo>
                  <a:lnTo>
                    <a:pt x="2071114" y="0"/>
                  </a:lnTo>
                  <a:lnTo>
                    <a:pt x="2071114" y="642485"/>
                  </a:lnTo>
                  <a:lnTo>
                    <a:pt x="0" y="64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0" t="0" r="36603" b="1697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2071114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Bố cục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58350" y="5486400"/>
            <a:ext cx="7715250" cy="1028700"/>
            <a:chOff x="0" y="0"/>
            <a:chExt cx="10287000" cy="1371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8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287000">
                  <a:moveTo>
                    <a:pt x="228600" y="0"/>
                  </a:moveTo>
                  <a:lnTo>
                    <a:pt x="10058400" y="0"/>
                  </a:lnTo>
                  <a:cubicBezTo>
                    <a:pt x="10184511" y="0"/>
                    <a:pt x="10287000" y="102489"/>
                    <a:pt x="10287000" y="228600"/>
                  </a:cubicBezTo>
                  <a:lnTo>
                    <a:pt x="10287000" y="1143000"/>
                  </a:lnTo>
                  <a:cubicBezTo>
                    <a:pt x="10287000" y="1269111"/>
                    <a:pt x="10184511" y="1371600"/>
                    <a:pt x="10058400" y="1371600"/>
                  </a:cubicBezTo>
                  <a:lnTo>
                    <a:pt x="228600" y="1371600"/>
                  </a:lnTo>
                  <a:cubicBezTo>
                    <a:pt x="102489" y="1371600"/>
                    <a:pt x="0" y="1269111"/>
                    <a:pt x="0" y="11430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886950" y="5715000"/>
            <a:ext cx="571500" cy="571500"/>
            <a:chOff x="0" y="0"/>
            <a:chExt cx="762000" cy="762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829800" y="5715000"/>
            <a:ext cx="685800" cy="571500"/>
            <a:chOff x="0" y="0"/>
            <a:chExt cx="914400" cy="762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762000"/>
            </a:xfrm>
            <a:custGeom>
              <a:avLst/>
              <a:gdLst/>
              <a:ahLst/>
              <a:cxnLst/>
              <a:rect r="r" b="b" t="t" l="l"/>
              <a:pathLst>
                <a:path h="7620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85725"/>
              <a:ext cx="9144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782300" y="5715000"/>
            <a:ext cx="2094650" cy="481864"/>
            <a:chOff x="0" y="0"/>
            <a:chExt cx="2792866" cy="64248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792867" cy="642485"/>
            </a:xfrm>
            <a:custGeom>
              <a:avLst/>
              <a:gdLst/>
              <a:ahLst/>
              <a:cxnLst/>
              <a:rect r="r" b="b" t="t" l="l"/>
              <a:pathLst>
                <a:path h="642485" w="2792867">
                  <a:moveTo>
                    <a:pt x="0" y="0"/>
                  </a:moveTo>
                  <a:lnTo>
                    <a:pt x="2792867" y="0"/>
                  </a:lnTo>
                  <a:lnTo>
                    <a:pt x="2792867" y="642485"/>
                  </a:lnTo>
                  <a:lnTo>
                    <a:pt x="0" y="64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08" r="39293" b="707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2792866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Hình thức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58350" y="6686550"/>
            <a:ext cx="7715250" cy="1028700"/>
            <a:chOff x="0" y="0"/>
            <a:chExt cx="10287000" cy="1371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8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287000">
                  <a:moveTo>
                    <a:pt x="228600" y="0"/>
                  </a:moveTo>
                  <a:lnTo>
                    <a:pt x="10058400" y="0"/>
                  </a:lnTo>
                  <a:cubicBezTo>
                    <a:pt x="10184511" y="0"/>
                    <a:pt x="10287000" y="102489"/>
                    <a:pt x="10287000" y="228600"/>
                  </a:cubicBezTo>
                  <a:lnTo>
                    <a:pt x="10287000" y="1143000"/>
                  </a:lnTo>
                  <a:cubicBezTo>
                    <a:pt x="10287000" y="1269111"/>
                    <a:pt x="10184511" y="1371600"/>
                    <a:pt x="10058400" y="1371600"/>
                  </a:cubicBezTo>
                  <a:lnTo>
                    <a:pt x="228600" y="1371600"/>
                  </a:lnTo>
                  <a:cubicBezTo>
                    <a:pt x="102489" y="1371600"/>
                    <a:pt x="0" y="1269111"/>
                    <a:pt x="0" y="11430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886950" y="6915150"/>
            <a:ext cx="571500" cy="571500"/>
            <a:chOff x="0" y="0"/>
            <a:chExt cx="762000" cy="762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829800" y="6915150"/>
            <a:ext cx="685800" cy="571500"/>
            <a:chOff x="0" y="0"/>
            <a:chExt cx="914400" cy="762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762000"/>
            </a:xfrm>
            <a:custGeom>
              <a:avLst/>
              <a:gdLst/>
              <a:ahLst/>
              <a:cxnLst/>
              <a:rect r="r" b="b" t="t" l="l"/>
              <a:pathLst>
                <a:path h="7620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85725"/>
              <a:ext cx="9144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782300" y="6915150"/>
            <a:ext cx="1741619" cy="481864"/>
            <a:chOff x="0" y="0"/>
            <a:chExt cx="2322159" cy="64248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22159" cy="642485"/>
            </a:xfrm>
            <a:custGeom>
              <a:avLst/>
              <a:gdLst/>
              <a:ahLst/>
              <a:cxnLst/>
              <a:rect r="r" b="b" t="t" l="l"/>
              <a:pathLst>
                <a:path h="642485" w="2322159">
                  <a:moveTo>
                    <a:pt x="0" y="0"/>
                  </a:moveTo>
                  <a:lnTo>
                    <a:pt x="2322159" y="0"/>
                  </a:lnTo>
                  <a:lnTo>
                    <a:pt x="2322159" y="642485"/>
                  </a:lnTo>
                  <a:lnTo>
                    <a:pt x="0" y="64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2" r="39293" b="1573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0"/>
              <a:ext cx="2322159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Liên kết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658350" y="7886700"/>
            <a:ext cx="7715250" cy="1028700"/>
            <a:chOff x="0" y="0"/>
            <a:chExt cx="10287000" cy="1371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28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287000">
                  <a:moveTo>
                    <a:pt x="228600" y="0"/>
                  </a:moveTo>
                  <a:lnTo>
                    <a:pt x="10058400" y="0"/>
                  </a:lnTo>
                  <a:cubicBezTo>
                    <a:pt x="10184511" y="0"/>
                    <a:pt x="10287000" y="102489"/>
                    <a:pt x="10287000" y="228600"/>
                  </a:cubicBezTo>
                  <a:lnTo>
                    <a:pt x="10287000" y="1143000"/>
                  </a:lnTo>
                  <a:cubicBezTo>
                    <a:pt x="10287000" y="1269111"/>
                    <a:pt x="10184511" y="1371600"/>
                    <a:pt x="10058400" y="1371600"/>
                  </a:cubicBezTo>
                  <a:lnTo>
                    <a:pt x="228600" y="1371600"/>
                  </a:lnTo>
                  <a:cubicBezTo>
                    <a:pt x="102489" y="1371600"/>
                    <a:pt x="0" y="1269111"/>
                    <a:pt x="0" y="11430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86950" y="8115300"/>
            <a:ext cx="571500" cy="571500"/>
            <a:chOff x="0" y="0"/>
            <a:chExt cx="762000" cy="762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829800" y="8115300"/>
            <a:ext cx="685800" cy="571500"/>
            <a:chOff x="0" y="0"/>
            <a:chExt cx="914400" cy="762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762000"/>
            </a:xfrm>
            <a:custGeom>
              <a:avLst/>
              <a:gdLst/>
              <a:ahLst/>
              <a:cxnLst/>
              <a:rect r="r" b="b" t="t" l="l"/>
              <a:pathLst>
                <a:path h="7620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85725"/>
              <a:ext cx="9144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782300" y="8115300"/>
            <a:ext cx="2635964" cy="481864"/>
            <a:chOff x="0" y="0"/>
            <a:chExt cx="3514618" cy="64248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514618" cy="642485"/>
            </a:xfrm>
            <a:custGeom>
              <a:avLst/>
              <a:gdLst/>
              <a:ahLst/>
              <a:cxnLst/>
              <a:rect r="r" b="b" t="t" l="l"/>
              <a:pathLst>
                <a:path h="642485" w="3514618">
                  <a:moveTo>
                    <a:pt x="0" y="0"/>
                  </a:moveTo>
                  <a:lnTo>
                    <a:pt x="3514618" y="0"/>
                  </a:lnTo>
                  <a:lnTo>
                    <a:pt x="3514618" y="642485"/>
                  </a:lnTo>
                  <a:lnTo>
                    <a:pt x="0" y="64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6" r="39293" b="-621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0"/>
              <a:ext cx="3514618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Thuyết minh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6290" y="57369"/>
            <a:ext cx="17549812" cy="476250"/>
            <a:chOff x="0" y="0"/>
            <a:chExt cx="23399750" cy="63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9750" cy="635000"/>
            </a:xfrm>
            <a:custGeom>
              <a:avLst/>
              <a:gdLst/>
              <a:ahLst/>
              <a:cxnLst/>
              <a:rect r="r" b="b" t="t" l="l"/>
              <a:pathLst>
                <a:path h="635000" w="23399750">
                  <a:moveTo>
                    <a:pt x="0" y="0"/>
                  </a:moveTo>
                  <a:lnTo>
                    <a:pt x="23399750" y="0"/>
                  </a:lnTo>
                  <a:lnTo>
                    <a:pt x="2339975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023" r="0" b="-6680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3399750" cy="59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b="true" sz="3375" spc="-20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Phiếu học tập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6290" y="652682"/>
            <a:ext cx="17335500" cy="9560719"/>
            <a:chOff x="0" y="0"/>
            <a:chExt cx="23114000" cy="12747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14000" cy="12747625"/>
            </a:xfrm>
            <a:custGeom>
              <a:avLst/>
              <a:gdLst/>
              <a:ahLst/>
              <a:cxnLst/>
              <a:rect r="r" b="b" t="t" l="l"/>
              <a:pathLst>
                <a:path h="12747625" w="23114000">
                  <a:moveTo>
                    <a:pt x="254000" y="0"/>
                  </a:moveTo>
                  <a:lnTo>
                    <a:pt x="22860000" y="0"/>
                  </a:lnTo>
                  <a:cubicBezTo>
                    <a:pt x="23000336" y="0"/>
                    <a:pt x="23114000" y="113792"/>
                    <a:pt x="23114000" y="254000"/>
                  </a:cubicBezTo>
                  <a:lnTo>
                    <a:pt x="23114000" y="12493625"/>
                  </a:lnTo>
                  <a:cubicBezTo>
                    <a:pt x="23114000" y="12633960"/>
                    <a:pt x="23000208" y="12747625"/>
                    <a:pt x="22860000" y="12747625"/>
                  </a:cubicBezTo>
                  <a:lnTo>
                    <a:pt x="254000" y="12747625"/>
                  </a:lnTo>
                  <a:cubicBezTo>
                    <a:pt x="113665" y="12747625"/>
                    <a:pt x="0" y="12633833"/>
                    <a:pt x="0" y="12493625"/>
                  </a:cubicBezTo>
                  <a:lnTo>
                    <a:pt x="0" y="254000"/>
                  </a:lnTo>
                  <a:cubicBezTo>
                    <a:pt x="0" y="113792"/>
                    <a:pt x="113792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54415" y="890807"/>
            <a:ext cx="16859250" cy="1047750"/>
            <a:chOff x="0" y="0"/>
            <a:chExt cx="22479000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79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479000">
                  <a:moveTo>
                    <a:pt x="190500" y="0"/>
                  </a:moveTo>
                  <a:lnTo>
                    <a:pt x="22288500" y="0"/>
                  </a:lnTo>
                  <a:cubicBezTo>
                    <a:pt x="22393656" y="0"/>
                    <a:pt x="22479000" y="85344"/>
                    <a:pt x="22479000" y="190500"/>
                  </a:cubicBezTo>
                  <a:lnTo>
                    <a:pt x="22479000" y="1206500"/>
                  </a:lnTo>
                  <a:cubicBezTo>
                    <a:pt x="22479000" y="1311656"/>
                    <a:pt x="22393656" y="1397000"/>
                    <a:pt x="22288500" y="1397000"/>
                  </a:cubicBezTo>
                  <a:lnTo>
                    <a:pt x="190500" y="1397000"/>
                  </a:lnTo>
                  <a:cubicBezTo>
                    <a:pt x="85344" y="1397000"/>
                    <a:pt x="0" y="1311656"/>
                    <a:pt x="0" y="12065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100000"/>
                  </a:srgbClr>
                </a:gs>
                <a:gs pos="100000">
                  <a:srgbClr val="7209B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44915" y="890807"/>
            <a:ext cx="4583906" cy="496395"/>
            <a:chOff x="0" y="0"/>
            <a:chExt cx="6111875" cy="661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11876" cy="661860"/>
            </a:xfrm>
            <a:custGeom>
              <a:avLst/>
              <a:gdLst/>
              <a:ahLst/>
              <a:cxnLst/>
              <a:rect r="r" b="b" t="t" l="l"/>
              <a:pathLst>
                <a:path h="661860" w="6111876">
                  <a:moveTo>
                    <a:pt x="0" y="0"/>
                  </a:moveTo>
                  <a:lnTo>
                    <a:pt x="6111876" y="0"/>
                  </a:lnTo>
                  <a:lnTo>
                    <a:pt x="6111876" y="661860"/>
                  </a:lnTo>
                  <a:lnTo>
                    <a:pt x="0" y="661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352" r="0" b="-11351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6111875" cy="719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3"/>
                </a:lnSpc>
              </a:pPr>
              <a:r>
                <a:rPr lang="en-US" b="true" sz="2474" spc="-15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Bài 28: Thực hành tổng hợp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4915" y="1387202"/>
            <a:ext cx="6302060" cy="399415"/>
            <a:chOff x="0" y="0"/>
            <a:chExt cx="8402747" cy="5325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02748" cy="532553"/>
            </a:xfrm>
            <a:custGeom>
              <a:avLst/>
              <a:gdLst/>
              <a:ahLst/>
              <a:cxnLst/>
              <a:rect r="r" b="b" t="t" l="l"/>
              <a:pathLst>
                <a:path h="532553" w="8402748">
                  <a:moveTo>
                    <a:pt x="0" y="0"/>
                  </a:moveTo>
                  <a:lnTo>
                    <a:pt x="8402748" y="0"/>
                  </a:lnTo>
                  <a:lnTo>
                    <a:pt x="8402748" y="532553"/>
                  </a:lnTo>
                  <a:lnTo>
                    <a:pt x="0" y="5325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88" r="27641" b="-1582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8402747" cy="618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1999" spc="-12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Hoạt động: Tìm hiểu khái quát nhiệm vụ và yêu cầu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724746" y="1128932"/>
            <a:ext cx="1595438" cy="285750"/>
            <a:chOff x="0" y="0"/>
            <a:chExt cx="2127250" cy="381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7250" cy="381000"/>
            </a:xfrm>
            <a:custGeom>
              <a:avLst/>
              <a:gdLst/>
              <a:ahLst/>
              <a:cxnLst/>
              <a:rect r="r" b="b" t="t" l="l"/>
              <a:pathLst>
                <a:path h="381000" w="2127250">
                  <a:moveTo>
                    <a:pt x="0" y="0"/>
                  </a:moveTo>
                  <a:lnTo>
                    <a:pt x="2127250" y="0"/>
                  </a:lnTo>
                  <a:lnTo>
                    <a:pt x="2127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127250" cy="43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0"/>
                </a:lnSpc>
              </a:pPr>
              <a:r>
                <a:rPr lang="en-US" sz="1500" spc="-9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Nhóm: ...................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724746" y="1414682"/>
            <a:ext cx="1595438" cy="285750"/>
            <a:chOff x="0" y="0"/>
            <a:chExt cx="2127250" cy="38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27250" cy="381000"/>
            </a:xfrm>
            <a:custGeom>
              <a:avLst/>
              <a:gdLst/>
              <a:ahLst/>
              <a:cxnLst/>
              <a:rect r="r" b="b" t="t" l="l"/>
              <a:pathLst>
                <a:path h="381000" w="2127250">
                  <a:moveTo>
                    <a:pt x="0" y="0"/>
                  </a:moveTo>
                  <a:lnTo>
                    <a:pt x="2127250" y="0"/>
                  </a:lnTo>
                  <a:lnTo>
                    <a:pt x="2127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127250" cy="43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0"/>
                </a:lnSpc>
              </a:pPr>
              <a:r>
                <a:rPr lang="en-US" sz="1500" spc="-9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Lớp: ...................</a:t>
              </a:r>
            </a:p>
          </p:txBody>
        </p:sp>
      </p:grp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654411" y="2129054"/>
          <a:ext cx="16840200" cy="7856008"/>
        </p:xfrm>
        <a:graphic>
          <a:graphicData uri="http://schemas.openxmlformats.org/drawingml/2006/table">
            <a:tbl>
              <a:tblPr/>
              <a:tblGrid>
                <a:gridCol w="4243231"/>
                <a:gridCol w="12596969"/>
              </a:tblGrid>
              <a:tr h="12189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b="true" sz="2700" spc="-16">
                          <a:solidFill>
                            <a:srgbClr val="4361EE"/>
                          </a:solidFill>
                          <a:latin typeface="TT Rounds Condensed Bold"/>
                          <a:ea typeface="TT Rounds Condensed Bold"/>
                          <a:cs typeface="TT Rounds Condensed Bold"/>
                          <a:sym typeface="TT Rounds Condensed Bold"/>
                        </a:rPr>
                        <a:t>Tiêu chí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20320">
                      <a:solidFill>
                        <a:srgbClr val="436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320">
                      <a:solidFill>
                        <a:srgbClr val="436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320">
                      <a:solidFill>
                        <a:srgbClr val="436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320">
                      <a:solidFill>
                        <a:srgbClr val="436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b="true" sz="2700" spc="-16">
                          <a:solidFill>
                            <a:srgbClr val="4361EE"/>
                          </a:solidFill>
                          <a:latin typeface="TT Rounds Condensed Bold"/>
                          <a:ea typeface="TT Rounds Condensed Bold"/>
                          <a:cs typeface="TT Rounds Condensed Bold"/>
                          <a:sym typeface="TT Rounds Condensed Bold"/>
                        </a:rPr>
                        <a:t>Yêu cầu cụ thể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20320">
                      <a:solidFill>
                        <a:srgbClr val="436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320">
                      <a:solidFill>
                        <a:srgbClr val="436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320">
                      <a:solidFill>
                        <a:srgbClr val="436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320">
                      <a:solidFill>
                        <a:srgbClr val="436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3274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399" spc="-14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Nội dung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320">
                      <a:solidFill>
                        <a:srgbClr val="436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</a:p>
                  </a:txBody>
                  <a:tcPr marL="127000" marR="127000" marT="127000" marB="127000" anchor="ctr">
                    <a:lnL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320">
                      <a:solidFill>
                        <a:srgbClr val="436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74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399" spc="-14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Bố cục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</a:p>
                  </a:txBody>
                  <a:tcPr marL="127000" marR="127000" marT="127000" marB="127000" anchor="ctr">
                    <a:lnL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74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399" spc="-14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Hình thức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</a:p>
                  </a:txBody>
                  <a:tcPr marL="127000" marR="127000" marT="127000" marB="127000" anchor="ctr">
                    <a:lnL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74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399" spc="-14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Liên kết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</a:p>
                  </a:txBody>
                  <a:tcPr marL="127000" marR="127000" marT="127000" marB="127000" anchor="ctr">
                    <a:lnL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74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399" spc="-14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Thuyết minh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2100" spc="-12">
                          <a:solidFill>
                            <a:srgbClr val="212529"/>
                          </a:solidFill>
                          <a:latin typeface="TT Rounds Condensed"/>
                          <a:ea typeface="TT Rounds Condensed"/>
                          <a:cs typeface="TT Rounds Condensed"/>
                          <a:sym typeface="TT Rounds Condensed"/>
                        </a:rPr>
                        <a:t>...............................................................</a:t>
                      </a:r>
                    </a:p>
                  </a:txBody>
                  <a:tcPr marL="127000" marR="127000" marT="127000" marB="127000" anchor="ctr">
                    <a:lnL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3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2" id="22"/>
          <p:cNvGrpSpPr/>
          <p:nvPr/>
        </p:nvGrpSpPr>
        <p:grpSpPr>
          <a:xfrm rot="0">
            <a:off x="678228" y="9739532"/>
            <a:ext cx="190500" cy="190500"/>
            <a:chOff x="0" y="0"/>
            <a:chExt cx="254000" cy="25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0"/>
                  </a:move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ubicBezTo>
                    <a:pt x="0" y="56896"/>
                    <a:pt x="56896" y="0"/>
                    <a:pt x="127000" y="0"/>
                  </a:cubicBezTo>
                  <a:close/>
                  <a:moveTo>
                    <a:pt x="115062" y="59563"/>
                  </a:moveTo>
                  <a:lnTo>
                    <a:pt x="115062" y="127000"/>
                  </a:lnTo>
                  <a:cubicBezTo>
                    <a:pt x="115062" y="130937"/>
                    <a:pt x="117094" y="134747"/>
                    <a:pt x="120396" y="136906"/>
                  </a:cubicBezTo>
                  <a:lnTo>
                    <a:pt x="168021" y="168656"/>
                  </a:lnTo>
                  <a:cubicBezTo>
                    <a:pt x="173482" y="172339"/>
                    <a:pt x="180848" y="170815"/>
                    <a:pt x="184531" y="165354"/>
                  </a:cubicBezTo>
                  <a:cubicBezTo>
                    <a:pt x="188214" y="159893"/>
                    <a:pt x="186690" y="152527"/>
                    <a:pt x="181229" y="148844"/>
                  </a:cubicBezTo>
                  <a:lnTo>
                    <a:pt x="138938" y="120650"/>
                  </a:lnTo>
                  <a:lnTo>
                    <a:pt x="138938" y="59563"/>
                  </a:lnTo>
                  <a:cubicBezTo>
                    <a:pt x="138938" y="52959"/>
                    <a:pt x="133604" y="47625"/>
                    <a:pt x="127000" y="47625"/>
                  </a:cubicBezTo>
                  <a:cubicBezTo>
                    <a:pt x="120396" y="47625"/>
                    <a:pt x="115062" y="52959"/>
                    <a:pt x="115062" y="59563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171" y="528171"/>
            <a:ext cx="2693680" cy="422539"/>
            <a:chOff x="0" y="0"/>
            <a:chExt cx="3591573" cy="5633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1560" cy="563372"/>
            </a:xfrm>
            <a:custGeom>
              <a:avLst/>
              <a:gdLst/>
              <a:ahLst/>
              <a:cxnLst/>
              <a:rect r="r" b="b" t="t" l="l"/>
              <a:pathLst>
                <a:path h="563372" w="3591560">
                  <a:moveTo>
                    <a:pt x="281686" y="0"/>
                  </a:moveTo>
                  <a:lnTo>
                    <a:pt x="3309874" y="0"/>
                  </a:lnTo>
                  <a:cubicBezTo>
                    <a:pt x="3465449" y="0"/>
                    <a:pt x="3591560" y="126111"/>
                    <a:pt x="3591560" y="281686"/>
                  </a:cubicBezTo>
                  <a:cubicBezTo>
                    <a:pt x="3591560" y="437261"/>
                    <a:pt x="3465449" y="563372"/>
                    <a:pt x="3309874" y="563372"/>
                  </a:cubicBezTo>
                  <a:lnTo>
                    <a:pt x="281686" y="563372"/>
                  </a:lnTo>
                  <a:cubicBezTo>
                    <a:pt x="126238" y="563372"/>
                    <a:pt x="0" y="437134"/>
                    <a:pt x="0" y="281686"/>
                  </a:cubicBezTo>
                  <a:cubicBezTo>
                    <a:pt x="0" y="126238"/>
                    <a:pt x="126238" y="0"/>
                    <a:pt x="281686" y="0"/>
                  </a:cubicBezTo>
                  <a:close/>
                </a:path>
              </a:pathLst>
            </a:custGeom>
            <a:solidFill>
              <a:srgbClr val="7209B7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8171" y="528171"/>
            <a:ext cx="2786110" cy="422539"/>
            <a:chOff x="0" y="0"/>
            <a:chExt cx="3714814" cy="5633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14818" cy="563384"/>
            </a:xfrm>
            <a:custGeom>
              <a:avLst/>
              <a:gdLst/>
              <a:ahLst/>
              <a:cxnLst/>
              <a:rect r="r" b="b" t="t" l="l"/>
              <a:pathLst>
                <a:path h="563384" w="3714818">
                  <a:moveTo>
                    <a:pt x="0" y="0"/>
                  </a:moveTo>
                  <a:lnTo>
                    <a:pt x="3714818" y="0"/>
                  </a:lnTo>
                  <a:lnTo>
                    <a:pt x="3714818" y="563384"/>
                  </a:lnTo>
                  <a:lnTo>
                    <a:pt x="0" y="563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79" r="0" b="-7847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714814" cy="601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5"/>
                </a:lnSpc>
              </a:pPr>
              <a:r>
                <a:rPr lang="en-US" sz="1455" b="true">
                  <a:solidFill>
                    <a:srgbClr val="7209B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HOẠT ĐỘNG 2.1 - ĐÁP ÁN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28171" y="1056351"/>
            <a:ext cx="17469336" cy="528171"/>
            <a:chOff x="0" y="0"/>
            <a:chExt cx="23292448" cy="7042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92442" cy="704232"/>
            </a:xfrm>
            <a:custGeom>
              <a:avLst/>
              <a:gdLst/>
              <a:ahLst/>
              <a:cxnLst/>
              <a:rect r="r" b="b" t="t" l="l"/>
              <a:pathLst>
                <a:path h="704232" w="23292442">
                  <a:moveTo>
                    <a:pt x="0" y="0"/>
                  </a:moveTo>
                  <a:lnTo>
                    <a:pt x="23292442" y="0"/>
                  </a:lnTo>
                  <a:lnTo>
                    <a:pt x="23292442" y="704232"/>
                  </a:lnTo>
                  <a:lnTo>
                    <a:pt x="0" y="704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467" r="0" b="-59446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23292448" cy="656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1"/>
                </a:lnSpc>
              </a:pPr>
              <a:r>
                <a:rPr lang="en-US" sz="3742" b="true">
                  <a:solidFill>
                    <a:srgbClr val="212529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Đáp án phiếu học tập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8171" y="1795786"/>
            <a:ext cx="17231649" cy="8490385"/>
            <a:chOff x="0" y="0"/>
            <a:chExt cx="22975532" cy="113205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975571" cy="11320526"/>
            </a:xfrm>
            <a:custGeom>
              <a:avLst/>
              <a:gdLst/>
              <a:ahLst/>
              <a:cxnLst/>
              <a:rect r="r" b="b" t="t" l="l"/>
              <a:pathLst>
                <a:path h="11320526" w="22975571">
                  <a:moveTo>
                    <a:pt x="281686" y="0"/>
                  </a:moveTo>
                  <a:lnTo>
                    <a:pt x="22693885" y="0"/>
                  </a:lnTo>
                  <a:cubicBezTo>
                    <a:pt x="22849460" y="0"/>
                    <a:pt x="22975571" y="126111"/>
                    <a:pt x="22975571" y="281686"/>
                  </a:cubicBezTo>
                  <a:lnTo>
                    <a:pt x="22975571" y="11038840"/>
                  </a:lnTo>
                  <a:cubicBezTo>
                    <a:pt x="22975571" y="11194415"/>
                    <a:pt x="22849460" y="11320526"/>
                    <a:pt x="22693885" y="11320526"/>
                  </a:cubicBezTo>
                  <a:lnTo>
                    <a:pt x="281686" y="11320526"/>
                  </a:lnTo>
                  <a:cubicBezTo>
                    <a:pt x="126111" y="11320526"/>
                    <a:pt x="0" y="11194415"/>
                    <a:pt x="0" y="11038840"/>
                  </a:cubicBezTo>
                  <a:lnTo>
                    <a:pt x="0" y="281686"/>
                  </a:lnTo>
                  <a:cubicBezTo>
                    <a:pt x="0" y="126238"/>
                    <a:pt x="126238" y="0"/>
                    <a:pt x="2816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92260" y="2059876"/>
          <a:ext cx="16687800" cy="6972300"/>
        </p:xfrm>
        <a:graphic>
          <a:graphicData uri="http://schemas.openxmlformats.org/drawingml/2006/table">
            <a:tbl>
              <a:tblPr/>
              <a:tblGrid>
                <a:gridCol w="4187613"/>
                <a:gridCol w="12500187"/>
              </a:tblGrid>
              <a:tr h="1162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 spc="-21">
                          <a:solidFill>
                            <a:srgbClr val="4361EE"/>
                          </a:solidFill>
                          <a:latin typeface="TT Rounds Condensed Bold"/>
                          <a:ea typeface="TT Rounds Condensed Bold"/>
                          <a:cs typeface="TT Rounds Condensed Bold"/>
                          <a:sym typeface="TT Rounds Condensed Bold"/>
                        </a:rPr>
                        <a:t>Tiêu chí</a:t>
                      </a:r>
                      <a:endParaRPr lang="en-US" sz="1100"/>
                    </a:p>
                  </a:txBody>
                  <a:tcPr marL="138538" marR="138538" marT="138538" marB="138538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 spc="-21">
                          <a:solidFill>
                            <a:srgbClr val="4361EE"/>
                          </a:solidFill>
                          <a:latin typeface="TT Rounds Condensed Bold"/>
                          <a:ea typeface="TT Rounds Condensed Bold"/>
                          <a:cs typeface="TT Rounds Condensed Bold"/>
                          <a:sym typeface="TT Rounds Condensed Bold"/>
                        </a:rPr>
                        <a:t>Yêu cầu cụ thể</a:t>
                      </a:r>
                      <a:endParaRPr lang="en-US" sz="1100"/>
                    </a:p>
                  </a:txBody>
                  <a:tcPr marL="138538" marR="138538" marT="138538" marB="138538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Nội dung</a:t>
                      </a:r>
                      <a:endParaRPr lang="en-US" sz="1100"/>
                    </a:p>
                  </a:txBody>
                  <a:tcPr marL="138538" marR="138538" marT="138538" marB="138538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Có 3-4 bài viết ngắn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Có sử dụng hình ảnh, video minh họa</a:t>
                      </a:r>
                    </a:p>
                  </a:txBody>
                  <a:tcPr marL="138538" marR="138538" marT="138538" marB="138538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Bố cục</a:t>
                      </a:r>
                      <a:endParaRPr lang="en-US" sz="1100"/>
                    </a:p>
                  </a:txBody>
                  <a:tcPr marL="138538" marR="138538" marT="138538" marB="138538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Có trang chủ và các trang nội dung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Bố trí hợp lý, dễ theo dõi</a:t>
                      </a:r>
                    </a:p>
                  </a:txBody>
                  <a:tcPr marL="138538" marR="138538" marT="138538" marB="138538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Hình thức</a:t>
                      </a:r>
                      <a:endParaRPr lang="en-US" sz="1100"/>
                    </a:p>
                  </a:txBody>
                  <a:tcPr marL="138538" marR="138538" marT="138538" marB="138538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Màu sắc hài hòa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Chữ rõ ràng, dễ đọc</a:t>
                      </a:r>
                    </a:p>
                  </a:txBody>
                  <a:tcPr marL="138538" marR="138538" marT="138538" marB="138538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Liên kết</a:t>
                      </a:r>
                      <a:endParaRPr lang="en-US" sz="1100"/>
                    </a:p>
                  </a:txBody>
                  <a:tcPr marL="138538" marR="138538" marT="138538" marB="138538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Có liên kết giữa các trang trong website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Có thể liên kết tới trang ngoài</a:t>
                      </a:r>
                    </a:p>
                  </a:txBody>
                  <a:tcPr marL="138538" marR="138538" marT="138538" marB="138538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Thuyết minh</a:t>
                      </a:r>
                      <a:endParaRPr lang="en-US" sz="1100"/>
                    </a:p>
                  </a:txBody>
                  <a:tcPr marL="138538" marR="138538" marT="138538" marB="138538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Có bài giới thiệu về mục đích website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rgbClr val="21252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Giới thiệu nội dung chính</a:t>
                      </a:r>
                    </a:p>
                  </a:txBody>
                  <a:tcPr marL="138538" marR="138538" marT="138538" marB="138538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792261" y="9285294"/>
            <a:ext cx="16703478" cy="739445"/>
            <a:chOff x="0" y="0"/>
            <a:chExt cx="22271304" cy="9859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71355" cy="986028"/>
            </a:xfrm>
            <a:custGeom>
              <a:avLst/>
              <a:gdLst/>
              <a:ahLst/>
              <a:cxnLst/>
              <a:rect r="r" b="b" t="t" l="l"/>
              <a:pathLst>
                <a:path h="986028" w="22271355">
                  <a:moveTo>
                    <a:pt x="211328" y="0"/>
                  </a:moveTo>
                  <a:lnTo>
                    <a:pt x="22060027" y="0"/>
                  </a:lnTo>
                  <a:cubicBezTo>
                    <a:pt x="22176739" y="0"/>
                    <a:pt x="22271355" y="94615"/>
                    <a:pt x="22271355" y="211328"/>
                  </a:cubicBezTo>
                  <a:lnTo>
                    <a:pt x="22271355" y="774700"/>
                  </a:lnTo>
                  <a:cubicBezTo>
                    <a:pt x="22271355" y="891413"/>
                    <a:pt x="22176739" y="986028"/>
                    <a:pt x="22060027" y="986028"/>
                  </a:cubicBezTo>
                  <a:lnTo>
                    <a:pt x="211328" y="986028"/>
                  </a:lnTo>
                  <a:cubicBezTo>
                    <a:pt x="94615" y="985901"/>
                    <a:pt x="0" y="891286"/>
                    <a:pt x="0" y="774700"/>
                  </a:cubicBezTo>
                  <a:lnTo>
                    <a:pt x="0" y="211328"/>
                  </a:lnTo>
                  <a:cubicBezTo>
                    <a:pt x="0" y="94615"/>
                    <a:pt x="94615" y="0"/>
                    <a:pt x="2113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100000"/>
                  </a:srgbClr>
                </a:gs>
                <a:gs pos="100000">
                  <a:srgbClr val="7209B7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910586" y="9549374"/>
            <a:ext cx="184861" cy="211264"/>
          </a:xfrm>
          <a:custGeom>
            <a:avLst/>
            <a:gdLst/>
            <a:ahLst/>
            <a:cxnLst/>
            <a:rect r="r" b="b" t="t" l="l"/>
            <a:pathLst>
              <a:path h="211264" w="184861">
                <a:moveTo>
                  <a:pt x="0" y="0"/>
                </a:moveTo>
                <a:lnTo>
                  <a:pt x="184862" y="0"/>
                </a:lnTo>
                <a:lnTo>
                  <a:pt x="184862" y="211265"/>
                </a:lnTo>
                <a:lnTo>
                  <a:pt x="0" y="211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003017" y="9285294"/>
            <a:ext cx="8338014" cy="779050"/>
            <a:chOff x="0" y="0"/>
            <a:chExt cx="11117352" cy="10387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17351" cy="1038720"/>
            </a:xfrm>
            <a:custGeom>
              <a:avLst/>
              <a:gdLst/>
              <a:ahLst/>
              <a:cxnLst/>
              <a:rect r="r" b="b" t="t" l="l"/>
              <a:pathLst>
                <a:path h="1038720" w="11117351">
                  <a:moveTo>
                    <a:pt x="0" y="0"/>
                  </a:moveTo>
                  <a:lnTo>
                    <a:pt x="11117351" y="0"/>
                  </a:lnTo>
                  <a:lnTo>
                    <a:pt x="11117351" y="1038720"/>
                  </a:lnTo>
                  <a:lnTo>
                    <a:pt x="0" y="103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251" r="25409" b="-7386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11117352" cy="1124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19"/>
                </a:lnSpc>
              </a:pPr>
              <a:r>
                <a:rPr lang="en-US" sz="2063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Đây là tiêu chí đánh giá sản phẩm website trong bài thực hành!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2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cdn.vectorstock.com/5112b4da16712327749d23ea7ab967bd608fb54a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0" t="-45999" r="0" b="-46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72585">
                    <a:alpha val="95000"/>
                  </a:srgbClr>
                </a:gs>
                <a:gs pos="50000">
                  <a:srgbClr val="7209B7">
                    <a:alpha val="90000"/>
                  </a:srgbClr>
                </a:gs>
                <a:gs pos="100000">
                  <a:srgbClr val="4361EE">
                    <a:alpha val="85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3422714"/>
            <a:ext cx="17573625" cy="1635061"/>
            <a:chOff x="0" y="0"/>
            <a:chExt cx="23431500" cy="21800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31500" cy="2180082"/>
            </a:xfrm>
            <a:custGeom>
              <a:avLst/>
              <a:gdLst/>
              <a:ahLst/>
              <a:cxnLst/>
              <a:rect r="r" b="b" t="t" l="l"/>
              <a:pathLst>
                <a:path h="2180082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2180082"/>
                  </a:lnTo>
                  <a:lnTo>
                    <a:pt x="0" y="21800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6656" r="0" b="-14219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3431500" cy="21896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b="true" sz="8100" spc="-49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LỰA CHỌN CHỦ ĐỀ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571875" y="5429250"/>
            <a:ext cx="11144250" cy="723138"/>
            <a:chOff x="0" y="0"/>
            <a:chExt cx="14859000" cy="9641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59000" cy="964184"/>
            </a:xfrm>
            <a:custGeom>
              <a:avLst/>
              <a:gdLst/>
              <a:ahLst/>
              <a:cxnLst/>
              <a:rect r="r" b="b" t="t" l="l"/>
              <a:pathLst>
                <a:path h="964184" w="14859000">
                  <a:moveTo>
                    <a:pt x="0" y="0"/>
                  </a:moveTo>
                  <a:lnTo>
                    <a:pt x="14859000" y="0"/>
                  </a:lnTo>
                  <a:lnTo>
                    <a:pt x="14859000" y="964184"/>
                  </a:lnTo>
                  <a:lnTo>
                    <a:pt x="0" y="964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55" r="0" b="-2388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14859000" cy="1126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8"/>
                </a:lnSpc>
              </a:pPr>
              <a:r>
                <a:rPr lang="en-US" sz="3600" spc="-21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Thực hành nhiệm vụ 1 - Xác định chủ đề website phù hợp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1200150"/>
            <a:ext cx="17402175" cy="571500"/>
            <a:chOff x="0" y="0"/>
            <a:chExt cx="232029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b="true" sz="4050" spc="-24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Lựa chọn chủ đề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400300"/>
            <a:ext cx="800100" cy="800100"/>
            <a:chOff x="0" y="0"/>
            <a:chExt cx="1066800" cy="1066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3429000"/>
            <a:ext cx="7843838" cy="842962"/>
            <a:chOff x="0" y="0"/>
            <a:chExt cx="10458450" cy="1123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584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1123950"/>
                  </a:lnTo>
                  <a:lnTo>
                    <a:pt x="0" y="1123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309" r="0" b="-1313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045845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5" spc="-12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Lựa chọn được </a:t>
              </a:r>
              <a:r>
                <a:rPr lang="en-US" b="true" sz="2025" spc="-12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chủ đề website phù hợp</a:t>
              </a:r>
              <a:r>
                <a:rPr lang="en-US" sz="2025" spc="-12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, có </a:t>
              </a:r>
              <a:r>
                <a:rPr lang="en-US" b="true" sz="2025" spc="-12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tính khả thi</a:t>
              </a:r>
              <a:r>
                <a:rPr lang="en-US" sz="2025" spc="-12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 và ý nghĩa thực tiễn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2925" y="3300412"/>
            <a:ext cx="8401050" cy="4829175"/>
            <a:chOff x="0" y="0"/>
            <a:chExt cx="11201400" cy="6438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014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201400">
                  <a:moveTo>
                    <a:pt x="304800" y="0"/>
                  </a:moveTo>
                  <a:lnTo>
                    <a:pt x="10896600" y="0"/>
                  </a:lnTo>
                  <a:cubicBezTo>
                    <a:pt x="11065002" y="0"/>
                    <a:pt x="11201400" y="136525"/>
                    <a:pt x="11201400" y="304800"/>
                  </a:cubicBezTo>
                  <a:lnTo>
                    <a:pt x="11201400" y="6134100"/>
                  </a:lnTo>
                  <a:cubicBezTo>
                    <a:pt x="11201400" y="6302502"/>
                    <a:pt x="11064875" y="6438900"/>
                    <a:pt x="10896600" y="6438900"/>
                  </a:cubicBezTo>
                  <a:lnTo>
                    <a:pt x="304800" y="6438900"/>
                  </a:lnTo>
                  <a:cubicBezTo>
                    <a:pt x="136398" y="6438900"/>
                    <a:pt x="0" y="6302375"/>
                    <a:pt x="0" y="61341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85825" y="3700462"/>
            <a:ext cx="357188" cy="285750"/>
          </a:xfrm>
          <a:custGeom>
            <a:avLst/>
            <a:gdLst/>
            <a:ahLst/>
            <a:cxnLst/>
            <a:rect r="r" b="b" t="t" l="l"/>
            <a:pathLst>
              <a:path h="285750" w="357188">
                <a:moveTo>
                  <a:pt x="0" y="0"/>
                </a:moveTo>
                <a:lnTo>
                  <a:pt x="357187" y="0"/>
                </a:lnTo>
                <a:lnTo>
                  <a:pt x="357187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43012" y="3643312"/>
            <a:ext cx="7500938" cy="400050"/>
            <a:chOff x="0" y="0"/>
            <a:chExt cx="10001250" cy="53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01250" cy="533400"/>
            </a:xfrm>
            <a:custGeom>
              <a:avLst/>
              <a:gdLst/>
              <a:ahLst/>
              <a:cxnLst/>
              <a:rect r="r" b="b" t="t" l="l"/>
              <a:pathLst>
                <a:path h="533400" w="10001250">
                  <a:moveTo>
                    <a:pt x="0" y="0"/>
                  </a:moveTo>
                  <a:lnTo>
                    <a:pt x="10001250" y="0"/>
                  </a:lnTo>
                  <a:lnTo>
                    <a:pt x="100012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0012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250" spc="-13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Nhiệm vụ nhóm (≤3 HS)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4271962"/>
            <a:ext cx="7686675" cy="3357562"/>
            <a:chOff x="0" y="0"/>
            <a:chExt cx="10248900" cy="4476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8900" cy="4476750"/>
            </a:xfrm>
            <a:custGeom>
              <a:avLst/>
              <a:gdLst/>
              <a:ahLst/>
              <a:cxnLst/>
              <a:rect r="r" b="b" t="t" l="l"/>
              <a:pathLst>
                <a:path h="4476750" w="10248900">
                  <a:moveTo>
                    <a:pt x="76200" y="0"/>
                  </a:moveTo>
                  <a:lnTo>
                    <a:pt x="10020300" y="0"/>
                  </a:lnTo>
                  <a:cubicBezTo>
                    <a:pt x="10146538" y="0"/>
                    <a:pt x="10248900" y="102362"/>
                    <a:pt x="10248900" y="228600"/>
                  </a:cubicBezTo>
                  <a:lnTo>
                    <a:pt x="10248900" y="4248150"/>
                  </a:lnTo>
                  <a:cubicBezTo>
                    <a:pt x="10248900" y="4374388"/>
                    <a:pt x="10146538" y="4476750"/>
                    <a:pt x="10020300" y="4476750"/>
                  </a:cubicBezTo>
                  <a:lnTo>
                    <a:pt x="76200" y="4476750"/>
                  </a:lnTo>
                  <a:cubicBezTo>
                    <a:pt x="34163" y="4476750"/>
                    <a:pt x="0" y="4442587"/>
                    <a:pt x="0" y="44005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4271962"/>
            <a:ext cx="57150" cy="3357562"/>
            <a:chOff x="0" y="0"/>
            <a:chExt cx="76200" cy="44767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" cy="4476750"/>
            </a:xfrm>
            <a:custGeom>
              <a:avLst/>
              <a:gdLst/>
              <a:ahLst/>
              <a:cxnLst/>
              <a:rect r="r" b="b" t="t" l="l"/>
              <a:pathLst>
                <a:path h="4476750" w="76200">
                  <a:moveTo>
                    <a:pt x="76200" y="0"/>
                  </a:moveTo>
                  <a:lnTo>
                    <a:pt x="76200" y="4476750"/>
                  </a:lnTo>
                  <a:cubicBezTo>
                    <a:pt x="34163" y="4476750"/>
                    <a:pt x="0" y="4442587"/>
                    <a:pt x="0" y="44005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28725" y="4557712"/>
            <a:ext cx="7372350" cy="1039543"/>
            <a:chOff x="0" y="0"/>
            <a:chExt cx="9829800" cy="13860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29800" cy="1386057"/>
            </a:xfrm>
            <a:custGeom>
              <a:avLst/>
              <a:gdLst/>
              <a:ahLst/>
              <a:cxnLst/>
              <a:rect r="r" b="b" t="t" l="l"/>
              <a:pathLst>
                <a:path h="1386057" w="9829800">
                  <a:moveTo>
                    <a:pt x="0" y="0"/>
                  </a:moveTo>
                  <a:lnTo>
                    <a:pt x="9829800" y="0"/>
                  </a:lnTo>
                  <a:lnTo>
                    <a:pt x="9829800" y="1386057"/>
                  </a:lnTo>
                  <a:lnTo>
                    <a:pt x="0" y="13860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695" r="2131" b="-7578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9829800" cy="150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41"/>
                </a:lnSpc>
              </a:pPr>
              <a:r>
                <a:rPr lang="en-US" sz="2524" spc="-15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Lựa chọn một </a:t>
              </a:r>
              <a:r>
                <a:rPr lang="en-US" b="true" sz="2524" spc="-15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chủ đề</a:t>
              </a:r>
              <a:r>
                <a:rPr lang="en-US" sz="2524" spc="-15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 để xây dựng website và trả lờì </a:t>
              </a:r>
              <a:r>
                <a:rPr lang="en-US" b="true" sz="2524" spc="-15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4 câu hỏi</a:t>
              </a:r>
              <a:r>
                <a:rPr lang="en-US" sz="2524" spc="-15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: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8725" y="5622131"/>
            <a:ext cx="342900" cy="342900"/>
            <a:chOff x="0" y="0"/>
            <a:chExt cx="457200" cy="457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78719" y="5622131"/>
            <a:ext cx="442912" cy="342900"/>
            <a:chOff x="0" y="0"/>
            <a:chExt cx="590550" cy="457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0550" cy="457200"/>
            </a:xfrm>
            <a:custGeom>
              <a:avLst/>
              <a:gdLst/>
              <a:ahLst/>
              <a:cxnLst/>
              <a:rect r="r" b="b" t="t" l="l"/>
              <a:pathLst>
                <a:path h="45720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9055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b="true" sz="1575" spc="-9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14500" y="5597255"/>
            <a:ext cx="3375306" cy="477393"/>
            <a:chOff x="0" y="0"/>
            <a:chExt cx="4500408" cy="6365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00408" cy="636524"/>
            </a:xfrm>
            <a:custGeom>
              <a:avLst/>
              <a:gdLst/>
              <a:ahLst/>
              <a:cxnLst/>
              <a:rect r="r" b="b" t="t" l="l"/>
              <a:pathLst>
                <a:path h="636524" w="4500408">
                  <a:moveTo>
                    <a:pt x="0" y="0"/>
                  </a:moveTo>
                  <a:lnTo>
                    <a:pt x="4500408" y="0"/>
                  </a:lnTo>
                  <a:lnTo>
                    <a:pt x="4500408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90" r="32272" b="-2921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4500408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Tên chủ đề website?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8725" y="6079331"/>
            <a:ext cx="342900" cy="342900"/>
            <a:chOff x="0" y="0"/>
            <a:chExt cx="457200" cy="457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78719" y="6079331"/>
            <a:ext cx="442912" cy="342900"/>
            <a:chOff x="0" y="0"/>
            <a:chExt cx="590550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0550" cy="457200"/>
            </a:xfrm>
            <a:custGeom>
              <a:avLst/>
              <a:gdLst/>
              <a:ahLst/>
              <a:cxnLst/>
              <a:rect r="r" b="b" t="t" l="l"/>
              <a:pathLst>
                <a:path h="45720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9055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b="true" sz="1575" spc="-9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14500" y="6054455"/>
            <a:ext cx="3628454" cy="477393"/>
            <a:chOff x="0" y="0"/>
            <a:chExt cx="4837939" cy="6365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37939" cy="636524"/>
            </a:xfrm>
            <a:custGeom>
              <a:avLst/>
              <a:gdLst/>
              <a:ahLst/>
              <a:cxnLst/>
              <a:rect r="r" b="b" t="t" l="l"/>
              <a:pathLst>
                <a:path h="636524" w="4837939">
                  <a:moveTo>
                    <a:pt x="0" y="0"/>
                  </a:moveTo>
                  <a:lnTo>
                    <a:pt x="4837939" y="0"/>
                  </a:lnTo>
                  <a:lnTo>
                    <a:pt x="4837939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388" r="32272" b="-3621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4837939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Mục tiêu của website?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28725" y="6536531"/>
            <a:ext cx="342900" cy="342900"/>
            <a:chOff x="0" y="0"/>
            <a:chExt cx="457200" cy="457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78719" y="6536531"/>
            <a:ext cx="442912" cy="342900"/>
            <a:chOff x="0" y="0"/>
            <a:chExt cx="590550" cy="457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0550" cy="457200"/>
            </a:xfrm>
            <a:custGeom>
              <a:avLst/>
              <a:gdLst/>
              <a:ahLst/>
              <a:cxnLst/>
              <a:rect r="r" b="b" t="t" l="l"/>
              <a:pathLst>
                <a:path h="45720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9055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b="true" sz="1575" spc="-9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14500" y="6511655"/>
            <a:ext cx="3733932" cy="477393"/>
            <a:chOff x="0" y="0"/>
            <a:chExt cx="4978576" cy="6365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78576" cy="636524"/>
            </a:xfrm>
            <a:custGeom>
              <a:avLst/>
              <a:gdLst/>
              <a:ahLst/>
              <a:cxnLst/>
              <a:rect r="r" b="b" t="t" l="l"/>
              <a:pathLst>
                <a:path h="636524" w="4978576">
                  <a:moveTo>
                    <a:pt x="0" y="0"/>
                  </a:moveTo>
                  <a:lnTo>
                    <a:pt x="4978576" y="0"/>
                  </a:lnTo>
                  <a:lnTo>
                    <a:pt x="4978576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04" r="32272" b="-3913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4978576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Đối tượng ngườì dùng?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28725" y="6993731"/>
            <a:ext cx="342900" cy="342900"/>
            <a:chOff x="0" y="0"/>
            <a:chExt cx="457200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78719" y="6993731"/>
            <a:ext cx="442912" cy="342900"/>
            <a:chOff x="0" y="0"/>
            <a:chExt cx="590550" cy="457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90550" cy="457200"/>
            </a:xfrm>
            <a:custGeom>
              <a:avLst/>
              <a:gdLst/>
              <a:ahLst/>
              <a:cxnLst/>
              <a:rect r="r" b="b" t="t" l="l"/>
              <a:pathLst>
                <a:path h="45720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59055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b="true" sz="1575" spc="-9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14500" y="6968855"/>
            <a:ext cx="4303515" cy="477393"/>
            <a:chOff x="0" y="0"/>
            <a:chExt cx="5738020" cy="6365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38020" cy="636524"/>
            </a:xfrm>
            <a:custGeom>
              <a:avLst/>
              <a:gdLst/>
              <a:ahLst/>
              <a:cxnLst/>
              <a:rect r="r" b="b" t="t" l="l"/>
              <a:pathLst>
                <a:path h="636524" w="5738020">
                  <a:moveTo>
                    <a:pt x="0" y="0"/>
                  </a:moveTo>
                  <a:lnTo>
                    <a:pt x="5738020" y="0"/>
                  </a:lnTo>
                  <a:lnTo>
                    <a:pt x="5738020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049" r="32272" b="-5487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5738020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Nội dung chính (3-4 mục)?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315450" y="2057400"/>
            <a:ext cx="8401050" cy="7658100"/>
            <a:chOff x="0" y="0"/>
            <a:chExt cx="11201400" cy="10210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01400" cy="10210800"/>
            </a:xfrm>
            <a:custGeom>
              <a:avLst/>
              <a:gdLst/>
              <a:ahLst/>
              <a:cxnLst/>
              <a:rect r="r" b="b" t="t" l="l"/>
              <a:pathLst>
                <a:path h="10210800" w="11201400">
                  <a:moveTo>
                    <a:pt x="304800" y="0"/>
                  </a:moveTo>
                  <a:lnTo>
                    <a:pt x="10896600" y="0"/>
                  </a:lnTo>
                  <a:cubicBezTo>
                    <a:pt x="11064875" y="0"/>
                    <a:pt x="11201400" y="136398"/>
                    <a:pt x="11201400" y="304800"/>
                  </a:cubicBezTo>
                  <a:lnTo>
                    <a:pt x="11201400" y="9906000"/>
                  </a:lnTo>
                  <a:cubicBezTo>
                    <a:pt x="11201400" y="10074275"/>
                    <a:pt x="11065002" y="10210800"/>
                    <a:pt x="10896600" y="10210800"/>
                  </a:cubicBezTo>
                  <a:lnTo>
                    <a:pt x="304800" y="10210800"/>
                  </a:lnTo>
                  <a:cubicBezTo>
                    <a:pt x="136525" y="10210800"/>
                    <a:pt x="0" y="10074402"/>
                    <a:pt x="0" y="9906000"/>
                  </a:cubicBezTo>
                  <a:lnTo>
                    <a:pt x="0" y="304800"/>
                  </a:lnTo>
                  <a:cubicBezTo>
                    <a:pt x="0" y="136398"/>
                    <a:pt x="136398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9729788" y="2457450"/>
            <a:ext cx="214312" cy="285750"/>
          </a:xfrm>
          <a:custGeom>
            <a:avLst/>
            <a:gdLst/>
            <a:ahLst/>
            <a:cxnLst/>
            <a:rect r="r" b="b" t="t" l="l"/>
            <a:pathLst>
              <a:path h="285750" w="214312">
                <a:moveTo>
                  <a:pt x="0" y="0"/>
                </a:moveTo>
                <a:lnTo>
                  <a:pt x="214312" y="0"/>
                </a:lnTo>
                <a:lnTo>
                  <a:pt x="21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0015538" y="2400300"/>
            <a:ext cx="7500938" cy="400050"/>
            <a:chOff x="0" y="0"/>
            <a:chExt cx="10001250" cy="533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001250" cy="533400"/>
            </a:xfrm>
            <a:custGeom>
              <a:avLst/>
              <a:gdLst/>
              <a:ahLst/>
              <a:cxnLst/>
              <a:rect r="r" b="b" t="t" l="l"/>
              <a:pathLst>
                <a:path h="533400" w="10001250">
                  <a:moveTo>
                    <a:pt x="0" y="0"/>
                  </a:moveTo>
                  <a:lnTo>
                    <a:pt x="10001250" y="0"/>
                  </a:lnTo>
                  <a:lnTo>
                    <a:pt x="100012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100012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250" spc="-13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Yêu cầu lựa chọn chủ đề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58350" y="3086100"/>
            <a:ext cx="7715250" cy="1257300"/>
            <a:chOff x="0" y="0"/>
            <a:chExt cx="10287000" cy="1676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870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0287000">
                  <a:moveTo>
                    <a:pt x="228600" y="0"/>
                  </a:moveTo>
                  <a:lnTo>
                    <a:pt x="10058400" y="0"/>
                  </a:lnTo>
                  <a:cubicBezTo>
                    <a:pt x="10184638" y="0"/>
                    <a:pt x="10287000" y="102362"/>
                    <a:pt x="10287000" y="228600"/>
                  </a:cubicBezTo>
                  <a:lnTo>
                    <a:pt x="10287000" y="1447800"/>
                  </a:lnTo>
                  <a:cubicBezTo>
                    <a:pt x="10287000" y="1574038"/>
                    <a:pt x="10184638" y="1676400"/>
                    <a:pt x="10058400" y="1676400"/>
                  </a:cubicBezTo>
                  <a:lnTo>
                    <a:pt x="228600" y="1676400"/>
                  </a:lnTo>
                  <a:cubicBezTo>
                    <a:pt x="102362" y="1676400"/>
                    <a:pt x="0" y="1574038"/>
                    <a:pt x="0" y="14478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886950" y="3314700"/>
            <a:ext cx="685800" cy="685800"/>
            <a:chOff x="0" y="0"/>
            <a:chExt cx="91440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sp>
        <p:nvSpPr>
          <p:cNvPr name="Freeform 65" id="65"/>
          <p:cNvSpPr/>
          <p:nvPr/>
        </p:nvSpPr>
        <p:spPr>
          <a:xfrm flipH="false" flipV="false" rot="0">
            <a:off x="10086975" y="351472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0801350" y="3314700"/>
            <a:ext cx="3043238" cy="477393"/>
            <a:chOff x="0" y="0"/>
            <a:chExt cx="4057650" cy="6365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57650" cy="636524"/>
            </a:xfrm>
            <a:custGeom>
              <a:avLst/>
              <a:gdLst/>
              <a:ahLst/>
              <a:cxnLst/>
              <a:rect r="r" b="b" t="t" l="l"/>
              <a:pathLst>
                <a:path h="636524" w="4057650">
                  <a:moveTo>
                    <a:pt x="0" y="0"/>
                  </a:moveTo>
                  <a:lnTo>
                    <a:pt x="4057650" y="0"/>
                  </a:lnTo>
                  <a:lnTo>
                    <a:pt x="4057650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311" r="0" b="-6611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0"/>
              <a:ext cx="4057650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b="true" sz="2400" spc="-14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Không quá rộng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801350" y="3771900"/>
            <a:ext cx="3028950" cy="399415"/>
            <a:chOff x="0" y="0"/>
            <a:chExt cx="4038600" cy="53255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38600" cy="532553"/>
            </a:xfrm>
            <a:custGeom>
              <a:avLst/>
              <a:gdLst/>
              <a:ahLst/>
              <a:cxnLst/>
              <a:rect r="r" b="b" t="t" l="l"/>
              <a:pathLst>
                <a:path h="532553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532553"/>
                  </a:lnTo>
                  <a:lnTo>
                    <a:pt x="0" y="5325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838" r="0" b="-9068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85725"/>
              <a:ext cx="4038600" cy="618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1999" spc="-12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Chủ đề cụ thể, dễ thực hiện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58350" y="4572000"/>
            <a:ext cx="7715250" cy="1257300"/>
            <a:chOff x="0" y="0"/>
            <a:chExt cx="10287000" cy="1676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870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0287000">
                  <a:moveTo>
                    <a:pt x="228600" y="0"/>
                  </a:moveTo>
                  <a:lnTo>
                    <a:pt x="10058400" y="0"/>
                  </a:lnTo>
                  <a:cubicBezTo>
                    <a:pt x="10184638" y="0"/>
                    <a:pt x="10287000" y="102362"/>
                    <a:pt x="10287000" y="228600"/>
                  </a:cubicBezTo>
                  <a:lnTo>
                    <a:pt x="10287000" y="1447800"/>
                  </a:lnTo>
                  <a:cubicBezTo>
                    <a:pt x="10287000" y="1574038"/>
                    <a:pt x="10184638" y="1676400"/>
                    <a:pt x="10058400" y="1676400"/>
                  </a:cubicBezTo>
                  <a:lnTo>
                    <a:pt x="228600" y="1676400"/>
                  </a:lnTo>
                  <a:cubicBezTo>
                    <a:pt x="102362" y="1676400"/>
                    <a:pt x="0" y="1574038"/>
                    <a:pt x="0" y="14478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886950" y="4800600"/>
            <a:ext cx="685800" cy="685800"/>
            <a:chOff x="0" y="0"/>
            <a:chExt cx="914400" cy="91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0051256" y="5000625"/>
            <a:ext cx="357188" cy="285750"/>
          </a:xfrm>
          <a:custGeom>
            <a:avLst/>
            <a:gdLst/>
            <a:ahLst/>
            <a:cxnLst/>
            <a:rect r="r" b="b" t="t" l="l"/>
            <a:pathLst>
              <a:path h="285750" w="357188">
                <a:moveTo>
                  <a:pt x="0" y="0"/>
                </a:moveTo>
                <a:lnTo>
                  <a:pt x="357188" y="0"/>
                </a:lnTo>
                <a:lnTo>
                  <a:pt x="35718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0801350" y="4800600"/>
            <a:ext cx="3200400" cy="477393"/>
            <a:chOff x="0" y="0"/>
            <a:chExt cx="4267200" cy="6365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267200" cy="636524"/>
            </a:xfrm>
            <a:custGeom>
              <a:avLst/>
              <a:gdLst/>
              <a:ahLst/>
              <a:cxnLst/>
              <a:rect r="r" b="b" t="t" l="l"/>
              <a:pathLst>
                <a:path h="63652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726" r="0" b="-7252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0"/>
              <a:ext cx="4267200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b="true" sz="2400" spc="-14">
                  <a:solidFill>
                    <a:srgbClr val="7209B7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Phù hợp đối tượng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801350" y="5257800"/>
            <a:ext cx="3186112" cy="399415"/>
            <a:chOff x="0" y="0"/>
            <a:chExt cx="4248150" cy="53255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248150" cy="532553"/>
            </a:xfrm>
            <a:custGeom>
              <a:avLst/>
              <a:gdLst/>
              <a:ahLst/>
              <a:cxnLst/>
              <a:rect r="r" b="b" t="t" l="l"/>
              <a:pathLst>
                <a:path h="532553" w="4248150">
                  <a:moveTo>
                    <a:pt x="0" y="0"/>
                  </a:moveTo>
                  <a:lnTo>
                    <a:pt x="4248150" y="0"/>
                  </a:lnTo>
                  <a:lnTo>
                    <a:pt x="4248150" y="532553"/>
                  </a:lnTo>
                  <a:lnTo>
                    <a:pt x="0" y="5325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505" r="0" b="-9835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85725"/>
              <a:ext cx="4248150" cy="618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1999" spc="-12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Đáp ứng nhu cầu ngườì dùng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58350" y="6057900"/>
            <a:ext cx="7715250" cy="1257300"/>
            <a:chOff x="0" y="0"/>
            <a:chExt cx="10287000" cy="1676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870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0287000">
                  <a:moveTo>
                    <a:pt x="228600" y="0"/>
                  </a:moveTo>
                  <a:lnTo>
                    <a:pt x="10058400" y="0"/>
                  </a:lnTo>
                  <a:cubicBezTo>
                    <a:pt x="10184638" y="0"/>
                    <a:pt x="10287000" y="102362"/>
                    <a:pt x="10287000" y="228600"/>
                  </a:cubicBezTo>
                  <a:lnTo>
                    <a:pt x="10287000" y="1447800"/>
                  </a:lnTo>
                  <a:cubicBezTo>
                    <a:pt x="10287000" y="1574038"/>
                    <a:pt x="10184638" y="1676400"/>
                    <a:pt x="10058400" y="1676400"/>
                  </a:cubicBezTo>
                  <a:lnTo>
                    <a:pt x="228600" y="1676400"/>
                  </a:lnTo>
                  <a:cubicBezTo>
                    <a:pt x="102362" y="1676400"/>
                    <a:pt x="0" y="1574038"/>
                    <a:pt x="0" y="14478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886950" y="6286500"/>
            <a:ext cx="685800" cy="685800"/>
            <a:chOff x="0" y="0"/>
            <a:chExt cx="914400" cy="914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086975" y="6486525"/>
            <a:ext cx="285750" cy="285750"/>
            <a:chOff x="0" y="0"/>
            <a:chExt cx="381000" cy="3810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ubicBezTo>
                    <a:pt x="0" y="85344"/>
                    <a:pt x="85344" y="0"/>
                    <a:pt x="190500" y="0"/>
                  </a:cubicBezTo>
                  <a:close/>
                  <a:moveTo>
                    <a:pt x="172593" y="89281"/>
                  </a:moveTo>
                  <a:lnTo>
                    <a:pt x="172593" y="190500"/>
                  </a:lnTo>
                  <a:cubicBezTo>
                    <a:pt x="172593" y="196469"/>
                    <a:pt x="175514" y="202057"/>
                    <a:pt x="180594" y="205359"/>
                  </a:cubicBezTo>
                  <a:lnTo>
                    <a:pt x="252095" y="252984"/>
                  </a:lnTo>
                  <a:cubicBezTo>
                    <a:pt x="260223" y="258445"/>
                    <a:pt x="271399" y="256286"/>
                    <a:pt x="276860" y="248031"/>
                  </a:cubicBezTo>
                  <a:cubicBezTo>
                    <a:pt x="282321" y="239776"/>
                    <a:pt x="280162" y="228727"/>
                    <a:pt x="271907" y="223266"/>
                  </a:cubicBezTo>
                  <a:lnTo>
                    <a:pt x="208407" y="180975"/>
                  </a:lnTo>
                  <a:lnTo>
                    <a:pt x="208407" y="89281"/>
                  </a:lnTo>
                  <a:cubicBezTo>
                    <a:pt x="208407" y="79375"/>
                    <a:pt x="200406" y="71374"/>
                    <a:pt x="190500" y="71374"/>
                  </a:cubicBezTo>
                  <a:cubicBezTo>
                    <a:pt x="180594" y="71374"/>
                    <a:pt x="172593" y="79375"/>
                    <a:pt x="172593" y="8928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801350" y="6286500"/>
            <a:ext cx="2700338" cy="477393"/>
            <a:chOff x="0" y="0"/>
            <a:chExt cx="3600450" cy="63652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00450" cy="636524"/>
            </a:xfrm>
            <a:custGeom>
              <a:avLst/>
              <a:gdLst/>
              <a:ahLst/>
              <a:cxnLst/>
              <a:rect r="r" b="b" t="t" l="l"/>
              <a:pathLst>
                <a:path h="636524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6" r="0" b="-5211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0"/>
              <a:ext cx="3600450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b="true" sz="2400" spc="-14">
                  <a:solidFill>
                    <a:srgbClr val="F72585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Có thể thực hiện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801350" y="6743700"/>
            <a:ext cx="2686050" cy="399415"/>
            <a:chOff x="0" y="0"/>
            <a:chExt cx="3581400" cy="53255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581400" cy="532553"/>
            </a:xfrm>
            <a:custGeom>
              <a:avLst/>
              <a:gdLst/>
              <a:ahLst/>
              <a:cxnLst/>
              <a:rect r="r" b="b" t="t" l="l"/>
              <a:pathLst>
                <a:path h="532553" w="3581400">
                  <a:moveTo>
                    <a:pt x="0" y="0"/>
                  </a:moveTo>
                  <a:lnTo>
                    <a:pt x="3581400" y="0"/>
                  </a:lnTo>
                  <a:lnTo>
                    <a:pt x="3581400" y="532553"/>
                  </a:lnTo>
                  <a:lnTo>
                    <a:pt x="0" y="5325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110" r="0" b="-7396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85725"/>
              <a:ext cx="3581400" cy="618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1999" spc="-12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Trong thờì gian quy định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658350" y="7543800"/>
            <a:ext cx="7715250" cy="1257300"/>
            <a:chOff x="0" y="0"/>
            <a:chExt cx="10287000" cy="16764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2870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0287000">
                  <a:moveTo>
                    <a:pt x="228600" y="0"/>
                  </a:moveTo>
                  <a:lnTo>
                    <a:pt x="10058400" y="0"/>
                  </a:lnTo>
                  <a:cubicBezTo>
                    <a:pt x="10184638" y="0"/>
                    <a:pt x="10287000" y="102362"/>
                    <a:pt x="10287000" y="228600"/>
                  </a:cubicBezTo>
                  <a:lnTo>
                    <a:pt x="10287000" y="1447800"/>
                  </a:lnTo>
                  <a:cubicBezTo>
                    <a:pt x="10287000" y="1574038"/>
                    <a:pt x="10184638" y="1676400"/>
                    <a:pt x="10058400" y="1676400"/>
                  </a:cubicBezTo>
                  <a:lnTo>
                    <a:pt x="228600" y="1676400"/>
                  </a:lnTo>
                  <a:cubicBezTo>
                    <a:pt x="102362" y="1676400"/>
                    <a:pt x="0" y="1574038"/>
                    <a:pt x="0" y="14478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886950" y="7772400"/>
            <a:ext cx="685800" cy="685800"/>
            <a:chOff x="0" y="0"/>
            <a:chExt cx="914400" cy="9144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sp>
        <p:nvSpPr>
          <p:cNvPr name="Freeform 99" id="99"/>
          <p:cNvSpPr/>
          <p:nvPr/>
        </p:nvSpPr>
        <p:spPr>
          <a:xfrm flipH="false" flipV="false" rot="0">
            <a:off x="10069116" y="7972425"/>
            <a:ext cx="321469" cy="285750"/>
          </a:xfrm>
          <a:custGeom>
            <a:avLst/>
            <a:gdLst/>
            <a:ahLst/>
            <a:cxnLst/>
            <a:rect r="r" b="b" t="t" l="l"/>
            <a:pathLst>
              <a:path h="285750" w="321469">
                <a:moveTo>
                  <a:pt x="0" y="0"/>
                </a:moveTo>
                <a:lnTo>
                  <a:pt x="321468" y="0"/>
                </a:lnTo>
                <a:lnTo>
                  <a:pt x="32146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10801350" y="7772400"/>
            <a:ext cx="3559616" cy="477393"/>
            <a:chOff x="0" y="0"/>
            <a:chExt cx="4746155" cy="63652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746155" cy="636524"/>
            </a:xfrm>
            <a:custGeom>
              <a:avLst/>
              <a:gdLst/>
              <a:ahLst/>
              <a:cxnLst/>
              <a:rect r="r" b="b" t="t" l="l"/>
              <a:pathLst>
                <a:path h="636524" w="4746155">
                  <a:moveTo>
                    <a:pt x="0" y="0"/>
                  </a:moveTo>
                  <a:lnTo>
                    <a:pt x="4746155" y="0"/>
                  </a:lnTo>
                  <a:lnTo>
                    <a:pt x="4746155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52" r="29758" b="-4395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0"/>
              <a:ext cx="4746155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b="true" sz="2400" spc="-14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Có ý nghĩa thực tiễn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801350" y="8229600"/>
            <a:ext cx="2486025" cy="399415"/>
            <a:chOff x="0" y="0"/>
            <a:chExt cx="3314700" cy="53255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314700" cy="532553"/>
            </a:xfrm>
            <a:custGeom>
              <a:avLst/>
              <a:gdLst/>
              <a:ahLst/>
              <a:cxnLst/>
              <a:rect r="r" b="b" t="t" l="l"/>
              <a:pathLst>
                <a:path h="532553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532553"/>
                  </a:lnTo>
                  <a:lnTo>
                    <a:pt x="0" y="5325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352" r="0" b="-6420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85725"/>
              <a:ext cx="3314700" cy="618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1999" spc="-12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Mang lại giá trị thực tế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925449"/>
            <a:ext cx="17402175" cy="846201"/>
            <a:chOff x="0" y="0"/>
            <a:chExt cx="23202900" cy="11282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28268"/>
            </a:xfrm>
            <a:custGeom>
              <a:avLst/>
              <a:gdLst/>
              <a:ahLst/>
              <a:cxnLst/>
              <a:rect r="r" b="b" t="t" l="l"/>
              <a:pathLst>
                <a:path h="1128268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28268"/>
                  </a:lnTo>
                  <a:lnTo>
                    <a:pt x="0" y="11282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942" r="0" b="-33447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3202900" cy="1090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b="true" sz="4200" spc="-25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Yêu cầu lựa chọn chủ đề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1885950"/>
            <a:ext cx="17273588" cy="477393"/>
            <a:chOff x="0" y="0"/>
            <a:chExt cx="23031450" cy="6365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31450" cy="636524"/>
            </a:xfrm>
            <a:custGeom>
              <a:avLst/>
              <a:gdLst/>
              <a:ahLst/>
              <a:cxnLst/>
              <a:rect r="r" b="b" t="t" l="l"/>
              <a:pathLst>
                <a:path h="636524" w="23031450">
                  <a:moveTo>
                    <a:pt x="0" y="0"/>
                  </a:moveTo>
                  <a:lnTo>
                    <a:pt x="23031450" y="0"/>
                  </a:lnTo>
                  <a:lnTo>
                    <a:pt x="23031450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130" r="0" b="-6469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3031450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4 tiêu chí lựa chọn chủ đề tốt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0075" y="2571750"/>
            <a:ext cx="8372475" cy="3400425"/>
            <a:chOff x="0" y="0"/>
            <a:chExt cx="11163300" cy="4533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63300" cy="4533900"/>
            </a:xfrm>
            <a:custGeom>
              <a:avLst/>
              <a:gdLst/>
              <a:ahLst/>
              <a:cxnLst/>
              <a:rect r="r" b="b" t="t" l="l"/>
              <a:pathLst>
                <a:path h="4533900" w="11163300">
                  <a:moveTo>
                    <a:pt x="76200" y="0"/>
                  </a:moveTo>
                  <a:lnTo>
                    <a:pt x="10858500" y="0"/>
                  </a:lnTo>
                  <a:cubicBezTo>
                    <a:pt x="11026902" y="0"/>
                    <a:pt x="11163300" y="136525"/>
                    <a:pt x="11163300" y="304800"/>
                  </a:cubicBezTo>
                  <a:lnTo>
                    <a:pt x="11163300" y="4229100"/>
                  </a:lnTo>
                  <a:cubicBezTo>
                    <a:pt x="11163300" y="4397502"/>
                    <a:pt x="11026775" y="4533900"/>
                    <a:pt x="10858500" y="4533900"/>
                  </a:cubicBezTo>
                  <a:lnTo>
                    <a:pt x="76200" y="4533900"/>
                  </a:lnTo>
                  <a:cubicBezTo>
                    <a:pt x="34163" y="4533900"/>
                    <a:pt x="0" y="4499737"/>
                    <a:pt x="0" y="4457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0075" y="2571750"/>
            <a:ext cx="57150" cy="3400425"/>
            <a:chOff x="0" y="0"/>
            <a:chExt cx="76200" cy="4533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4533900"/>
            </a:xfrm>
            <a:custGeom>
              <a:avLst/>
              <a:gdLst/>
              <a:ahLst/>
              <a:cxnLst/>
              <a:rect r="r" b="b" t="t" l="l"/>
              <a:pathLst>
                <a:path h="4533900" w="76200">
                  <a:moveTo>
                    <a:pt x="76200" y="0"/>
                  </a:moveTo>
                  <a:lnTo>
                    <a:pt x="76200" y="4533900"/>
                  </a:lnTo>
                  <a:cubicBezTo>
                    <a:pt x="34163" y="4533900"/>
                    <a:pt x="0" y="4499737"/>
                    <a:pt x="0" y="4457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71550" y="2914650"/>
            <a:ext cx="914400" cy="914400"/>
            <a:chOff x="0" y="0"/>
            <a:chExt cx="121920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228600" y="0"/>
                  </a:moveTo>
                  <a:lnTo>
                    <a:pt x="990600" y="0"/>
                  </a:lnTo>
                  <a:cubicBezTo>
                    <a:pt x="1116711" y="0"/>
                    <a:pt x="1219200" y="102489"/>
                    <a:pt x="1219200" y="228600"/>
                  </a:cubicBezTo>
                  <a:lnTo>
                    <a:pt x="1219200" y="990600"/>
                  </a:lnTo>
                  <a:cubicBezTo>
                    <a:pt x="1219200" y="1116711"/>
                    <a:pt x="1116711" y="1219200"/>
                    <a:pt x="990600" y="1219200"/>
                  </a:cubicBezTo>
                  <a:lnTo>
                    <a:pt x="228600" y="1219200"/>
                  </a:lnTo>
                  <a:cubicBezTo>
                    <a:pt x="102489" y="1219200"/>
                    <a:pt x="0" y="1116711"/>
                    <a:pt x="0" y="9906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18009" y="315753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114550" y="3143250"/>
            <a:ext cx="2543175" cy="457200"/>
            <a:chOff x="0" y="0"/>
            <a:chExt cx="33909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90900" cy="609600"/>
            </a:xfrm>
            <a:custGeom>
              <a:avLst/>
              <a:gdLst/>
              <a:ahLst/>
              <a:cxnLst/>
              <a:rect r="r" b="b" t="t" l="l"/>
              <a:pathLst>
                <a:path h="609600" w="3390900">
                  <a:moveTo>
                    <a:pt x="0" y="0"/>
                  </a:moveTo>
                  <a:lnTo>
                    <a:pt x="3390900" y="0"/>
                  </a:lnTo>
                  <a:lnTo>
                    <a:pt x="33909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85" r="0" b="-5838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3909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000" spc="-18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Không quá rộng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0125" y="4114800"/>
            <a:ext cx="228600" cy="228600"/>
            <a:chOff x="0" y="0"/>
            <a:chExt cx="304800" cy="304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28750" y="3990404"/>
            <a:ext cx="3645592" cy="477393"/>
            <a:chOff x="0" y="0"/>
            <a:chExt cx="4860789" cy="6365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60789" cy="636524"/>
            </a:xfrm>
            <a:custGeom>
              <a:avLst/>
              <a:gdLst/>
              <a:ahLst/>
              <a:cxnLst/>
              <a:rect r="r" b="b" t="t" l="l"/>
              <a:pathLst>
                <a:path h="636524" w="4860789">
                  <a:moveTo>
                    <a:pt x="0" y="0"/>
                  </a:moveTo>
                  <a:lnTo>
                    <a:pt x="4860789" y="0"/>
                  </a:lnTo>
                  <a:lnTo>
                    <a:pt x="4860789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14" r="16914" b="-5954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4860789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Chủ đề cụ thể, dễ thực hiện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0125" y="4629150"/>
            <a:ext cx="228600" cy="228600"/>
            <a:chOff x="0" y="0"/>
            <a:chExt cx="304800" cy="304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28750" y="4504754"/>
            <a:ext cx="5571565" cy="477393"/>
            <a:chOff x="0" y="0"/>
            <a:chExt cx="7428754" cy="6365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28754" cy="636524"/>
            </a:xfrm>
            <a:custGeom>
              <a:avLst/>
              <a:gdLst/>
              <a:ahLst/>
              <a:cxnLst/>
              <a:rect r="r" b="b" t="t" l="l"/>
              <a:pathLst>
                <a:path h="636524" w="7428754">
                  <a:moveTo>
                    <a:pt x="0" y="0"/>
                  </a:moveTo>
                  <a:lnTo>
                    <a:pt x="7428754" y="0"/>
                  </a:lnTo>
                  <a:lnTo>
                    <a:pt x="7428754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027" r="16914" b="-12485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7428754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Có thể hoàn thành trong thờì gian quy định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000125" y="5143500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428750" y="5019104"/>
            <a:ext cx="5984274" cy="477393"/>
            <a:chOff x="0" y="0"/>
            <a:chExt cx="7979032" cy="6365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979032" cy="636524"/>
            </a:xfrm>
            <a:custGeom>
              <a:avLst/>
              <a:gdLst/>
              <a:ahLst/>
              <a:cxnLst/>
              <a:rect r="r" b="b" t="t" l="l"/>
              <a:pathLst>
                <a:path h="636524" w="7979032">
                  <a:moveTo>
                    <a:pt x="0" y="0"/>
                  </a:moveTo>
                  <a:lnTo>
                    <a:pt x="7979032" y="0"/>
                  </a:lnTo>
                  <a:lnTo>
                    <a:pt x="7979032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008" r="16914" b="-13286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7979032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F72585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Tránh: "Giới thiệu về Việt Nam" (quá rộng)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44025" y="2571750"/>
            <a:ext cx="8372475" cy="3400425"/>
            <a:chOff x="0" y="0"/>
            <a:chExt cx="11163300" cy="45339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63300" cy="4533900"/>
            </a:xfrm>
            <a:custGeom>
              <a:avLst/>
              <a:gdLst/>
              <a:ahLst/>
              <a:cxnLst/>
              <a:rect r="r" b="b" t="t" l="l"/>
              <a:pathLst>
                <a:path h="4533900" w="11163300">
                  <a:moveTo>
                    <a:pt x="76200" y="0"/>
                  </a:moveTo>
                  <a:lnTo>
                    <a:pt x="10858500" y="0"/>
                  </a:lnTo>
                  <a:cubicBezTo>
                    <a:pt x="11026902" y="0"/>
                    <a:pt x="11163300" y="136525"/>
                    <a:pt x="11163300" y="304800"/>
                  </a:cubicBezTo>
                  <a:lnTo>
                    <a:pt x="11163300" y="4229100"/>
                  </a:lnTo>
                  <a:cubicBezTo>
                    <a:pt x="11163300" y="4397502"/>
                    <a:pt x="11026775" y="4533900"/>
                    <a:pt x="10858500" y="4533900"/>
                  </a:cubicBezTo>
                  <a:lnTo>
                    <a:pt x="76200" y="4533900"/>
                  </a:lnTo>
                  <a:cubicBezTo>
                    <a:pt x="34163" y="4533900"/>
                    <a:pt x="0" y="4499737"/>
                    <a:pt x="0" y="4457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44025" y="2571750"/>
            <a:ext cx="57150" cy="3400425"/>
            <a:chOff x="0" y="0"/>
            <a:chExt cx="76200" cy="45339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200" cy="4533900"/>
            </a:xfrm>
            <a:custGeom>
              <a:avLst/>
              <a:gdLst/>
              <a:ahLst/>
              <a:cxnLst/>
              <a:rect r="r" b="b" t="t" l="l"/>
              <a:pathLst>
                <a:path h="4533900" w="76200">
                  <a:moveTo>
                    <a:pt x="76200" y="0"/>
                  </a:moveTo>
                  <a:lnTo>
                    <a:pt x="76200" y="4533900"/>
                  </a:lnTo>
                  <a:cubicBezTo>
                    <a:pt x="34163" y="4533900"/>
                    <a:pt x="0" y="4499737"/>
                    <a:pt x="0" y="4457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15500" y="2914650"/>
            <a:ext cx="914400" cy="914400"/>
            <a:chOff x="0" y="0"/>
            <a:chExt cx="12192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228600" y="0"/>
                  </a:moveTo>
                  <a:lnTo>
                    <a:pt x="990600" y="0"/>
                  </a:lnTo>
                  <a:cubicBezTo>
                    <a:pt x="1116711" y="0"/>
                    <a:pt x="1219200" y="102489"/>
                    <a:pt x="1219200" y="228600"/>
                  </a:cubicBezTo>
                  <a:lnTo>
                    <a:pt x="1219200" y="990600"/>
                  </a:lnTo>
                  <a:cubicBezTo>
                    <a:pt x="1219200" y="1116711"/>
                    <a:pt x="1116711" y="1219200"/>
                    <a:pt x="990600" y="1219200"/>
                  </a:cubicBezTo>
                  <a:lnTo>
                    <a:pt x="228600" y="1219200"/>
                  </a:lnTo>
                  <a:cubicBezTo>
                    <a:pt x="102489" y="1219200"/>
                    <a:pt x="0" y="1116711"/>
                    <a:pt x="0" y="9906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9908381" y="3157538"/>
            <a:ext cx="535781" cy="428625"/>
          </a:xfrm>
          <a:custGeom>
            <a:avLst/>
            <a:gdLst/>
            <a:ahLst/>
            <a:cxnLst/>
            <a:rect r="r" b="b" t="t" l="l"/>
            <a:pathLst>
              <a:path h="428625" w="535781">
                <a:moveTo>
                  <a:pt x="0" y="0"/>
                </a:moveTo>
                <a:lnTo>
                  <a:pt x="535781" y="0"/>
                </a:lnTo>
                <a:lnTo>
                  <a:pt x="535781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0858500" y="3143250"/>
            <a:ext cx="3057525" cy="457200"/>
            <a:chOff x="0" y="0"/>
            <a:chExt cx="407670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767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306" r="0" b="-8030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0767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000" spc="-18">
                  <a:solidFill>
                    <a:srgbClr val="7209B7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Phù hợp đối tượng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744075" y="4114800"/>
            <a:ext cx="228600" cy="228600"/>
            <a:chOff x="0" y="0"/>
            <a:chExt cx="304800" cy="304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172700" y="3990404"/>
            <a:ext cx="4480000" cy="477393"/>
            <a:chOff x="0" y="0"/>
            <a:chExt cx="5973333" cy="6365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973333" cy="636524"/>
            </a:xfrm>
            <a:custGeom>
              <a:avLst/>
              <a:gdLst/>
              <a:ahLst/>
              <a:cxnLst/>
              <a:rect r="r" b="b" t="t" l="l"/>
              <a:pathLst>
                <a:path h="636524" w="5973333">
                  <a:moveTo>
                    <a:pt x="0" y="0"/>
                  </a:moveTo>
                  <a:lnTo>
                    <a:pt x="5973333" y="0"/>
                  </a:lnTo>
                  <a:lnTo>
                    <a:pt x="5973333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13" r="30476" b="-6304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5973333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Hiểu rõ ngườì dùng mục tiêu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44075" y="4629150"/>
            <a:ext cx="228600" cy="228600"/>
            <a:chOff x="0" y="0"/>
            <a:chExt cx="304800" cy="304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172700" y="4504754"/>
            <a:ext cx="4212844" cy="477393"/>
            <a:chOff x="0" y="0"/>
            <a:chExt cx="5617125" cy="6365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617125" cy="636524"/>
            </a:xfrm>
            <a:custGeom>
              <a:avLst/>
              <a:gdLst/>
              <a:ahLst/>
              <a:cxnLst/>
              <a:rect r="r" b="b" t="t" l="l"/>
              <a:pathLst>
                <a:path h="636524" w="5617125">
                  <a:moveTo>
                    <a:pt x="0" y="0"/>
                  </a:moveTo>
                  <a:lnTo>
                    <a:pt x="5617125" y="0"/>
                  </a:lnTo>
                  <a:lnTo>
                    <a:pt x="5617125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32" r="30476" b="-5545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0"/>
              <a:ext cx="5617125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Đáp ứng nhu cầu thông tin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9772650" y="5143500"/>
            <a:ext cx="171450" cy="228600"/>
          </a:xfrm>
          <a:custGeom>
            <a:avLst/>
            <a:gdLst/>
            <a:ahLst/>
            <a:cxnLst/>
            <a:rect r="r" b="b" t="t" l="l"/>
            <a:pathLst>
              <a:path h="228600" w="171450">
                <a:moveTo>
                  <a:pt x="0" y="0"/>
                </a:moveTo>
                <a:lnTo>
                  <a:pt x="171450" y="0"/>
                </a:lnTo>
                <a:lnTo>
                  <a:pt x="1714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0172700" y="5019104"/>
            <a:ext cx="4192294" cy="477393"/>
            <a:chOff x="0" y="0"/>
            <a:chExt cx="5589725" cy="6365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589725" cy="636524"/>
            </a:xfrm>
            <a:custGeom>
              <a:avLst/>
              <a:gdLst/>
              <a:ahLst/>
              <a:cxnLst/>
              <a:rect r="r" b="b" t="t" l="l"/>
              <a:pathLst>
                <a:path h="636524" w="5589725">
                  <a:moveTo>
                    <a:pt x="0" y="0"/>
                  </a:moveTo>
                  <a:lnTo>
                    <a:pt x="5589725" y="0"/>
                  </a:lnTo>
                  <a:lnTo>
                    <a:pt x="5589725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049" r="30476" b="-5487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0"/>
              <a:ext cx="5589725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Ví dụ: HS, GV, phụ huynh...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00075" y="6315075"/>
            <a:ext cx="8372475" cy="3400425"/>
            <a:chOff x="0" y="0"/>
            <a:chExt cx="11163300" cy="45339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163300" cy="4533900"/>
            </a:xfrm>
            <a:custGeom>
              <a:avLst/>
              <a:gdLst/>
              <a:ahLst/>
              <a:cxnLst/>
              <a:rect r="r" b="b" t="t" l="l"/>
              <a:pathLst>
                <a:path h="4533900" w="11163300">
                  <a:moveTo>
                    <a:pt x="76200" y="0"/>
                  </a:moveTo>
                  <a:lnTo>
                    <a:pt x="10858500" y="0"/>
                  </a:lnTo>
                  <a:cubicBezTo>
                    <a:pt x="11026902" y="0"/>
                    <a:pt x="11163300" y="136525"/>
                    <a:pt x="11163300" y="304800"/>
                  </a:cubicBezTo>
                  <a:lnTo>
                    <a:pt x="11163300" y="4229100"/>
                  </a:lnTo>
                  <a:cubicBezTo>
                    <a:pt x="11163300" y="4397502"/>
                    <a:pt x="11026775" y="4533900"/>
                    <a:pt x="10858500" y="4533900"/>
                  </a:cubicBezTo>
                  <a:lnTo>
                    <a:pt x="76200" y="4533900"/>
                  </a:lnTo>
                  <a:cubicBezTo>
                    <a:pt x="34163" y="4533900"/>
                    <a:pt x="0" y="4499737"/>
                    <a:pt x="0" y="4457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00075" y="6315075"/>
            <a:ext cx="57150" cy="3400425"/>
            <a:chOff x="0" y="0"/>
            <a:chExt cx="76200" cy="45339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200" cy="4533900"/>
            </a:xfrm>
            <a:custGeom>
              <a:avLst/>
              <a:gdLst/>
              <a:ahLst/>
              <a:cxnLst/>
              <a:rect r="r" b="b" t="t" l="l"/>
              <a:pathLst>
                <a:path h="4533900" w="76200">
                  <a:moveTo>
                    <a:pt x="76200" y="0"/>
                  </a:moveTo>
                  <a:lnTo>
                    <a:pt x="76200" y="4533900"/>
                  </a:lnTo>
                  <a:cubicBezTo>
                    <a:pt x="34163" y="4533900"/>
                    <a:pt x="0" y="4499737"/>
                    <a:pt x="0" y="4457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71550" y="6657975"/>
            <a:ext cx="914400" cy="914400"/>
            <a:chOff x="0" y="0"/>
            <a:chExt cx="1219200" cy="121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228600" y="0"/>
                  </a:moveTo>
                  <a:lnTo>
                    <a:pt x="990600" y="0"/>
                  </a:lnTo>
                  <a:cubicBezTo>
                    <a:pt x="1116711" y="0"/>
                    <a:pt x="1219200" y="102489"/>
                    <a:pt x="1219200" y="228600"/>
                  </a:cubicBezTo>
                  <a:lnTo>
                    <a:pt x="1219200" y="990600"/>
                  </a:lnTo>
                  <a:cubicBezTo>
                    <a:pt x="1219200" y="1116711"/>
                    <a:pt x="1116711" y="1219200"/>
                    <a:pt x="990600" y="1219200"/>
                  </a:cubicBezTo>
                  <a:lnTo>
                    <a:pt x="228600" y="1219200"/>
                  </a:lnTo>
                  <a:cubicBezTo>
                    <a:pt x="102489" y="1219200"/>
                    <a:pt x="0" y="1116711"/>
                    <a:pt x="0" y="9906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18009" y="6900862"/>
            <a:ext cx="428625" cy="428625"/>
            <a:chOff x="0" y="0"/>
            <a:chExt cx="571500" cy="5715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285750" y="0"/>
                  </a:moveTo>
                  <a:cubicBezTo>
                    <a:pt x="443484" y="0"/>
                    <a:pt x="571500" y="128016"/>
                    <a:pt x="571500" y="285750"/>
                  </a:cubicBezTo>
                  <a:cubicBezTo>
                    <a:pt x="571500" y="443484"/>
                    <a:pt x="443484" y="571500"/>
                    <a:pt x="285750" y="571500"/>
                  </a:cubicBezTo>
                  <a:cubicBezTo>
                    <a:pt x="128016" y="571500"/>
                    <a:pt x="0" y="443484"/>
                    <a:pt x="0" y="285750"/>
                  </a:cubicBezTo>
                  <a:cubicBezTo>
                    <a:pt x="0" y="128016"/>
                    <a:pt x="128016" y="0"/>
                    <a:pt x="285750" y="0"/>
                  </a:cubicBezTo>
                  <a:close/>
                  <a:moveTo>
                    <a:pt x="258953" y="133985"/>
                  </a:moveTo>
                  <a:lnTo>
                    <a:pt x="258953" y="285750"/>
                  </a:lnTo>
                  <a:cubicBezTo>
                    <a:pt x="258953" y="294640"/>
                    <a:pt x="263398" y="303022"/>
                    <a:pt x="270891" y="308102"/>
                  </a:cubicBezTo>
                  <a:lnTo>
                    <a:pt x="378079" y="379603"/>
                  </a:lnTo>
                  <a:cubicBezTo>
                    <a:pt x="390398" y="387858"/>
                    <a:pt x="407035" y="384556"/>
                    <a:pt x="415290" y="372110"/>
                  </a:cubicBezTo>
                  <a:cubicBezTo>
                    <a:pt x="423545" y="359664"/>
                    <a:pt x="420243" y="343154"/>
                    <a:pt x="407797" y="334899"/>
                  </a:cubicBezTo>
                  <a:lnTo>
                    <a:pt x="312547" y="271526"/>
                  </a:lnTo>
                  <a:lnTo>
                    <a:pt x="312547" y="133985"/>
                  </a:lnTo>
                  <a:cubicBezTo>
                    <a:pt x="312547" y="119126"/>
                    <a:pt x="300609" y="107188"/>
                    <a:pt x="285750" y="107188"/>
                  </a:cubicBezTo>
                  <a:cubicBezTo>
                    <a:pt x="270891" y="107188"/>
                    <a:pt x="258953" y="119126"/>
                    <a:pt x="258953" y="1339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2114550" y="6886575"/>
            <a:ext cx="2671762" cy="457200"/>
            <a:chOff x="0" y="0"/>
            <a:chExt cx="3562350" cy="609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562350" cy="609600"/>
            </a:xfrm>
            <a:custGeom>
              <a:avLst/>
              <a:gdLst/>
              <a:ahLst/>
              <a:cxnLst/>
              <a:rect r="r" b="b" t="t" l="l"/>
              <a:pathLst>
                <a:path h="609600" w="3562350">
                  <a:moveTo>
                    <a:pt x="0" y="0"/>
                  </a:moveTo>
                  <a:lnTo>
                    <a:pt x="3562350" y="0"/>
                  </a:lnTo>
                  <a:lnTo>
                    <a:pt x="35623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65" r="0" b="-6386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56235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000" spc="-18">
                  <a:solidFill>
                    <a:srgbClr val="F72585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Có thể thực hiện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00125" y="7858125"/>
            <a:ext cx="228600" cy="228600"/>
            <a:chOff x="0" y="0"/>
            <a:chExt cx="304800" cy="304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428750" y="7686675"/>
            <a:ext cx="4629544" cy="477393"/>
            <a:chOff x="0" y="0"/>
            <a:chExt cx="6172726" cy="63652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172726" cy="636524"/>
            </a:xfrm>
            <a:custGeom>
              <a:avLst/>
              <a:gdLst/>
              <a:ahLst/>
              <a:cxnLst/>
              <a:rect r="r" b="b" t="t" l="l"/>
              <a:pathLst>
                <a:path h="636524" w="6172726">
                  <a:moveTo>
                    <a:pt x="0" y="0"/>
                  </a:moveTo>
                  <a:lnTo>
                    <a:pt x="6172726" y="0"/>
                  </a:lnTo>
                  <a:lnTo>
                    <a:pt x="6172726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042" r="25932" b="-7587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0"/>
              <a:ext cx="6172726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Trong thờì gian quy định (3 tiết)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00125" y="8372475"/>
            <a:ext cx="228600" cy="228600"/>
            <a:chOff x="0" y="0"/>
            <a:chExt cx="304800" cy="304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28750" y="8201025"/>
            <a:ext cx="3414289" cy="477393"/>
            <a:chOff x="0" y="0"/>
            <a:chExt cx="4552385" cy="6365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52385" cy="636524"/>
            </a:xfrm>
            <a:custGeom>
              <a:avLst/>
              <a:gdLst/>
              <a:ahLst/>
              <a:cxnLst/>
              <a:rect r="r" b="b" t="t" l="l"/>
              <a:pathLst>
                <a:path h="636524" w="4552385">
                  <a:moveTo>
                    <a:pt x="0" y="0"/>
                  </a:moveTo>
                  <a:lnTo>
                    <a:pt x="4552385" y="0"/>
                  </a:lnTo>
                  <a:lnTo>
                    <a:pt x="4552385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04" r="25932" b="-3913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0"/>
              <a:ext cx="4552385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Có đủ tài liệu, hình ảnh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00125" y="8886825"/>
            <a:ext cx="228600" cy="228600"/>
            <a:chOff x="0" y="0"/>
            <a:chExt cx="304800" cy="304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428750" y="8715375"/>
            <a:ext cx="3973692" cy="477393"/>
            <a:chOff x="0" y="0"/>
            <a:chExt cx="5298256" cy="63652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298256" cy="636524"/>
            </a:xfrm>
            <a:custGeom>
              <a:avLst/>
              <a:gdLst/>
              <a:ahLst/>
              <a:cxnLst/>
              <a:rect r="r" b="b" t="t" l="l"/>
              <a:pathLst>
                <a:path h="636524" w="5298256">
                  <a:moveTo>
                    <a:pt x="0" y="0"/>
                  </a:moveTo>
                  <a:lnTo>
                    <a:pt x="5298256" y="0"/>
                  </a:lnTo>
                  <a:lnTo>
                    <a:pt x="5298256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215" r="25932" b="-5604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0"/>
              <a:ext cx="5298256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Khả năng kỹ thuật phù hợp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344025" y="6315075"/>
            <a:ext cx="8372475" cy="3400425"/>
            <a:chOff x="0" y="0"/>
            <a:chExt cx="11163300" cy="45339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163300" cy="4533900"/>
            </a:xfrm>
            <a:custGeom>
              <a:avLst/>
              <a:gdLst/>
              <a:ahLst/>
              <a:cxnLst/>
              <a:rect r="r" b="b" t="t" l="l"/>
              <a:pathLst>
                <a:path h="4533900" w="11163300">
                  <a:moveTo>
                    <a:pt x="76200" y="0"/>
                  </a:moveTo>
                  <a:lnTo>
                    <a:pt x="10858500" y="0"/>
                  </a:lnTo>
                  <a:cubicBezTo>
                    <a:pt x="11026902" y="0"/>
                    <a:pt x="11163300" y="136525"/>
                    <a:pt x="11163300" y="304800"/>
                  </a:cubicBezTo>
                  <a:lnTo>
                    <a:pt x="11163300" y="4229100"/>
                  </a:lnTo>
                  <a:cubicBezTo>
                    <a:pt x="11163300" y="4397502"/>
                    <a:pt x="11026775" y="4533900"/>
                    <a:pt x="10858500" y="4533900"/>
                  </a:cubicBezTo>
                  <a:lnTo>
                    <a:pt x="76200" y="4533900"/>
                  </a:lnTo>
                  <a:cubicBezTo>
                    <a:pt x="34163" y="4533900"/>
                    <a:pt x="0" y="4499737"/>
                    <a:pt x="0" y="4457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344025" y="6315075"/>
            <a:ext cx="57150" cy="3400425"/>
            <a:chOff x="0" y="0"/>
            <a:chExt cx="76200" cy="45339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200" cy="4533900"/>
            </a:xfrm>
            <a:custGeom>
              <a:avLst/>
              <a:gdLst/>
              <a:ahLst/>
              <a:cxnLst/>
              <a:rect r="r" b="b" t="t" l="l"/>
              <a:pathLst>
                <a:path h="4533900" w="76200">
                  <a:moveTo>
                    <a:pt x="76200" y="0"/>
                  </a:moveTo>
                  <a:lnTo>
                    <a:pt x="76200" y="4533900"/>
                  </a:lnTo>
                  <a:cubicBezTo>
                    <a:pt x="34163" y="4533900"/>
                    <a:pt x="0" y="4499737"/>
                    <a:pt x="0" y="4457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15500" y="6657975"/>
            <a:ext cx="914400" cy="914400"/>
            <a:chOff x="0" y="0"/>
            <a:chExt cx="1219200" cy="12192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228600" y="0"/>
                  </a:moveTo>
                  <a:lnTo>
                    <a:pt x="990600" y="0"/>
                  </a:lnTo>
                  <a:cubicBezTo>
                    <a:pt x="1116711" y="0"/>
                    <a:pt x="1219200" y="102489"/>
                    <a:pt x="1219200" y="228600"/>
                  </a:cubicBezTo>
                  <a:lnTo>
                    <a:pt x="1219200" y="990600"/>
                  </a:lnTo>
                  <a:cubicBezTo>
                    <a:pt x="1219200" y="1116711"/>
                    <a:pt x="1116711" y="1219200"/>
                    <a:pt x="990600" y="1219200"/>
                  </a:cubicBezTo>
                  <a:lnTo>
                    <a:pt x="228600" y="1219200"/>
                  </a:lnTo>
                  <a:cubicBezTo>
                    <a:pt x="102489" y="1219200"/>
                    <a:pt x="0" y="1116711"/>
                    <a:pt x="0" y="9906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sp>
        <p:nvSpPr>
          <p:cNvPr name="Freeform 88" id="88"/>
          <p:cNvSpPr/>
          <p:nvPr/>
        </p:nvSpPr>
        <p:spPr>
          <a:xfrm flipH="false" flipV="false" rot="0">
            <a:off x="9935175" y="6900862"/>
            <a:ext cx="482203" cy="428625"/>
          </a:xfrm>
          <a:custGeom>
            <a:avLst/>
            <a:gdLst/>
            <a:ahLst/>
            <a:cxnLst/>
            <a:rect r="r" b="b" t="t" l="l"/>
            <a:pathLst>
              <a:path h="428625" w="482203">
                <a:moveTo>
                  <a:pt x="0" y="0"/>
                </a:moveTo>
                <a:lnTo>
                  <a:pt x="482203" y="0"/>
                </a:lnTo>
                <a:lnTo>
                  <a:pt x="482203" y="428626"/>
                </a:lnTo>
                <a:lnTo>
                  <a:pt x="0" y="428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10858500" y="6886575"/>
            <a:ext cx="3186112" cy="457200"/>
            <a:chOff x="0" y="0"/>
            <a:chExt cx="4248150" cy="6096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248150" cy="609600"/>
            </a:xfrm>
            <a:custGeom>
              <a:avLst/>
              <a:gdLst/>
              <a:ahLst/>
              <a:cxnLst/>
              <a:rect r="r" b="b" t="t" l="l"/>
              <a:pathLst>
                <a:path h="609600" w="4248150">
                  <a:moveTo>
                    <a:pt x="0" y="0"/>
                  </a:moveTo>
                  <a:lnTo>
                    <a:pt x="4248150" y="0"/>
                  </a:lnTo>
                  <a:lnTo>
                    <a:pt x="42481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786" r="0" b="-8578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24815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000" spc="-18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Có ý nghĩa thực tiễn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744075" y="7858125"/>
            <a:ext cx="228600" cy="228600"/>
            <a:chOff x="0" y="0"/>
            <a:chExt cx="304800" cy="304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115550" y="7686675"/>
            <a:ext cx="3655919" cy="477393"/>
            <a:chOff x="0" y="0"/>
            <a:chExt cx="4874559" cy="63652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874559" cy="636524"/>
            </a:xfrm>
            <a:custGeom>
              <a:avLst/>
              <a:gdLst/>
              <a:ahLst/>
              <a:cxnLst/>
              <a:rect r="r" b="b" t="t" l="l"/>
              <a:pathLst>
                <a:path h="636524" w="4874559">
                  <a:moveTo>
                    <a:pt x="0" y="0"/>
                  </a:moveTo>
                  <a:lnTo>
                    <a:pt x="4874559" y="0"/>
                  </a:lnTo>
                  <a:lnTo>
                    <a:pt x="4874559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554" r="31999" b="-37382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0"/>
              <a:ext cx="4874559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Mang lại giá trị thực tế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744075" y="8372475"/>
            <a:ext cx="228600" cy="228600"/>
            <a:chOff x="0" y="0"/>
            <a:chExt cx="304800" cy="3048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0115550" y="8201025"/>
            <a:ext cx="3929062" cy="477393"/>
            <a:chOff x="0" y="0"/>
            <a:chExt cx="5238750" cy="63652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238750" cy="636524"/>
            </a:xfrm>
            <a:custGeom>
              <a:avLst/>
              <a:gdLst/>
              <a:ahLst/>
              <a:cxnLst/>
              <a:rect r="r" b="b" t="t" l="l"/>
              <a:pathLst>
                <a:path h="636524" w="5238750">
                  <a:moveTo>
                    <a:pt x="0" y="0"/>
                  </a:moveTo>
                  <a:lnTo>
                    <a:pt x="5238750" y="0"/>
                  </a:lnTo>
                  <a:lnTo>
                    <a:pt x="5238750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135" r="32000" b="-44963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0"/>
              <a:ext cx="5238750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Giải quyết vấn đề cụ thể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744075" y="8886825"/>
            <a:ext cx="228600" cy="228600"/>
            <a:chOff x="0" y="0"/>
            <a:chExt cx="304800" cy="3048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115550" y="8715375"/>
            <a:ext cx="3508842" cy="477393"/>
            <a:chOff x="0" y="0"/>
            <a:chExt cx="4678456" cy="63652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678456" cy="636524"/>
            </a:xfrm>
            <a:custGeom>
              <a:avLst/>
              <a:gdLst/>
              <a:ahLst/>
              <a:cxnLst/>
              <a:rect r="r" b="b" t="t" l="l"/>
              <a:pathLst>
                <a:path h="636524" w="4678456">
                  <a:moveTo>
                    <a:pt x="0" y="0"/>
                  </a:moveTo>
                  <a:lnTo>
                    <a:pt x="4678456" y="0"/>
                  </a:lnTo>
                  <a:lnTo>
                    <a:pt x="4678456" y="636524"/>
                  </a:lnTo>
                  <a:lnTo>
                    <a:pt x="0" y="636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72" r="32000" b="-3330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0"/>
              <a:ext cx="4678456" cy="73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Có tính ứng dụng cao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2728912" cy="457200"/>
            <a:chOff x="0" y="0"/>
            <a:chExt cx="363855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38550" cy="609600"/>
            </a:xfrm>
            <a:custGeom>
              <a:avLst/>
              <a:gdLst/>
              <a:ahLst/>
              <a:cxnLst/>
              <a:rect r="r" b="b" t="t" l="l"/>
              <a:pathLst>
                <a:path h="609600" w="3638550">
                  <a:moveTo>
                    <a:pt x="304800" y="0"/>
                  </a:moveTo>
                  <a:lnTo>
                    <a:pt x="3333750" y="0"/>
                  </a:lnTo>
                  <a:cubicBezTo>
                    <a:pt x="3502025" y="0"/>
                    <a:pt x="3638550" y="136525"/>
                    <a:pt x="3638550" y="304800"/>
                  </a:cubicBezTo>
                  <a:cubicBezTo>
                    <a:pt x="3638550" y="473075"/>
                    <a:pt x="3502025" y="609600"/>
                    <a:pt x="333375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72585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571500"/>
            <a:ext cx="2828925" cy="457200"/>
            <a:chOff x="0" y="0"/>
            <a:chExt cx="37719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71900" cy="609600"/>
            </a:xfrm>
            <a:custGeom>
              <a:avLst/>
              <a:gdLst/>
              <a:ahLst/>
              <a:cxnLst/>
              <a:rect r="r" b="b" t="t" l="l"/>
              <a:pathLst>
                <a:path h="6096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563" r="0" b="-7056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7719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7258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HOẠT ĐỘNG 2.2 - VÍ DỤ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00150"/>
            <a:ext cx="17402175" cy="571500"/>
            <a:chOff x="0" y="0"/>
            <a:chExt cx="23202900" cy="76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212529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Ví dụ chủ đề website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1885950"/>
            <a:ext cx="17273588" cy="400050"/>
            <a:chOff x="0" y="0"/>
            <a:chExt cx="2303145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031450" cy="533400"/>
            </a:xfrm>
            <a:custGeom>
              <a:avLst/>
              <a:gdLst/>
              <a:ahLst/>
              <a:cxnLst/>
              <a:rect r="r" b="b" t="t" l="l"/>
              <a:pathLst>
                <a:path h="533400" w="23031450">
                  <a:moveTo>
                    <a:pt x="0" y="0"/>
                  </a:moveTo>
                  <a:lnTo>
                    <a:pt x="23031450" y="0"/>
                  </a:lnTo>
                  <a:lnTo>
                    <a:pt x="230314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1336" r="0" b="-7913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30314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Mẫu tham khảo cho nhóm học sinh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500" y="2571750"/>
            <a:ext cx="17145000" cy="7715250"/>
            <a:chOff x="0" y="0"/>
            <a:chExt cx="22860000" cy="1028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6000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22860000">
                  <a:moveTo>
                    <a:pt x="304800" y="0"/>
                  </a:moveTo>
                  <a:lnTo>
                    <a:pt x="22555200" y="0"/>
                  </a:lnTo>
                  <a:cubicBezTo>
                    <a:pt x="22723475" y="0"/>
                    <a:pt x="22860000" y="136525"/>
                    <a:pt x="22860000" y="304800"/>
                  </a:cubicBezTo>
                  <a:lnTo>
                    <a:pt x="22860000" y="9982200"/>
                  </a:lnTo>
                  <a:cubicBezTo>
                    <a:pt x="22860000" y="10150475"/>
                    <a:pt x="22723475" y="10287000"/>
                    <a:pt x="22555200" y="10287000"/>
                  </a:cubicBezTo>
                  <a:lnTo>
                    <a:pt x="304800" y="10287000"/>
                  </a:lnTo>
                  <a:cubicBezTo>
                    <a:pt x="136525" y="10287000"/>
                    <a:pt x="0" y="10150475"/>
                    <a:pt x="0" y="9982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2914650"/>
            <a:ext cx="16459200" cy="1028700"/>
            <a:chOff x="0" y="0"/>
            <a:chExt cx="2194560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945600">
                  <a:moveTo>
                    <a:pt x="228600" y="0"/>
                  </a:moveTo>
                  <a:lnTo>
                    <a:pt x="21717000" y="0"/>
                  </a:lnTo>
                  <a:cubicBezTo>
                    <a:pt x="21843112" y="0"/>
                    <a:pt x="21945600" y="102489"/>
                    <a:pt x="21945600" y="228600"/>
                  </a:cubicBezTo>
                  <a:lnTo>
                    <a:pt x="21945600" y="1143000"/>
                  </a:lnTo>
                  <a:cubicBezTo>
                    <a:pt x="21945600" y="1269111"/>
                    <a:pt x="21843112" y="1371600"/>
                    <a:pt x="21717000" y="1371600"/>
                  </a:cubicBezTo>
                  <a:lnTo>
                    <a:pt x="228600" y="1371600"/>
                  </a:lnTo>
                  <a:cubicBezTo>
                    <a:pt x="102489" y="1371600"/>
                    <a:pt x="0" y="1269111"/>
                    <a:pt x="0" y="11430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100000"/>
                  </a:srgbClr>
                </a:gs>
                <a:gs pos="100000">
                  <a:srgbClr val="7209B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14425" y="3200400"/>
            <a:ext cx="16059150" cy="457200"/>
            <a:chOff x="0" y="0"/>
            <a:chExt cx="214122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122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12200">
                  <a:moveTo>
                    <a:pt x="0" y="0"/>
                  </a:moveTo>
                  <a:lnTo>
                    <a:pt x="21412200" y="0"/>
                  </a:lnTo>
                  <a:lnTo>
                    <a:pt x="21412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411" r="0" b="-63441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14122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Giới thiệu lớp 10A1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2975" y="4228919"/>
            <a:ext cx="8058150" cy="1543050"/>
            <a:chOff x="0" y="0"/>
            <a:chExt cx="10744200" cy="2057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44200" cy="2057400"/>
            </a:xfrm>
            <a:custGeom>
              <a:avLst/>
              <a:gdLst/>
              <a:ahLst/>
              <a:cxnLst/>
              <a:rect r="r" b="b" t="t" l="l"/>
              <a:pathLst>
                <a:path h="2057400" w="10744200">
                  <a:moveTo>
                    <a:pt x="76200" y="0"/>
                  </a:moveTo>
                  <a:lnTo>
                    <a:pt x="10515600" y="0"/>
                  </a:lnTo>
                  <a:cubicBezTo>
                    <a:pt x="10641838" y="0"/>
                    <a:pt x="10744200" y="102362"/>
                    <a:pt x="10744200" y="228600"/>
                  </a:cubicBezTo>
                  <a:lnTo>
                    <a:pt x="10744200" y="1828800"/>
                  </a:lnTo>
                  <a:cubicBezTo>
                    <a:pt x="10744200" y="1955038"/>
                    <a:pt x="10641838" y="2057400"/>
                    <a:pt x="10515600" y="2057400"/>
                  </a:cubicBezTo>
                  <a:lnTo>
                    <a:pt x="76200" y="2057400"/>
                  </a:lnTo>
                  <a:cubicBezTo>
                    <a:pt x="34163" y="2057400"/>
                    <a:pt x="0" y="2023237"/>
                    <a:pt x="0" y="1981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2975" y="4228919"/>
            <a:ext cx="57150" cy="1543050"/>
            <a:chOff x="0" y="0"/>
            <a:chExt cx="76200" cy="2057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200" cy="2057400"/>
            </a:xfrm>
            <a:custGeom>
              <a:avLst/>
              <a:gdLst/>
              <a:ahLst/>
              <a:cxnLst/>
              <a:rect r="r" b="b" t="t" l="l"/>
              <a:pathLst>
                <a:path h="2057400" w="76200">
                  <a:moveTo>
                    <a:pt x="76200" y="0"/>
                  </a:moveTo>
                  <a:lnTo>
                    <a:pt x="76200" y="2057400"/>
                  </a:lnTo>
                  <a:cubicBezTo>
                    <a:pt x="34163" y="2057400"/>
                    <a:pt x="0" y="2023237"/>
                    <a:pt x="0" y="1981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300162" y="4543244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857375" y="4396559"/>
            <a:ext cx="2068915" cy="636270"/>
            <a:chOff x="0" y="0"/>
            <a:chExt cx="2758554" cy="848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58554" cy="848360"/>
            </a:xfrm>
            <a:custGeom>
              <a:avLst/>
              <a:gdLst/>
              <a:ahLst/>
              <a:cxnLst/>
              <a:rect r="r" b="b" t="t" l="l"/>
              <a:pathLst>
                <a:path h="848360" w="2758554">
                  <a:moveTo>
                    <a:pt x="0" y="0"/>
                  </a:moveTo>
                  <a:lnTo>
                    <a:pt x="2758554" y="0"/>
                  </a:lnTo>
                  <a:lnTo>
                    <a:pt x="2758554" y="848360"/>
                  </a:lnTo>
                  <a:lnTo>
                    <a:pt x="0" y="848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7" r="25417" b="213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2758554" cy="915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000" b="true">
                  <a:solidFill>
                    <a:srgbClr val="4361EE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Tên chủ đề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7300" y="5086169"/>
            <a:ext cx="7586662" cy="491546"/>
            <a:chOff x="0" y="0"/>
            <a:chExt cx="10115550" cy="6553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15550" cy="655395"/>
            </a:xfrm>
            <a:custGeom>
              <a:avLst/>
              <a:gdLst/>
              <a:ahLst/>
              <a:cxnLst/>
              <a:rect r="r" b="b" t="t" l="l"/>
              <a:pathLst>
                <a:path h="655395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655395"/>
                  </a:lnTo>
                  <a:lnTo>
                    <a:pt x="0" y="6553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044" r="0" b="-24143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10115550" cy="7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2424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Giới thiệu lớp 10A1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15450" y="4228919"/>
            <a:ext cx="8058150" cy="1543050"/>
            <a:chOff x="0" y="0"/>
            <a:chExt cx="10744200" cy="2057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44200" cy="2057400"/>
            </a:xfrm>
            <a:custGeom>
              <a:avLst/>
              <a:gdLst/>
              <a:ahLst/>
              <a:cxnLst/>
              <a:rect r="r" b="b" t="t" l="l"/>
              <a:pathLst>
                <a:path h="2057400" w="10744200">
                  <a:moveTo>
                    <a:pt x="76200" y="0"/>
                  </a:moveTo>
                  <a:lnTo>
                    <a:pt x="10515600" y="0"/>
                  </a:lnTo>
                  <a:cubicBezTo>
                    <a:pt x="10641838" y="0"/>
                    <a:pt x="10744200" y="102362"/>
                    <a:pt x="10744200" y="228600"/>
                  </a:cubicBezTo>
                  <a:lnTo>
                    <a:pt x="10744200" y="1828800"/>
                  </a:lnTo>
                  <a:cubicBezTo>
                    <a:pt x="10744200" y="1955038"/>
                    <a:pt x="10641838" y="2057400"/>
                    <a:pt x="10515600" y="2057400"/>
                  </a:cubicBezTo>
                  <a:lnTo>
                    <a:pt x="76200" y="2057400"/>
                  </a:lnTo>
                  <a:cubicBezTo>
                    <a:pt x="34163" y="2057400"/>
                    <a:pt x="0" y="2023237"/>
                    <a:pt x="0" y="1981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15450" y="4228919"/>
            <a:ext cx="57150" cy="1543050"/>
            <a:chOff x="0" y="0"/>
            <a:chExt cx="76200" cy="2057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200" cy="2057400"/>
            </a:xfrm>
            <a:custGeom>
              <a:avLst/>
              <a:gdLst/>
              <a:ahLst/>
              <a:cxnLst/>
              <a:rect r="r" b="b" t="t" l="l"/>
              <a:pathLst>
                <a:path h="2057400" w="76200">
                  <a:moveTo>
                    <a:pt x="76200" y="0"/>
                  </a:moveTo>
                  <a:lnTo>
                    <a:pt x="76200" y="2057400"/>
                  </a:lnTo>
                  <a:cubicBezTo>
                    <a:pt x="34163" y="2057400"/>
                    <a:pt x="0" y="2023237"/>
                    <a:pt x="0" y="1981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9672638" y="4543244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0272712" y="4228919"/>
            <a:ext cx="4176144" cy="914400"/>
            <a:chOff x="0" y="0"/>
            <a:chExt cx="5568192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6819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568192">
                  <a:moveTo>
                    <a:pt x="0" y="0"/>
                  </a:moveTo>
                  <a:lnTo>
                    <a:pt x="5568192" y="0"/>
                  </a:lnTo>
                  <a:lnTo>
                    <a:pt x="55681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37" r="45260" b="2941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5568192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000" b="true">
                  <a:solidFill>
                    <a:srgbClr val="7209B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Mục tiêu website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29775" y="5086169"/>
            <a:ext cx="7586662" cy="491546"/>
            <a:chOff x="0" y="0"/>
            <a:chExt cx="10115550" cy="65539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115550" cy="655395"/>
            </a:xfrm>
            <a:custGeom>
              <a:avLst/>
              <a:gdLst/>
              <a:ahLst/>
              <a:cxnLst/>
              <a:rect r="r" b="b" t="t" l="l"/>
              <a:pathLst>
                <a:path h="655395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655395"/>
                  </a:lnTo>
                  <a:lnTo>
                    <a:pt x="0" y="6553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044" r="0" b="-24143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0"/>
              <a:ext cx="10115550" cy="7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2424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Giới thiệu hoạt động học tập và ngoại khóa của lớp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2975" y="6057719"/>
            <a:ext cx="8058150" cy="2857500"/>
            <a:chOff x="0" y="0"/>
            <a:chExt cx="10744200" cy="3810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442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10744200">
                  <a:moveTo>
                    <a:pt x="76200" y="0"/>
                  </a:moveTo>
                  <a:lnTo>
                    <a:pt x="10515600" y="0"/>
                  </a:lnTo>
                  <a:cubicBezTo>
                    <a:pt x="10641711" y="0"/>
                    <a:pt x="10744200" y="102489"/>
                    <a:pt x="10744200" y="228600"/>
                  </a:cubicBezTo>
                  <a:lnTo>
                    <a:pt x="10744200" y="3581400"/>
                  </a:lnTo>
                  <a:cubicBezTo>
                    <a:pt x="10744200" y="3707511"/>
                    <a:pt x="10641711" y="3810000"/>
                    <a:pt x="10515600" y="3810000"/>
                  </a:cubicBezTo>
                  <a:lnTo>
                    <a:pt x="76200" y="3810000"/>
                  </a:lnTo>
                  <a:cubicBezTo>
                    <a:pt x="34163" y="3810000"/>
                    <a:pt x="0" y="3775837"/>
                    <a:pt x="0" y="3733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42975" y="6057719"/>
            <a:ext cx="57150" cy="2857500"/>
            <a:chOff x="0" y="0"/>
            <a:chExt cx="76200" cy="3810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2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76200">
                  <a:moveTo>
                    <a:pt x="76200" y="0"/>
                  </a:moveTo>
                  <a:lnTo>
                    <a:pt x="76200" y="3810000"/>
                  </a:lnTo>
                  <a:cubicBezTo>
                    <a:pt x="34163" y="3810000"/>
                    <a:pt x="0" y="3775837"/>
                    <a:pt x="0" y="3733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1257300" y="6372044"/>
            <a:ext cx="428625" cy="342900"/>
          </a:xfrm>
          <a:custGeom>
            <a:avLst/>
            <a:gdLst/>
            <a:ahLst/>
            <a:cxnLst/>
            <a:rect r="r" b="b" t="t" l="l"/>
            <a:pathLst>
              <a:path h="342900" w="428625">
                <a:moveTo>
                  <a:pt x="0" y="0"/>
                </a:moveTo>
                <a:lnTo>
                  <a:pt x="428625" y="0"/>
                </a:lnTo>
                <a:lnTo>
                  <a:pt x="4286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857375" y="6086385"/>
            <a:ext cx="4897148" cy="914400"/>
            <a:chOff x="0" y="0"/>
            <a:chExt cx="6529531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29531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29531">
                  <a:moveTo>
                    <a:pt x="0" y="0"/>
                  </a:moveTo>
                  <a:lnTo>
                    <a:pt x="6529531" y="0"/>
                  </a:lnTo>
                  <a:lnTo>
                    <a:pt x="652953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60" r="38732" b="1418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6529531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000" b="true">
                  <a:solidFill>
                    <a:srgbClr val="F72585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Đối tượng ngườì dùng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57300" y="6914969"/>
            <a:ext cx="1571625" cy="571500"/>
            <a:chOff x="0" y="0"/>
            <a:chExt cx="167640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7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676400">
                  <a:moveTo>
                    <a:pt x="304800" y="0"/>
                  </a:moveTo>
                  <a:lnTo>
                    <a:pt x="1371600" y="0"/>
                  </a:lnTo>
                  <a:cubicBezTo>
                    <a:pt x="1539875" y="0"/>
                    <a:pt x="1676400" y="136525"/>
                    <a:pt x="1676400" y="304800"/>
                  </a:cubicBezTo>
                  <a:cubicBezTo>
                    <a:pt x="1676400" y="473075"/>
                    <a:pt x="1539875" y="609600"/>
                    <a:pt x="137160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72585">
                <a:alpha val="784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71612" y="6936365"/>
            <a:ext cx="1569023" cy="528708"/>
            <a:chOff x="0" y="0"/>
            <a:chExt cx="1828800" cy="6162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28800" cy="616244"/>
            </a:xfrm>
            <a:custGeom>
              <a:avLst/>
              <a:gdLst/>
              <a:ahLst/>
              <a:cxnLst/>
              <a:rect r="r" b="b" t="t" l="l"/>
              <a:pathLst>
                <a:path h="61624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16244"/>
                  </a:lnTo>
                  <a:lnTo>
                    <a:pt x="0" y="6162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3" r="0" b="-728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1828800" cy="711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7"/>
                </a:lnSpc>
              </a:pPr>
              <a:r>
                <a:rPr lang="en-US" sz="2299" b="true">
                  <a:solidFill>
                    <a:srgbClr val="F7258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Học sinh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963990" y="6914969"/>
            <a:ext cx="1643063" cy="571500"/>
            <a:chOff x="0" y="0"/>
            <a:chExt cx="1752600" cy="609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52600" cy="609600"/>
            </a:xfrm>
            <a:custGeom>
              <a:avLst/>
              <a:gdLst/>
              <a:ahLst/>
              <a:cxnLst/>
              <a:rect r="r" b="b" t="t" l="l"/>
              <a:pathLst>
                <a:path h="609600" w="1752600">
                  <a:moveTo>
                    <a:pt x="304800" y="0"/>
                  </a:moveTo>
                  <a:lnTo>
                    <a:pt x="1447800" y="0"/>
                  </a:lnTo>
                  <a:cubicBezTo>
                    <a:pt x="1616075" y="0"/>
                    <a:pt x="1752600" y="136525"/>
                    <a:pt x="1752600" y="304800"/>
                  </a:cubicBezTo>
                  <a:cubicBezTo>
                    <a:pt x="1752600" y="473075"/>
                    <a:pt x="1616075" y="609600"/>
                    <a:pt x="144780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72585">
                <a:alpha val="784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3133501" y="6936365"/>
            <a:ext cx="1634399" cy="528708"/>
            <a:chOff x="0" y="0"/>
            <a:chExt cx="1905000" cy="6162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05000" cy="616244"/>
            </a:xfrm>
            <a:custGeom>
              <a:avLst/>
              <a:gdLst/>
              <a:ahLst/>
              <a:cxnLst/>
              <a:rect r="r" b="b" t="t" l="l"/>
              <a:pathLst>
                <a:path h="616244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616244"/>
                  </a:lnTo>
                  <a:lnTo>
                    <a:pt x="0" y="6162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3" r="0" b="-969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0"/>
              <a:ext cx="1905000" cy="711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7"/>
                </a:lnSpc>
              </a:pPr>
              <a:r>
                <a:rPr lang="en-US" sz="2299" b="true">
                  <a:solidFill>
                    <a:srgbClr val="F7258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Giáo viên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751261" y="6914969"/>
            <a:ext cx="1821656" cy="571500"/>
            <a:chOff x="0" y="0"/>
            <a:chExt cx="1943100" cy="609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431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43100">
                  <a:moveTo>
                    <a:pt x="304800" y="0"/>
                  </a:moveTo>
                  <a:lnTo>
                    <a:pt x="1638300" y="0"/>
                  </a:lnTo>
                  <a:cubicBezTo>
                    <a:pt x="1806575" y="0"/>
                    <a:pt x="1943100" y="136525"/>
                    <a:pt x="1943100" y="304800"/>
                  </a:cubicBezTo>
                  <a:cubicBezTo>
                    <a:pt x="1943100" y="473075"/>
                    <a:pt x="1806575" y="609600"/>
                    <a:pt x="163830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72585">
                <a:alpha val="784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956684" y="6914969"/>
            <a:ext cx="1797839" cy="528708"/>
            <a:chOff x="0" y="0"/>
            <a:chExt cx="2095500" cy="61624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95500" cy="616244"/>
            </a:xfrm>
            <a:custGeom>
              <a:avLst/>
              <a:gdLst/>
              <a:ahLst/>
              <a:cxnLst/>
              <a:rect r="r" b="b" t="t" l="l"/>
              <a:pathLst>
                <a:path h="616244" w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616244"/>
                  </a:lnTo>
                  <a:lnTo>
                    <a:pt x="0" y="6162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96" r="0" b="-1571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0"/>
              <a:ext cx="2095500" cy="711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7"/>
                </a:lnSpc>
              </a:pPr>
              <a:r>
                <a:rPr lang="en-US" sz="2299" b="true">
                  <a:solidFill>
                    <a:srgbClr val="F7258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Phụ huynh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315450" y="6057719"/>
            <a:ext cx="8058150" cy="2857500"/>
            <a:chOff x="0" y="0"/>
            <a:chExt cx="10744200" cy="3810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7442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10744200">
                  <a:moveTo>
                    <a:pt x="76200" y="0"/>
                  </a:moveTo>
                  <a:lnTo>
                    <a:pt x="10515600" y="0"/>
                  </a:lnTo>
                  <a:cubicBezTo>
                    <a:pt x="10641711" y="0"/>
                    <a:pt x="10744200" y="102489"/>
                    <a:pt x="10744200" y="228600"/>
                  </a:cubicBezTo>
                  <a:lnTo>
                    <a:pt x="10744200" y="3581400"/>
                  </a:lnTo>
                  <a:cubicBezTo>
                    <a:pt x="10744200" y="3707511"/>
                    <a:pt x="10641711" y="3810000"/>
                    <a:pt x="10515600" y="3810000"/>
                  </a:cubicBezTo>
                  <a:lnTo>
                    <a:pt x="76200" y="3810000"/>
                  </a:lnTo>
                  <a:cubicBezTo>
                    <a:pt x="34163" y="3810000"/>
                    <a:pt x="0" y="3775837"/>
                    <a:pt x="0" y="3733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315450" y="6057719"/>
            <a:ext cx="57150" cy="2857500"/>
            <a:chOff x="0" y="0"/>
            <a:chExt cx="76200" cy="3810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62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76200">
                  <a:moveTo>
                    <a:pt x="76200" y="0"/>
                  </a:moveTo>
                  <a:lnTo>
                    <a:pt x="76200" y="3810000"/>
                  </a:lnTo>
                  <a:cubicBezTo>
                    <a:pt x="34163" y="3810000"/>
                    <a:pt x="0" y="3775837"/>
                    <a:pt x="0" y="3733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9672638" y="6372044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0232231" y="6057719"/>
            <a:ext cx="3603989" cy="914490"/>
            <a:chOff x="0" y="0"/>
            <a:chExt cx="4805319" cy="121932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805319" cy="1219321"/>
            </a:xfrm>
            <a:custGeom>
              <a:avLst/>
              <a:gdLst/>
              <a:ahLst/>
              <a:cxnLst/>
              <a:rect r="r" b="b" t="t" l="l"/>
              <a:pathLst>
                <a:path h="1219321" w="4805319">
                  <a:moveTo>
                    <a:pt x="0" y="0"/>
                  </a:moveTo>
                  <a:lnTo>
                    <a:pt x="4805319" y="0"/>
                  </a:lnTo>
                  <a:lnTo>
                    <a:pt x="4805319" y="1219321"/>
                  </a:lnTo>
                  <a:lnTo>
                    <a:pt x="0" y="1219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55" r="43706" b="3489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4805319" cy="1285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000" b="true">
                  <a:solidFill>
                    <a:srgbClr val="4361EE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Nội dung chính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629775" y="6914969"/>
            <a:ext cx="342900" cy="342900"/>
            <a:chOff x="0" y="0"/>
            <a:chExt cx="457200" cy="457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579769" y="6914969"/>
            <a:ext cx="442912" cy="342900"/>
            <a:chOff x="0" y="0"/>
            <a:chExt cx="590550" cy="457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90550" cy="457200"/>
            </a:xfrm>
            <a:custGeom>
              <a:avLst/>
              <a:gdLst/>
              <a:ahLst/>
              <a:cxnLst/>
              <a:rect r="r" b="b" t="t" l="l"/>
              <a:pathLst>
                <a:path h="45720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59055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086975" y="6788337"/>
            <a:ext cx="2120263" cy="481864"/>
            <a:chOff x="0" y="0"/>
            <a:chExt cx="2827017" cy="64248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827017" cy="642485"/>
            </a:xfrm>
            <a:custGeom>
              <a:avLst/>
              <a:gdLst/>
              <a:ahLst/>
              <a:cxnLst/>
              <a:rect r="r" b="b" t="t" l="l"/>
              <a:pathLst>
                <a:path h="642485" w="2827017">
                  <a:moveTo>
                    <a:pt x="0" y="0"/>
                  </a:moveTo>
                  <a:lnTo>
                    <a:pt x="2827017" y="0"/>
                  </a:lnTo>
                  <a:lnTo>
                    <a:pt x="2827017" y="642485"/>
                  </a:lnTo>
                  <a:lnTo>
                    <a:pt x="0" y="64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4" r="44743" b="1704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0"/>
              <a:ext cx="2827017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Trang chủ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629775" y="7372169"/>
            <a:ext cx="342900" cy="342900"/>
            <a:chOff x="0" y="0"/>
            <a:chExt cx="457200" cy="4572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579769" y="7372169"/>
            <a:ext cx="442912" cy="342900"/>
            <a:chOff x="0" y="0"/>
            <a:chExt cx="590550" cy="457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90550" cy="457200"/>
            </a:xfrm>
            <a:custGeom>
              <a:avLst/>
              <a:gdLst/>
              <a:ahLst/>
              <a:cxnLst/>
              <a:rect r="r" b="b" t="t" l="l"/>
              <a:pathLst>
                <a:path h="45720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59055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086975" y="7245537"/>
            <a:ext cx="2714971" cy="481864"/>
            <a:chOff x="0" y="0"/>
            <a:chExt cx="3619961" cy="64248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19961" cy="642485"/>
            </a:xfrm>
            <a:custGeom>
              <a:avLst/>
              <a:gdLst/>
              <a:ahLst/>
              <a:cxnLst/>
              <a:rect r="r" b="b" t="t" l="l"/>
              <a:pathLst>
                <a:path h="642485" w="3619961">
                  <a:moveTo>
                    <a:pt x="0" y="0"/>
                  </a:moveTo>
                  <a:lnTo>
                    <a:pt x="3619961" y="0"/>
                  </a:lnTo>
                  <a:lnTo>
                    <a:pt x="3619961" y="642485"/>
                  </a:lnTo>
                  <a:lnTo>
                    <a:pt x="0" y="64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82" r="44743" b="375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0"/>
              <a:ext cx="3619961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Giới thiệu lớp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629775" y="7829369"/>
            <a:ext cx="342900" cy="342900"/>
            <a:chOff x="0" y="0"/>
            <a:chExt cx="457200" cy="457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579769" y="7829369"/>
            <a:ext cx="442912" cy="342900"/>
            <a:chOff x="0" y="0"/>
            <a:chExt cx="590550" cy="457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90550" cy="457200"/>
            </a:xfrm>
            <a:custGeom>
              <a:avLst/>
              <a:gdLst/>
              <a:ahLst/>
              <a:cxnLst/>
              <a:rect r="r" b="b" t="t" l="l"/>
              <a:pathLst>
                <a:path h="45720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59055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086975" y="7702737"/>
            <a:ext cx="3749245" cy="481864"/>
            <a:chOff x="0" y="0"/>
            <a:chExt cx="4998994" cy="64248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998994" cy="642485"/>
            </a:xfrm>
            <a:custGeom>
              <a:avLst/>
              <a:gdLst/>
              <a:ahLst/>
              <a:cxnLst/>
              <a:rect r="r" b="b" t="t" l="l"/>
              <a:pathLst>
                <a:path h="642485" w="4998994">
                  <a:moveTo>
                    <a:pt x="0" y="0"/>
                  </a:moveTo>
                  <a:lnTo>
                    <a:pt x="4998994" y="0"/>
                  </a:lnTo>
                  <a:lnTo>
                    <a:pt x="4998994" y="642485"/>
                  </a:lnTo>
                  <a:lnTo>
                    <a:pt x="0" y="64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91" r="44743" b="-1935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0"/>
              <a:ext cx="4998994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Hoạt động học tập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629775" y="8286569"/>
            <a:ext cx="342900" cy="342900"/>
            <a:chOff x="0" y="0"/>
            <a:chExt cx="457200" cy="457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579769" y="8286569"/>
            <a:ext cx="442912" cy="342900"/>
            <a:chOff x="0" y="0"/>
            <a:chExt cx="590550" cy="4572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90550" cy="457200"/>
            </a:xfrm>
            <a:custGeom>
              <a:avLst/>
              <a:gdLst/>
              <a:ahLst/>
              <a:cxnLst/>
              <a:rect r="r" b="b" t="t" l="l"/>
              <a:pathLst>
                <a:path h="45720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59055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0086975" y="8159937"/>
            <a:ext cx="3749245" cy="481864"/>
            <a:chOff x="0" y="0"/>
            <a:chExt cx="4998994" cy="64248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998994" cy="642485"/>
            </a:xfrm>
            <a:custGeom>
              <a:avLst/>
              <a:gdLst/>
              <a:ahLst/>
              <a:cxnLst/>
              <a:rect r="r" b="b" t="t" l="l"/>
              <a:pathLst>
                <a:path h="642485" w="4998994">
                  <a:moveTo>
                    <a:pt x="0" y="0"/>
                  </a:moveTo>
                  <a:lnTo>
                    <a:pt x="4998994" y="0"/>
                  </a:lnTo>
                  <a:lnTo>
                    <a:pt x="4998994" y="642485"/>
                  </a:lnTo>
                  <a:lnTo>
                    <a:pt x="0" y="64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91" r="44743" b="-1935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0"/>
              <a:ext cx="4998994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Hình ảnh – Kỉ niệm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42975" y="9143819"/>
            <a:ext cx="16430625" cy="800100"/>
            <a:chOff x="0" y="0"/>
            <a:chExt cx="21907500" cy="10668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1907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1907500">
                  <a:moveTo>
                    <a:pt x="76200" y="0"/>
                  </a:moveTo>
                  <a:lnTo>
                    <a:pt x="21678900" y="0"/>
                  </a:lnTo>
                  <a:cubicBezTo>
                    <a:pt x="21805012" y="0"/>
                    <a:pt x="21907500" y="102489"/>
                    <a:pt x="21907500" y="228600"/>
                  </a:cubicBezTo>
                  <a:lnTo>
                    <a:pt x="21907500" y="838200"/>
                  </a:lnTo>
                  <a:cubicBezTo>
                    <a:pt x="21907500" y="964311"/>
                    <a:pt x="21805012" y="1066800"/>
                    <a:pt x="216789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>
                <a:alpha val="784"/>
              </a:srgbClr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42975" y="9143819"/>
            <a:ext cx="57150" cy="800100"/>
            <a:chOff x="0" y="0"/>
            <a:chExt cx="76200" cy="10668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62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62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sp>
        <p:nvSpPr>
          <p:cNvPr name="Freeform 109" id="109"/>
          <p:cNvSpPr/>
          <p:nvPr/>
        </p:nvSpPr>
        <p:spPr>
          <a:xfrm flipH="false" flipV="false" rot="0">
            <a:off x="1257300" y="9429569"/>
            <a:ext cx="171450" cy="228600"/>
          </a:xfrm>
          <a:custGeom>
            <a:avLst/>
            <a:gdLst/>
            <a:ahLst/>
            <a:cxnLst/>
            <a:rect r="r" b="b" t="t" l="l"/>
            <a:pathLst>
              <a:path h="228600" w="171450">
                <a:moveTo>
                  <a:pt x="0" y="0"/>
                </a:moveTo>
                <a:lnTo>
                  <a:pt x="171450" y="0"/>
                </a:lnTo>
                <a:lnTo>
                  <a:pt x="1714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0" id="110"/>
          <p:cNvGrpSpPr/>
          <p:nvPr/>
        </p:nvGrpSpPr>
        <p:grpSpPr>
          <a:xfrm rot="0">
            <a:off x="1571625" y="9372419"/>
            <a:ext cx="15687675" cy="422821"/>
            <a:chOff x="0" y="0"/>
            <a:chExt cx="20916900" cy="56376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0916900" cy="563762"/>
            </a:xfrm>
            <a:custGeom>
              <a:avLst/>
              <a:gdLst/>
              <a:ahLst/>
              <a:cxnLst/>
              <a:rect r="r" b="b" t="t" l="l"/>
              <a:pathLst>
                <a:path h="563762" w="20916900">
                  <a:moveTo>
                    <a:pt x="0" y="0"/>
                  </a:moveTo>
                  <a:lnTo>
                    <a:pt x="20916900" y="0"/>
                  </a:lnTo>
                  <a:lnTo>
                    <a:pt x="20916900" y="563762"/>
                  </a:lnTo>
                  <a:lnTo>
                    <a:pt x="0" y="563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2392" r="0" b="-66349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85725"/>
              <a:ext cx="20916900" cy="649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5"/>
                </a:lnSpc>
              </a:pPr>
              <a:r>
                <a:rPr lang="en-US" sz="2099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Gợi ý:</a:t>
              </a:r>
              <a:r>
                <a:rPr lang="en-US" sz="2099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 Các nhóm có thể chọn chủ đề khác như: CLB, môn học, sở thích, địa phương...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img.freepik.com/a4b209d4a34bb8decd9775d7f838f38b3c0abc22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0" t="-38888" r="0" b="-388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95000"/>
                  </a:srgbClr>
                </a:gs>
                <a:gs pos="50000">
                  <a:srgbClr val="7209B7">
                    <a:alpha val="90000"/>
                  </a:srgbClr>
                </a:gs>
                <a:gs pos="100000">
                  <a:srgbClr val="F72585">
                    <a:alpha val="85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3265551"/>
            <a:ext cx="17573625" cy="1635061"/>
            <a:chOff x="0" y="0"/>
            <a:chExt cx="23431500" cy="21800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31500" cy="2180082"/>
            </a:xfrm>
            <a:custGeom>
              <a:avLst/>
              <a:gdLst/>
              <a:ahLst/>
              <a:cxnLst/>
              <a:rect r="r" b="b" t="t" l="l"/>
              <a:pathLst>
                <a:path h="2180082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2180082"/>
                  </a:lnTo>
                  <a:lnTo>
                    <a:pt x="0" y="21800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6656" r="0" b="-14219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3431500" cy="21896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b="true" sz="8100" spc="-49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LUYỆN TẬP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786188" y="5507831"/>
            <a:ext cx="11144250" cy="557212"/>
            <a:chOff x="0" y="0"/>
            <a:chExt cx="14859000" cy="7429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59000" cy="742950"/>
            </a:xfrm>
            <a:custGeom>
              <a:avLst/>
              <a:gdLst/>
              <a:ahLst/>
              <a:cxnLst/>
              <a:rect r="r" b="b" t="t" l="l"/>
              <a:pathLst>
                <a:path h="742950" w="14859000">
                  <a:moveTo>
                    <a:pt x="0" y="0"/>
                  </a:moveTo>
                  <a:lnTo>
                    <a:pt x="14859000" y="0"/>
                  </a:lnTo>
                  <a:lnTo>
                    <a:pt x="1485900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1485900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48"/>
                </a:lnSpc>
              </a:pPr>
              <a:r>
                <a:rPr lang="en-US" sz="3600" spc="-21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Trò chơi "Kéo co trắc nghiệm" - Củng cố kiến thức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471" y="569890"/>
            <a:ext cx="17453058" cy="1131218"/>
            <a:chOff x="0" y="0"/>
            <a:chExt cx="23270743" cy="1508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70741" cy="1508282"/>
            </a:xfrm>
            <a:custGeom>
              <a:avLst/>
              <a:gdLst/>
              <a:ahLst/>
              <a:cxnLst/>
              <a:rect r="r" b="b" t="t" l="l"/>
              <a:pathLst>
                <a:path h="1508282" w="23270741">
                  <a:moveTo>
                    <a:pt x="0" y="0"/>
                  </a:moveTo>
                  <a:lnTo>
                    <a:pt x="23270741" y="0"/>
                  </a:lnTo>
                  <a:lnTo>
                    <a:pt x="23270741" y="1508282"/>
                  </a:lnTo>
                  <a:lnTo>
                    <a:pt x="0" y="15082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817" r="0" b="-2244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3270743" cy="145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b="true" sz="5400" spc="-32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Luật chơi Kéo co trắc nghiệm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8677" y="1939233"/>
            <a:ext cx="8443722" cy="3393653"/>
            <a:chOff x="0" y="0"/>
            <a:chExt cx="11258296" cy="45248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58296" cy="4524883"/>
            </a:xfrm>
            <a:custGeom>
              <a:avLst/>
              <a:gdLst/>
              <a:ahLst/>
              <a:cxnLst/>
              <a:rect r="r" b="b" t="t" l="l"/>
              <a:pathLst>
                <a:path h="4524883" w="11258296">
                  <a:moveTo>
                    <a:pt x="287274" y="0"/>
                  </a:moveTo>
                  <a:lnTo>
                    <a:pt x="10971022" y="0"/>
                  </a:lnTo>
                  <a:cubicBezTo>
                    <a:pt x="11129645" y="0"/>
                    <a:pt x="11258296" y="128651"/>
                    <a:pt x="11258296" y="287274"/>
                  </a:cubicBezTo>
                  <a:lnTo>
                    <a:pt x="11258296" y="4237609"/>
                  </a:lnTo>
                  <a:cubicBezTo>
                    <a:pt x="11258296" y="4396232"/>
                    <a:pt x="11129645" y="4524883"/>
                    <a:pt x="10971022" y="4524883"/>
                  </a:cubicBezTo>
                  <a:lnTo>
                    <a:pt x="287274" y="4524883"/>
                  </a:lnTo>
                  <a:cubicBezTo>
                    <a:pt x="128651" y="4524883"/>
                    <a:pt x="0" y="4396232"/>
                    <a:pt x="0" y="4237609"/>
                  </a:cubicBezTo>
                  <a:lnTo>
                    <a:pt x="0" y="287274"/>
                  </a:lnTo>
                  <a:cubicBezTo>
                    <a:pt x="0" y="128651"/>
                    <a:pt x="128651" y="0"/>
                    <a:pt x="2872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100000"/>
                  </a:srgbClr>
                </a:gs>
                <a:gs pos="100000">
                  <a:srgbClr val="7209B7">
                    <a:alpha val="100000"/>
                  </a:srgbClr>
                </a:gs>
              </a:gsLst>
              <a:lin ang="4086247"/>
            </a:gra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61879" y="2262435"/>
            <a:ext cx="754142" cy="754142"/>
            <a:chOff x="0" y="0"/>
            <a:chExt cx="1005522" cy="10055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586" cy="1005586"/>
            </a:xfrm>
            <a:custGeom>
              <a:avLst/>
              <a:gdLst/>
              <a:ahLst/>
              <a:cxnLst/>
              <a:rect r="r" b="b" t="t" l="l"/>
              <a:pathLst>
                <a:path h="1005586" w="1005586">
                  <a:moveTo>
                    <a:pt x="215519" y="0"/>
                  </a:moveTo>
                  <a:lnTo>
                    <a:pt x="790067" y="0"/>
                  </a:lnTo>
                  <a:cubicBezTo>
                    <a:pt x="909066" y="0"/>
                    <a:pt x="1005586" y="96520"/>
                    <a:pt x="1005586" y="215519"/>
                  </a:cubicBezTo>
                  <a:lnTo>
                    <a:pt x="1005586" y="790067"/>
                  </a:lnTo>
                  <a:cubicBezTo>
                    <a:pt x="1005586" y="909066"/>
                    <a:pt x="909066" y="1005586"/>
                    <a:pt x="790067" y="1005586"/>
                  </a:cubicBezTo>
                  <a:lnTo>
                    <a:pt x="215519" y="1005586"/>
                  </a:lnTo>
                  <a:cubicBezTo>
                    <a:pt x="96520" y="1005586"/>
                    <a:pt x="0" y="909066"/>
                    <a:pt x="0" y="790067"/>
                  </a:cubicBezTo>
                  <a:lnTo>
                    <a:pt x="0" y="215519"/>
                  </a:lnTo>
                  <a:cubicBezTo>
                    <a:pt x="0" y="96520"/>
                    <a:pt x="96520" y="0"/>
                    <a:pt x="215519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89809" y="2437505"/>
            <a:ext cx="505006" cy="404003"/>
          </a:xfrm>
          <a:custGeom>
            <a:avLst/>
            <a:gdLst/>
            <a:ahLst/>
            <a:cxnLst/>
            <a:rect r="r" b="b" t="t" l="l"/>
            <a:pathLst>
              <a:path h="404003" w="505006">
                <a:moveTo>
                  <a:pt x="0" y="0"/>
                </a:moveTo>
                <a:lnTo>
                  <a:pt x="505006" y="0"/>
                </a:lnTo>
                <a:lnTo>
                  <a:pt x="505006" y="404003"/>
                </a:lnTo>
                <a:lnTo>
                  <a:pt x="0" y="404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39507" y="2262435"/>
            <a:ext cx="2422835" cy="646090"/>
            <a:chOff x="0" y="0"/>
            <a:chExt cx="2154695" cy="5745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4698" cy="574586"/>
            </a:xfrm>
            <a:custGeom>
              <a:avLst/>
              <a:gdLst/>
              <a:ahLst/>
              <a:cxnLst/>
              <a:rect r="r" b="b" t="t" l="l"/>
              <a:pathLst>
                <a:path h="574586" w="2154698">
                  <a:moveTo>
                    <a:pt x="0" y="0"/>
                  </a:moveTo>
                  <a:lnTo>
                    <a:pt x="2154698" y="0"/>
                  </a:lnTo>
                  <a:lnTo>
                    <a:pt x="2154698" y="574586"/>
                  </a:lnTo>
                  <a:lnTo>
                    <a:pt x="0" y="574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54695" cy="612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52"/>
                </a:lnSpc>
              </a:pPr>
              <a:r>
                <a:rPr lang="en-US" b="true" sz="3600" spc="-21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Cách chơi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2284" y="3285915"/>
            <a:ext cx="188538" cy="215475"/>
            <a:chOff x="0" y="0"/>
            <a:chExt cx="251384" cy="2872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95" y="35928"/>
              <a:ext cx="251251" cy="233389"/>
            </a:xfrm>
            <a:custGeom>
              <a:avLst/>
              <a:gdLst/>
              <a:ahLst/>
              <a:cxnLst/>
              <a:rect r="r" b="b" t="t" l="l"/>
              <a:pathLst>
                <a:path h="233389" w="251251">
                  <a:moveTo>
                    <a:pt x="243872" y="3442"/>
                  </a:moveTo>
                  <a:cubicBezTo>
                    <a:pt x="251873" y="9284"/>
                    <a:pt x="253651" y="20460"/>
                    <a:pt x="247809" y="28461"/>
                  </a:cubicBezTo>
                  <a:lnTo>
                    <a:pt x="104172" y="225946"/>
                  </a:lnTo>
                  <a:cubicBezTo>
                    <a:pt x="101124" y="230264"/>
                    <a:pt x="96298" y="232804"/>
                    <a:pt x="91091" y="233312"/>
                  </a:cubicBezTo>
                  <a:cubicBezTo>
                    <a:pt x="85884" y="233820"/>
                    <a:pt x="80677" y="231788"/>
                    <a:pt x="76994" y="228105"/>
                  </a:cubicBezTo>
                  <a:lnTo>
                    <a:pt x="5239" y="156350"/>
                  </a:lnTo>
                  <a:cubicBezTo>
                    <a:pt x="-1746" y="149365"/>
                    <a:pt x="-1746" y="137935"/>
                    <a:pt x="5239" y="130950"/>
                  </a:cubicBezTo>
                  <a:cubicBezTo>
                    <a:pt x="12224" y="123965"/>
                    <a:pt x="23654" y="123965"/>
                    <a:pt x="30639" y="130950"/>
                  </a:cubicBezTo>
                  <a:lnTo>
                    <a:pt x="87535" y="187846"/>
                  </a:lnTo>
                  <a:lnTo>
                    <a:pt x="218853" y="7379"/>
                  </a:lnTo>
                  <a:cubicBezTo>
                    <a:pt x="224695" y="-622"/>
                    <a:pt x="235871" y="-2400"/>
                    <a:pt x="243872" y="34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8955" y="3232052"/>
            <a:ext cx="2854976" cy="323202"/>
            <a:chOff x="0" y="0"/>
            <a:chExt cx="3806634" cy="4309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06634" cy="430940"/>
            </a:xfrm>
            <a:custGeom>
              <a:avLst/>
              <a:gdLst/>
              <a:ahLst/>
              <a:cxnLst/>
              <a:rect r="r" b="b" t="t" l="l"/>
              <a:pathLst>
                <a:path h="430940" w="3806634">
                  <a:moveTo>
                    <a:pt x="0" y="0"/>
                  </a:moveTo>
                  <a:lnTo>
                    <a:pt x="3806634" y="0"/>
                  </a:lnTo>
                  <a:lnTo>
                    <a:pt x="3806634" y="430940"/>
                  </a:lnTo>
                  <a:lnTo>
                    <a:pt x="0" y="430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8" r="0" b="-12211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3806634" cy="4976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spc="-14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Lớp chia thành </a:t>
              </a:r>
              <a:r>
                <a:rPr lang="en-US" b="true" sz="2400" spc="-14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2 đội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2284" y="3770719"/>
            <a:ext cx="188538" cy="215475"/>
            <a:chOff x="0" y="0"/>
            <a:chExt cx="251384" cy="2872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95" y="35928"/>
              <a:ext cx="251251" cy="233389"/>
            </a:xfrm>
            <a:custGeom>
              <a:avLst/>
              <a:gdLst/>
              <a:ahLst/>
              <a:cxnLst/>
              <a:rect r="r" b="b" t="t" l="l"/>
              <a:pathLst>
                <a:path h="233389" w="251251">
                  <a:moveTo>
                    <a:pt x="243872" y="3442"/>
                  </a:moveTo>
                  <a:cubicBezTo>
                    <a:pt x="251873" y="9284"/>
                    <a:pt x="253651" y="20460"/>
                    <a:pt x="247809" y="28461"/>
                  </a:cubicBezTo>
                  <a:lnTo>
                    <a:pt x="104172" y="225946"/>
                  </a:lnTo>
                  <a:cubicBezTo>
                    <a:pt x="101124" y="230264"/>
                    <a:pt x="96298" y="232804"/>
                    <a:pt x="91091" y="233312"/>
                  </a:cubicBezTo>
                  <a:cubicBezTo>
                    <a:pt x="85884" y="233820"/>
                    <a:pt x="80677" y="231788"/>
                    <a:pt x="76994" y="228105"/>
                  </a:cubicBezTo>
                  <a:lnTo>
                    <a:pt x="5239" y="156350"/>
                  </a:lnTo>
                  <a:cubicBezTo>
                    <a:pt x="-1746" y="149365"/>
                    <a:pt x="-1746" y="137935"/>
                    <a:pt x="5239" y="130950"/>
                  </a:cubicBezTo>
                  <a:cubicBezTo>
                    <a:pt x="12224" y="123965"/>
                    <a:pt x="23654" y="123965"/>
                    <a:pt x="30639" y="130950"/>
                  </a:cubicBezTo>
                  <a:lnTo>
                    <a:pt x="87535" y="187846"/>
                  </a:lnTo>
                  <a:lnTo>
                    <a:pt x="218853" y="7379"/>
                  </a:lnTo>
                  <a:cubicBezTo>
                    <a:pt x="224695" y="-622"/>
                    <a:pt x="235871" y="-2400"/>
                    <a:pt x="243872" y="34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38955" y="3716855"/>
            <a:ext cx="4356554" cy="269338"/>
            <a:chOff x="0" y="0"/>
            <a:chExt cx="5808739" cy="3591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08734" cy="359118"/>
            </a:xfrm>
            <a:custGeom>
              <a:avLst/>
              <a:gdLst/>
              <a:ahLst/>
              <a:cxnLst/>
              <a:rect r="r" b="b" t="t" l="l"/>
              <a:pathLst>
                <a:path h="359118" w="5808734">
                  <a:moveTo>
                    <a:pt x="0" y="0"/>
                  </a:moveTo>
                  <a:lnTo>
                    <a:pt x="5808734" y="0"/>
                  </a:lnTo>
                  <a:lnTo>
                    <a:pt x="5808734" y="359118"/>
                  </a:lnTo>
                  <a:lnTo>
                    <a:pt x="0" y="359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170" r="0" b="-2651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5808739" cy="425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spc="-14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Mỗi lượt </a:t>
              </a:r>
              <a:r>
                <a:rPr lang="en-US" b="true" sz="2400" spc="-14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1 HS đại diện</a:t>
              </a:r>
              <a:r>
                <a:rPr lang="en-US" sz="2400" spc="-14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 mỗi đội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2284" y="4255532"/>
            <a:ext cx="188538" cy="215475"/>
            <a:chOff x="0" y="0"/>
            <a:chExt cx="251384" cy="2872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95" y="35928"/>
              <a:ext cx="251251" cy="233389"/>
            </a:xfrm>
            <a:custGeom>
              <a:avLst/>
              <a:gdLst/>
              <a:ahLst/>
              <a:cxnLst/>
              <a:rect r="r" b="b" t="t" l="l"/>
              <a:pathLst>
                <a:path h="233389" w="251251">
                  <a:moveTo>
                    <a:pt x="243872" y="3442"/>
                  </a:moveTo>
                  <a:cubicBezTo>
                    <a:pt x="251873" y="9284"/>
                    <a:pt x="253651" y="20460"/>
                    <a:pt x="247809" y="28461"/>
                  </a:cubicBezTo>
                  <a:lnTo>
                    <a:pt x="104172" y="225946"/>
                  </a:lnTo>
                  <a:cubicBezTo>
                    <a:pt x="101124" y="230264"/>
                    <a:pt x="96298" y="232804"/>
                    <a:pt x="91091" y="233312"/>
                  </a:cubicBezTo>
                  <a:cubicBezTo>
                    <a:pt x="85884" y="233820"/>
                    <a:pt x="80677" y="231788"/>
                    <a:pt x="76994" y="228105"/>
                  </a:cubicBezTo>
                  <a:lnTo>
                    <a:pt x="5239" y="156350"/>
                  </a:lnTo>
                  <a:cubicBezTo>
                    <a:pt x="-1746" y="149365"/>
                    <a:pt x="-1746" y="137935"/>
                    <a:pt x="5239" y="130950"/>
                  </a:cubicBezTo>
                  <a:cubicBezTo>
                    <a:pt x="12224" y="123965"/>
                    <a:pt x="23654" y="123965"/>
                    <a:pt x="30639" y="130950"/>
                  </a:cubicBezTo>
                  <a:lnTo>
                    <a:pt x="87535" y="187846"/>
                  </a:lnTo>
                  <a:lnTo>
                    <a:pt x="218853" y="7379"/>
                  </a:lnTo>
                  <a:cubicBezTo>
                    <a:pt x="224695" y="-622"/>
                    <a:pt x="235871" y="-2400"/>
                    <a:pt x="243872" y="34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38955" y="4201658"/>
            <a:ext cx="5260562" cy="296275"/>
            <a:chOff x="0" y="0"/>
            <a:chExt cx="7014083" cy="3950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14082" cy="395028"/>
            </a:xfrm>
            <a:custGeom>
              <a:avLst/>
              <a:gdLst/>
              <a:ahLst/>
              <a:cxnLst/>
              <a:rect r="r" b="b" t="t" l="l"/>
              <a:pathLst>
                <a:path h="395028" w="7014082">
                  <a:moveTo>
                    <a:pt x="0" y="0"/>
                  </a:moveTo>
                  <a:lnTo>
                    <a:pt x="7014082" y="0"/>
                  </a:lnTo>
                  <a:lnTo>
                    <a:pt x="7014082" y="395028"/>
                  </a:lnTo>
                  <a:lnTo>
                    <a:pt x="0" y="3950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973" r="0" b="-2959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7014083" cy="461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spc="-14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GV đưa </a:t>
              </a:r>
              <a:r>
                <a:rPr lang="en-US" b="true" sz="2400" spc="-14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câu hỏi trắc nghiệm</a:t>
              </a:r>
              <a:r>
                <a:rPr lang="en-US" sz="2400" spc="-14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 (4 đáp án)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2284" y="4740335"/>
            <a:ext cx="188538" cy="215475"/>
            <a:chOff x="0" y="0"/>
            <a:chExt cx="251384" cy="2872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95" y="35928"/>
              <a:ext cx="251251" cy="233389"/>
            </a:xfrm>
            <a:custGeom>
              <a:avLst/>
              <a:gdLst/>
              <a:ahLst/>
              <a:cxnLst/>
              <a:rect r="r" b="b" t="t" l="l"/>
              <a:pathLst>
                <a:path h="233389" w="251251">
                  <a:moveTo>
                    <a:pt x="243872" y="3442"/>
                  </a:moveTo>
                  <a:cubicBezTo>
                    <a:pt x="251873" y="9284"/>
                    <a:pt x="253651" y="20460"/>
                    <a:pt x="247809" y="28461"/>
                  </a:cubicBezTo>
                  <a:lnTo>
                    <a:pt x="104172" y="225946"/>
                  </a:lnTo>
                  <a:cubicBezTo>
                    <a:pt x="101124" y="230264"/>
                    <a:pt x="96298" y="232804"/>
                    <a:pt x="91091" y="233312"/>
                  </a:cubicBezTo>
                  <a:cubicBezTo>
                    <a:pt x="85884" y="233820"/>
                    <a:pt x="80677" y="231788"/>
                    <a:pt x="76994" y="228105"/>
                  </a:cubicBezTo>
                  <a:lnTo>
                    <a:pt x="5239" y="156350"/>
                  </a:lnTo>
                  <a:cubicBezTo>
                    <a:pt x="-1746" y="149365"/>
                    <a:pt x="-1746" y="137935"/>
                    <a:pt x="5239" y="130950"/>
                  </a:cubicBezTo>
                  <a:cubicBezTo>
                    <a:pt x="12224" y="123965"/>
                    <a:pt x="23654" y="123965"/>
                    <a:pt x="30639" y="130950"/>
                  </a:cubicBezTo>
                  <a:lnTo>
                    <a:pt x="87535" y="187846"/>
                  </a:lnTo>
                  <a:lnTo>
                    <a:pt x="218853" y="7379"/>
                  </a:lnTo>
                  <a:cubicBezTo>
                    <a:pt x="224695" y="-622"/>
                    <a:pt x="235871" y="-2400"/>
                    <a:pt x="243872" y="34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38955" y="4686471"/>
            <a:ext cx="3623939" cy="269338"/>
            <a:chOff x="0" y="0"/>
            <a:chExt cx="4831918" cy="3591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31912" cy="359118"/>
            </a:xfrm>
            <a:custGeom>
              <a:avLst/>
              <a:gdLst/>
              <a:ahLst/>
              <a:cxnLst/>
              <a:rect r="r" b="b" t="t" l="l"/>
              <a:pathLst>
                <a:path h="359118" w="4831912">
                  <a:moveTo>
                    <a:pt x="0" y="0"/>
                  </a:moveTo>
                  <a:lnTo>
                    <a:pt x="4831912" y="0"/>
                  </a:lnTo>
                  <a:lnTo>
                    <a:pt x="4831912" y="359118"/>
                  </a:lnTo>
                  <a:lnTo>
                    <a:pt x="0" y="359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170" r="0" b="-21217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4831918" cy="425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spc="-14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HS chọn đáp án </a:t>
              </a:r>
              <a:r>
                <a:rPr lang="en-US" b="true" sz="2400" spc="-14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nhanh nhất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38677" y="5602214"/>
            <a:ext cx="8443722" cy="3662991"/>
            <a:chOff x="0" y="0"/>
            <a:chExt cx="11258296" cy="48839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258296" cy="4884039"/>
            </a:xfrm>
            <a:custGeom>
              <a:avLst/>
              <a:gdLst/>
              <a:ahLst/>
              <a:cxnLst/>
              <a:rect r="r" b="b" t="t" l="l"/>
              <a:pathLst>
                <a:path h="4884039" w="11258296">
                  <a:moveTo>
                    <a:pt x="287274" y="0"/>
                  </a:moveTo>
                  <a:lnTo>
                    <a:pt x="10971022" y="0"/>
                  </a:lnTo>
                  <a:cubicBezTo>
                    <a:pt x="11129645" y="0"/>
                    <a:pt x="11258296" y="128651"/>
                    <a:pt x="11258296" y="287274"/>
                  </a:cubicBezTo>
                  <a:lnTo>
                    <a:pt x="11258296" y="4596765"/>
                  </a:lnTo>
                  <a:cubicBezTo>
                    <a:pt x="11258296" y="4755388"/>
                    <a:pt x="11129645" y="4884039"/>
                    <a:pt x="10971022" y="4884039"/>
                  </a:cubicBezTo>
                  <a:lnTo>
                    <a:pt x="287274" y="4884039"/>
                  </a:lnTo>
                  <a:cubicBezTo>
                    <a:pt x="128651" y="4884039"/>
                    <a:pt x="0" y="4755388"/>
                    <a:pt x="0" y="4596765"/>
                  </a:cubicBezTo>
                  <a:lnTo>
                    <a:pt x="0" y="287274"/>
                  </a:lnTo>
                  <a:cubicBezTo>
                    <a:pt x="0" y="128778"/>
                    <a:pt x="128778" y="0"/>
                    <a:pt x="2872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895550" y="5979290"/>
            <a:ext cx="269338" cy="269338"/>
          </a:xfrm>
          <a:custGeom>
            <a:avLst/>
            <a:gdLst/>
            <a:ahLst/>
            <a:cxnLst/>
            <a:rect r="r" b="b" t="t" l="l"/>
            <a:pathLst>
              <a:path h="269338" w="269338">
                <a:moveTo>
                  <a:pt x="0" y="0"/>
                </a:moveTo>
                <a:lnTo>
                  <a:pt x="269338" y="0"/>
                </a:lnTo>
                <a:lnTo>
                  <a:pt x="269338" y="269339"/>
                </a:lnTo>
                <a:lnTo>
                  <a:pt x="0" y="269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198550" y="5925417"/>
            <a:ext cx="7595311" cy="377076"/>
            <a:chOff x="0" y="0"/>
            <a:chExt cx="10127082" cy="5027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27082" cy="502762"/>
            </a:xfrm>
            <a:custGeom>
              <a:avLst/>
              <a:gdLst/>
              <a:ahLst/>
              <a:cxnLst/>
              <a:rect r="r" b="b" t="t" l="l"/>
              <a:pathLst>
                <a:path h="502762" w="10127082">
                  <a:moveTo>
                    <a:pt x="0" y="0"/>
                  </a:moveTo>
                  <a:lnTo>
                    <a:pt x="10127082" y="0"/>
                  </a:lnTo>
                  <a:lnTo>
                    <a:pt x="10127082" y="502762"/>
                  </a:lnTo>
                  <a:lnTo>
                    <a:pt x="0" y="502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484" r="0" b="-34248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10127082" cy="578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000" spc="-18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Tính điểm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61879" y="6517957"/>
            <a:ext cx="7797317" cy="1131218"/>
            <a:chOff x="0" y="0"/>
            <a:chExt cx="10396423" cy="15082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396474" cy="1508379"/>
            </a:xfrm>
            <a:custGeom>
              <a:avLst/>
              <a:gdLst/>
              <a:ahLst/>
              <a:cxnLst/>
              <a:rect r="r" b="b" t="t" l="l"/>
              <a:pathLst>
                <a:path h="1508379" w="10396474">
                  <a:moveTo>
                    <a:pt x="215519" y="0"/>
                  </a:moveTo>
                  <a:lnTo>
                    <a:pt x="10180955" y="0"/>
                  </a:lnTo>
                  <a:cubicBezTo>
                    <a:pt x="10299954" y="0"/>
                    <a:pt x="10396474" y="96520"/>
                    <a:pt x="10396474" y="215519"/>
                  </a:cubicBezTo>
                  <a:lnTo>
                    <a:pt x="10396474" y="1292860"/>
                  </a:lnTo>
                  <a:cubicBezTo>
                    <a:pt x="10396474" y="1411859"/>
                    <a:pt x="10299954" y="1508379"/>
                    <a:pt x="10180955" y="1508379"/>
                  </a:cubicBezTo>
                  <a:lnTo>
                    <a:pt x="215519" y="1508379"/>
                  </a:lnTo>
                  <a:cubicBezTo>
                    <a:pt x="96520" y="1508252"/>
                    <a:pt x="0" y="1411859"/>
                    <a:pt x="0" y="1292860"/>
                  </a:cubicBezTo>
                  <a:lnTo>
                    <a:pt x="0" y="215519"/>
                  </a:lnTo>
                  <a:cubicBezTo>
                    <a:pt x="0" y="96520"/>
                    <a:pt x="96520" y="0"/>
                    <a:pt x="215519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1111015" y="6760369"/>
            <a:ext cx="269338" cy="269338"/>
          </a:xfrm>
          <a:custGeom>
            <a:avLst/>
            <a:gdLst/>
            <a:ahLst/>
            <a:cxnLst/>
            <a:rect r="r" b="b" t="t" l="l"/>
            <a:pathLst>
              <a:path h="269338" w="269338">
                <a:moveTo>
                  <a:pt x="0" y="0"/>
                </a:moveTo>
                <a:lnTo>
                  <a:pt x="269338" y="0"/>
                </a:lnTo>
                <a:lnTo>
                  <a:pt x="269338" y="269338"/>
                </a:lnTo>
                <a:lnTo>
                  <a:pt x="0" y="2693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575626" y="6733432"/>
            <a:ext cx="3434048" cy="377076"/>
            <a:chOff x="0" y="0"/>
            <a:chExt cx="4578731" cy="5027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78734" cy="502762"/>
            </a:xfrm>
            <a:custGeom>
              <a:avLst/>
              <a:gdLst/>
              <a:ahLst/>
              <a:cxnLst/>
              <a:rect r="r" b="b" t="t" l="l"/>
              <a:pathLst>
                <a:path h="502762" w="4578734">
                  <a:moveTo>
                    <a:pt x="0" y="0"/>
                  </a:moveTo>
                  <a:lnTo>
                    <a:pt x="4578734" y="0"/>
                  </a:lnTo>
                  <a:lnTo>
                    <a:pt x="4578734" y="502762"/>
                  </a:lnTo>
                  <a:lnTo>
                    <a:pt x="0" y="502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2" r="0" b="-12745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04775"/>
              <a:ext cx="4578731" cy="6075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2"/>
                </a:lnSpc>
              </a:pPr>
              <a:r>
                <a:rPr lang="en-US" b="true" sz="2700" spc="-16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Trả lởi đúng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75626" y="7110498"/>
            <a:ext cx="4923892" cy="430940"/>
            <a:chOff x="0" y="0"/>
            <a:chExt cx="6565189" cy="57458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65188" cy="574586"/>
            </a:xfrm>
            <a:custGeom>
              <a:avLst/>
              <a:gdLst/>
              <a:ahLst/>
              <a:cxnLst/>
              <a:rect r="r" b="b" t="t" l="l"/>
              <a:pathLst>
                <a:path h="574586" w="6565188">
                  <a:moveTo>
                    <a:pt x="0" y="0"/>
                  </a:moveTo>
                  <a:lnTo>
                    <a:pt x="6565188" y="0"/>
                  </a:lnTo>
                  <a:lnTo>
                    <a:pt x="6565188" y="574586"/>
                  </a:lnTo>
                  <a:lnTo>
                    <a:pt x="0" y="574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34" r="0" b="-17263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6565189" cy="641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→ Kéo về phía đội mình (+1 điểm)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61879" y="7810776"/>
            <a:ext cx="7797317" cy="1131218"/>
            <a:chOff x="0" y="0"/>
            <a:chExt cx="10396423" cy="150829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396474" cy="1508379"/>
            </a:xfrm>
            <a:custGeom>
              <a:avLst/>
              <a:gdLst/>
              <a:ahLst/>
              <a:cxnLst/>
              <a:rect r="r" b="b" t="t" l="l"/>
              <a:pathLst>
                <a:path h="1508379" w="10396474">
                  <a:moveTo>
                    <a:pt x="215519" y="0"/>
                  </a:moveTo>
                  <a:lnTo>
                    <a:pt x="10180955" y="0"/>
                  </a:lnTo>
                  <a:cubicBezTo>
                    <a:pt x="10299954" y="0"/>
                    <a:pt x="10396474" y="96520"/>
                    <a:pt x="10396474" y="215519"/>
                  </a:cubicBezTo>
                  <a:lnTo>
                    <a:pt x="10396474" y="1292860"/>
                  </a:lnTo>
                  <a:cubicBezTo>
                    <a:pt x="10396474" y="1411859"/>
                    <a:pt x="10299954" y="1508379"/>
                    <a:pt x="10180955" y="1508379"/>
                  </a:cubicBezTo>
                  <a:lnTo>
                    <a:pt x="215519" y="1508379"/>
                  </a:lnTo>
                  <a:cubicBezTo>
                    <a:pt x="96520" y="1508252"/>
                    <a:pt x="0" y="1411859"/>
                    <a:pt x="0" y="1292860"/>
                  </a:cubicBezTo>
                  <a:lnTo>
                    <a:pt x="0" y="215519"/>
                  </a:lnTo>
                  <a:cubicBezTo>
                    <a:pt x="0" y="96520"/>
                    <a:pt x="96520" y="0"/>
                    <a:pt x="215519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111015" y="8053187"/>
            <a:ext cx="269338" cy="269338"/>
          </a:xfrm>
          <a:custGeom>
            <a:avLst/>
            <a:gdLst/>
            <a:ahLst/>
            <a:cxnLst/>
            <a:rect r="r" b="b" t="t" l="l"/>
            <a:pathLst>
              <a:path h="269338" w="269338">
                <a:moveTo>
                  <a:pt x="0" y="0"/>
                </a:moveTo>
                <a:lnTo>
                  <a:pt x="269338" y="0"/>
                </a:lnTo>
                <a:lnTo>
                  <a:pt x="269338" y="269339"/>
                </a:lnTo>
                <a:lnTo>
                  <a:pt x="0" y="2693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575626" y="8026251"/>
            <a:ext cx="3151251" cy="377076"/>
            <a:chOff x="0" y="0"/>
            <a:chExt cx="4201668" cy="5027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01662" cy="502762"/>
            </a:xfrm>
            <a:custGeom>
              <a:avLst/>
              <a:gdLst/>
              <a:ahLst/>
              <a:cxnLst/>
              <a:rect r="r" b="b" t="t" l="l"/>
              <a:pathLst>
                <a:path h="502762" w="4201662">
                  <a:moveTo>
                    <a:pt x="0" y="0"/>
                  </a:moveTo>
                  <a:lnTo>
                    <a:pt x="4201662" y="0"/>
                  </a:lnTo>
                  <a:lnTo>
                    <a:pt x="4201662" y="502762"/>
                  </a:lnTo>
                  <a:lnTo>
                    <a:pt x="0" y="502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839" r="0" b="-11284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04775"/>
              <a:ext cx="4201668" cy="6075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2"/>
                </a:lnSpc>
              </a:pPr>
              <a:r>
                <a:rPr lang="en-US" b="true" sz="2700" spc="-16">
                  <a:solidFill>
                    <a:srgbClr val="F72585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Trả lởi sai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575626" y="8403326"/>
            <a:ext cx="6186383" cy="430940"/>
            <a:chOff x="0" y="0"/>
            <a:chExt cx="8248510" cy="57458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48516" cy="574588"/>
            </a:xfrm>
            <a:custGeom>
              <a:avLst/>
              <a:gdLst/>
              <a:ahLst/>
              <a:cxnLst/>
              <a:rect r="r" b="b" t="t" l="l"/>
              <a:pathLst>
                <a:path h="574588" w="8248516">
                  <a:moveTo>
                    <a:pt x="0" y="0"/>
                  </a:moveTo>
                  <a:lnTo>
                    <a:pt x="8248516" y="0"/>
                  </a:lnTo>
                  <a:lnTo>
                    <a:pt x="8248516" y="574588"/>
                  </a:lnTo>
                  <a:lnTo>
                    <a:pt x="0" y="5745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718" r="0" b="-22971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8248510" cy="641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→ Dừng cho đến khi đối phương trả lời xong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306954" y="1939233"/>
            <a:ext cx="8443722" cy="3662991"/>
            <a:chOff x="0" y="0"/>
            <a:chExt cx="11258296" cy="48839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58296" cy="4884039"/>
            </a:xfrm>
            <a:custGeom>
              <a:avLst/>
              <a:gdLst/>
              <a:ahLst/>
              <a:cxnLst/>
              <a:rect r="r" b="b" t="t" l="l"/>
              <a:pathLst>
                <a:path h="4884039" w="11258296">
                  <a:moveTo>
                    <a:pt x="287274" y="0"/>
                  </a:moveTo>
                  <a:lnTo>
                    <a:pt x="10971022" y="0"/>
                  </a:lnTo>
                  <a:cubicBezTo>
                    <a:pt x="11129645" y="0"/>
                    <a:pt x="11258296" y="128651"/>
                    <a:pt x="11258296" y="287274"/>
                  </a:cubicBezTo>
                  <a:lnTo>
                    <a:pt x="11258296" y="4596765"/>
                  </a:lnTo>
                  <a:cubicBezTo>
                    <a:pt x="11258296" y="4755388"/>
                    <a:pt x="11129645" y="4884039"/>
                    <a:pt x="10971022" y="4884039"/>
                  </a:cubicBezTo>
                  <a:lnTo>
                    <a:pt x="287274" y="4884039"/>
                  </a:lnTo>
                  <a:cubicBezTo>
                    <a:pt x="128651" y="4884039"/>
                    <a:pt x="0" y="4755388"/>
                    <a:pt x="0" y="4596765"/>
                  </a:cubicBezTo>
                  <a:lnTo>
                    <a:pt x="0" y="287274"/>
                  </a:lnTo>
                  <a:cubicBezTo>
                    <a:pt x="0" y="128778"/>
                    <a:pt x="128778" y="0"/>
                    <a:pt x="2872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9" id="59"/>
          <p:cNvSpPr/>
          <p:nvPr/>
        </p:nvSpPr>
        <p:spPr>
          <a:xfrm flipH="false" flipV="false" rot="0">
            <a:off x="9663817" y="2316299"/>
            <a:ext cx="269338" cy="269338"/>
          </a:xfrm>
          <a:custGeom>
            <a:avLst/>
            <a:gdLst/>
            <a:ahLst/>
            <a:cxnLst/>
            <a:rect r="r" b="b" t="t" l="l"/>
            <a:pathLst>
              <a:path h="269338" w="269338">
                <a:moveTo>
                  <a:pt x="0" y="0"/>
                </a:moveTo>
                <a:lnTo>
                  <a:pt x="269339" y="0"/>
                </a:lnTo>
                <a:lnTo>
                  <a:pt x="269339" y="269338"/>
                </a:lnTo>
                <a:lnTo>
                  <a:pt x="0" y="2693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9966827" y="2262435"/>
            <a:ext cx="7595311" cy="377076"/>
            <a:chOff x="0" y="0"/>
            <a:chExt cx="10127082" cy="50276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127082" cy="502762"/>
            </a:xfrm>
            <a:custGeom>
              <a:avLst/>
              <a:gdLst/>
              <a:ahLst/>
              <a:cxnLst/>
              <a:rect r="r" b="b" t="t" l="l"/>
              <a:pathLst>
                <a:path h="502762" w="10127082">
                  <a:moveTo>
                    <a:pt x="0" y="0"/>
                  </a:moveTo>
                  <a:lnTo>
                    <a:pt x="10127082" y="0"/>
                  </a:lnTo>
                  <a:lnTo>
                    <a:pt x="10127082" y="502762"/>
                  </a:lnTo>
                  <a:lnTo>
                    <a:pt x="0" y="502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484" r="0" b="-34248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10127082" cy="578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000" spc="-18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Quy định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778289" y="3097378"/>
            <a:ext cx="781079" cy="646414"/>
            <a:chOff x="0" y="0"/>
            <a:chExt cx="1041438" cy="86188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41438" cy="861880"/>
            </a:xfrm>
            <a:custGeom>
              <a:avLst/>
              <a:gdLst/>
              <a:ahLst/>
              <a:cxnLst/>
              <a:rect r="r" b="b" t="t" l="l"/>
              <a:pathLst>
                <a:path h="861880" w="1041438">
                  <a:moveTo>
                    <a:pt x="0" y="0"/>
                  </a:moveTo>
                  <a:lnTo>
                    <a:pt x="1041438" y="0"/>
                  </a:lnTo>
                  <a:lnTo>
                    <a:pt x="1041438" y="861880"/>
                  </a:lnTo>
                  <a:lnTo>
                    <a:pt x="0" y="861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182" t="0" r="-56182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76200"/>
              <a:ext cx="1041438" cy="938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000" spc="-18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10-15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698260" y="3366716"/>
            <a:ext cx="7797317" cy="1131218"/>
            <a:chOff x="0" y="0"/>
            <a:chExt cx="10396423" cy="150829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396474" cy="1508379"/>
            </a:xfrm>
            <a:custGeom>
              <a:avLst/>
              <a:gdLst/>
              <a:ahLst/>
              <a:cxnLst/>
              <a:rect r="r" b="b" t="t" l="l"/>
              <a:pathLst>
                <a:path h="1508379" w="10396474">
                  <a:moveTo>
                    <a:pt x="215519" y="0"/>
                  </a:moveTo>
                  <a:lnTo>
                    <a:pt x="10180955" y="0"/>
                  </a:lnTo>
                  <a:cubicBezTo>
                    <a:pt x="10299954" y="0"/>
                    <a:pt x="10396474" y="96520"/>
                    <a:pt x="10396474" y="215519"/>
                  </a:cubicBezTo>
                  <a:lnTo>
                    <a:pt x="10396474" y="1292860"/>
                  </a:lnTo>
                  <a:cubicBezTo>
                    <a:pt x="10396474" y="1411859"/>
                    <a:pt x="10299954" y="1508379"/>
                    <a:pt x="10180955" y="1508379"/>
                  </a:cubicBezTo>
                  <a:lnTo>
                    <a:pt x="215519" y="1508379"/>
                  </a:lnTo>
                  <a:cubicBezTo>
                    <a:pt x="96520" y="1508252"/>
                    <a:pt x="0" y="1411859"/>
                    <a:pt x="0" y="1292860"/>
                  </a:cubicBezTo>
                  <a:lnTo>
                    <a:pt x="0" y="215519"/>
                  </a:lnTo>
                  <a:cubicBezTo>
                    <a:pt x="0" y="96520"/>
                    <a:pt x="96520" y="0"/>
                    <a:pt x="215519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880063" y="3689918"/>
            <a:ext cx="646414" cy="646414"/>
            <a:chOff x="0" y="0"/>
            <a:chExt cx="861885" cy="86188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143637" y="0"/>
                  </a:moveTo>
                  <a:lnTo>
                    <a:pt x="718185" y="0"/>
                  </a:lnTo>
                  <a:cubicBezTo>
                    <a:pt x="797560" y="0"/>
                    <a:pt x="861822" y="64389"/>
                    <a:pt x="861822" y="143637"/>
                  </a:cubicBezTo>
                  <a:lnTo>
                    <a:pt x="861822" y="718185"/>
                  </a:lnTo>
                  <a:cubicBezTo>
                    <a:pt x="861822" y="797433"/>
                    <a:pt x="797433" y="861822"/>
                    <a:pt x="718185" y="861822"/>
                  </a:cubicBezTo>
                  <a:lnTo>
                    <a:pt x="143637" y="861822"/>
                  </a:lnTo>
                  <a:cubicBezTo>
                    <a:pt x="64389" y="861822"/>
                    <a:pt x="0" y="797560"/>
                    <a:pt x="0" y="718185"/>
                  </a:cubicBezTo>
                  <a:lnTo>
                    <a:pt x="0" y="143637"/>
                  </a:lnTo>
                  <a:cubicBezTo>
                    <a:pt x="0" y="64389"/>
                    <a:pt x="64389" y="0"/>
                    <a:pt x="143637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812731" y="3689918"/>
            <a:ext cx="781079" cy="646414"/>
            <a:chOff x="0" y="0"/>
            <a:chExt cx="1041438" cy="86188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41438" cy="861880"/>
            </a:xfrm>
            <a:custGeom>
              <a:avLst/>
              <a:gdLst/>
              <a:ahLst/>
              <a:cxnLst/>
              <a:rect r="r" b="b" t="t" l="l"/>
              <a:pathLst>
                <a:path h="861880" w="1041438">
                  <a:moveTo>
                    <a:pt x="0" y="0"/>
                  </a:moveTo>
                  <a:lnTo>
                    <a:pt x="1041438" y="0"/>
                  </a:lnTo>
                  <a:lnTo>
                    <a:pt x="1041438" y="861880"/>
                  </a:lnTo>
                  <a:lnTo>
                    <a:pt x="0" y="861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182" t="0" r="-5618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1041438" cy="938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000" spc="-18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30s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741943" y="3386919"/>
            <a:ext cx="4302166" cy="545401"/>
            <a:chOff x="0" y="0"/>
            <a:chExt cx="5736222" cy="72720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736218" cy="727202"/>
            </a:xfrm>
            <a:custGeom>
              <a:avLst/>
              <a:gdLst/>
              <a:ahLst/>
              <a:cxnLst/>
              <a:rect r="r" b="b" t="t" l="l"/>
              <a:pathLst>
                <a:path h="727202" w="5736218">
                  <a:moveTo>
                    <a:pt x="0" y="0"/>
                  </a:moveTo>
                  <a:lnTo>
                    <a:pt x="5736218" y="0"/>
                  </a:lnTo>
                  <a:lnTo>
                    <a:pt x="5736218" y="727202"/>
                  </a:lnTo>
                  <a:lnTo>
                    <a:pt x="0" y="7272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07" r="0" b="-783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04775"/>
              <a:ext cx="5736222" cy="831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2"/>
                </a:lnSpc>
              </a:pPr>
              <a:r>
                <a:rPr lang="en-US" b="true" sz="2700" spc="-16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Thời gian suy nghĩ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741943" y="4040057"/>
            <a:ext cx="2127761" cy="323202"/>
            <a:chOff x="0" y="0"/>
            <a:chExt cx="2837015" cy="43093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837020" cy="430940"/>
            </a:xfrm>
            <a:custGeom>
              <a:avLst/>
              <a:gdLst/>
              <a:ahLst/>
              <a:cxnLst/>
              <a:rect r="r" b="b" t="t" l="l"/>
              <a:pathLst>
                <a:path h="430940" w="2837020">
                  <a:moveTo>
                    <a:pt x="0" y="0"/>
                  </a:moveTo>
                  <a:lnTo>
                    <a:pt x="2837020" y="0"/>
                  </a:lnTo>
                  <a:lnTo>
                    <a:pt x="2837020" y="430940"/>
                  </a:lnTo>
                  <a:lnTo>
                    <a:pt x="0" y="430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276" r="0" b="-7827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66675"/>
              <a:ext cx="2837015" cy="4976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Mỗi câu hỏi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306954" y="5871553"/>
            <a:ext cx="8443722" cy="3393653"/>
            <a:chOff x="0" y="0"/>
            <a:chExt cx="11258296" cy="45248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258296" cy="4524883"/>
            </a:xfrm>
            <a:custGeom>
              <a:avLst/>
              <a:gdLst/>
              <a:ahLst/>
              <a:cxnLst/>
              <a:rect r="r" b="b" t="t" l="l"/>
              <a:pathLst>
                <a:path h="4524883" w="11258296">
                  <a:moveTo>
                    <a:pt x="287274" y="0"/>
                  </a:moveTo>
                  <a:lnTo>
                    <a:pt x="10971022" y="0"/>
                  </a:lnTo>
                  <a:cubicBezTo>
                    <a:pt x="11129645" y="0"/>
                    <a:pt x="11258296" y="128651"/>
                    <a:pt x="11258296" y="287274"/>
                  </a:cubicBezTo>
                  <a:lnTo>
                    <a:pt x="11258296" y="4237609"/>
                  </a:lnTo>
                  <a:cubicBezTo>
                    <a:pt x="11258296" y="4396232"/>
                    <a:pt x="11129645" y="4524883"/>
                    <a:pt x="10971022" y="4524883"/>
                  </a:cubicBezTo>
                  <a:lnTo>
                    <a:pt x="287274" y="4524883"/>
                  </a:lnTo>
                  <a:cubicBezTo>
                    <a:pt x="128651" y="4524883"/>
                    <a:pt x="0" y="4396232"/>
                    <a:pt x="0" y="4237609"/>
                  </a:cubicBezTo>
                  <a:lnTo>
                    <a:pt x="0" y="287274"/>
                  </a:lnTo>
                  <a:cubicBezTo>
                    <a:pt x="0" y="128651"/>
                    <a:pt x="128651" y="0"/>
                    <a:pt x="2872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81" id="81"/>
          <p:cNvSpPr/>
          <p:nvPr/>
        </p:nvSpPr>
        <p:spPr>
          <a:xfrm flipH="false" flipV="false" rot="0">
            <a:off x="9626789" y="6006222"/>
            <a:ext cx="303000" cy="269338"/>
          </a:xfrm>
          <a:custGeom>
            <a:avLst/>
            <a:gdLst/>
            <a:ahLst/>
            <a:cxnLst/>
            <a:rect r="r" b="b" t="t" l="l"/>
            <a:pathLst>
              <a:path h="269338" w="303000">
                <a:moveTo>
                  <a:pt x="0" y="0"/>
                </a:moveTo>
                <a:lnTo>
                  <a:pt x="303000" y="0"/>
                </a:lnTo>
                <a:lnTo>
                  <a:pt x="303000" y="269339"/>
                </a:lnTo>
                <a:lnTo>
                  <a:pt x="0" y="2693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9988086" y="6006222"/>
            <a:ext cx="7595311" cy="377076"/>
            <a:chOff x="0" y="0"/>
            <a:chExt cx="10127082" cy="50276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127082" cy="502762"/>
            </a:xfrm>
            <a:custGeom>
              <a:avLst/>
              <a:gdLst/>
              <a:ahLst/>
              <a:cxnLst/>
              <a:rect r="r" b="b" t="t" l="l"/>
              <a:pathLst>
                <a:path h="502762" w="10127082">
                  <a:moveTo>
                    <a:pt x="0" y="0"/>
                  </a:moveTo>
                  <a:lnTo>
                    <a:pt x="10127082" y="0"/>
                  </a:lnTo>
                  <a:lnTo>
                    <a:pt x="10127082" y="502762"/>
                  </a:lnTo>
                  <a:lnTo>
                    <a:pt x="0" y="502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484" r="0" b="-34248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76200"/>
              <a:ext cx="10127082" cy="578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000" spc="-18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Nội dung câu hỏi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670552" y="6841169"/>
            <a:ext cx="188538" cy="215475"/>
            <a:chOff x="0" y="0"/>
            <a:chExt cx="251384" cy="28729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95" y="35928"/>
              <a:ext cx="251251" cy="233389"/>
            </a:xfrm>
            <a:custGeom>
              <a:avLst/>
              <a:gdLst/>
              <a:ahLst/>
              <a:cxnLst/>
              <a:rect r="r" b="b" t="t" l="l"/>
              <a:pathLst>
                <a:path h="233389" w="251251">
                  <a:moveTo>
                    <a:pt x="243872" y="3442"/>
                  </a:moveTo>
                  <a:cubicBezTo>
                    <a:pt x="251873" y="9284"/>
                    <a:pt x="253651" y="20460"/>
                    <a:pt x="247809" y="28461"/>
                  </a:cubicBezTo>
                  <a:lnTo>
                    <a:pt x="104172" y="225946"/>
                  </a:lnTo>
                  <a:cubicBezTo>
                    <a:pt x="101124" y="230264"/>
                    <a:pt x="96298" y="232804"/>
                    <a:pt x="91091" y="233312"/>
                  </a:cubicBezTo>
                  <a:cubicBezTo>
                    <a:pt x="85884" y="233820"/>
                    <a:pt x="80677" y="231788"/>
                    <a:pt x="76994" y="228105"/>
                  </a:cubicBezTo>
                  <a:lnTo>
                    <a:pt x="5239" y="156350"/>
                  </a:lnTo>
                  <a:cubicBezTo>
                    <a:pt x="-1746" y="149365"/>
                    <a:pt x="-1746" y="137935"/>
                    <a:pt x="5239" y="130950"/>
                  </a:cubicBezTo>
                  <a:cubicBezTo>
                    <a:pt x="12224" y="123965"/>
                    <a:pt x="23654" y="123965"/>
                    <a:pt x="30639" y="130950"/>
                  </a:cubicBezTo>
                  <a:lnTo>
                    <a:pt x="87535" y="187846"/>
                  </a:lnTo>
                  <a:lnTo>
                    <a:pt x="218853" y="7379"/>
                  </a:lnTo>
                  <a:cubicBezTo>
                    <a:pt x="224695" y="-622"/>
                    <a:pt x="235871" y="-2400"/>
                    <a:pt x="243872" y="3442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007222" y="6621423"/>
            <a:ext cx="3428219" cy="489085"/>
            <a:chOff x="0" y="0"/>
            <a:chExt cx="4570959" cy="65211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570960" cy="652109"/>
            </a:xfrm>
            <a:custGeom>
              <a:avLst/>
              <a:gdLst/>
              <a:ahLst/>
              <a:cxnLst/>
              <a:rect r="r" b="b" t="t" l="l"/>
              <a:pathLst>
                <a:path h="652109" w="4570960">
                  <a:moveTo>
                    <a:pt x="0" y="0"/>
                  </a:moveTo>
                  <a:lnTo>
                    <a:pt x="4570960" y="0"/>
                  </a:lnTo>
                  <a:lnTo>
                    <a:pt x="4570960" y="652109"/>
                  </a:lnTo>
                  <a:lnTo>
                    <a:pt x="0" y="6521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31" r="0" b="-75129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66675"/>
              <a:ext cx="4570959" cy="7187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Yêu cầu của website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670552" y="7272109"/>
            <a:ext cx="188538" cy="215475"/>
            <a:chOff x="0" y="0"/>
            <a:chExt cx="251384" cy="28729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95" y="35928"/>
              <a:ext cx="251251" cy="233389"/>
            </a:xfrm>
            <a:custGeom>
              <a:avLst/>
              <a:gdLst/>
              <a:ahLst/>
              <a:cxnLst/>
              <a:rect r="r" b="b" t="t" l="l"/>
              <a:pathLst>
                <a:path h="233389" w="251251">
                  <a:moveTo>
                    <a:pt x="243872" y="3442"/>
                  </a:moveTo>
                  <a:cubicBezTo>
                    <a:pt x="251873" y="9284"/>
                    <a:pt x="253651" y="20460"/>
                    <a:pt x="247809" y="28461"/>
                  </a:cubicBezTo>
                  <a:lnTo>
                    <a:pt x="104172" y="225946"/>
                  </a:lnTo>
                  <a:cubicBezTo>
                    <a:pt x="101124" y="230264"/>
                    <a:pt x="96298" y="232804"/>
                    <a:pt x="91091" y="233312"/>
                  </a:cubicBezTo>
                  <a:cubicBezTo>
                    <a:pt x="85884" y="233820"/>
                    <a:pt x="80677" y="231788"/>
                    <a:pt x="76994" y="228105"/>
                  </a:cubicBezTo>
                  <a:lnTo>
                    <a:pt x="5239" y="156350"/>
                  </a:lnTo>
                  <a:cubicBezTo>
                    <a:pt x="-1746" y="149365"/>
                    <a:pt x="-1746" y="137935"/>
                    <a:pt x="5239" y="130950"/>
                  </a:cubicBezTo>
                  <a:cubicBezTo>
                    <a:pt x="12224" y="123965"/>
                    <a:pt x="23654" y="123965"/>
                    <a:pt x="30639" y="130950"/>
                  </a:cubicBezTo>
                  <a:lnTo>
                    <a:pt x="87535" y="187846"/>
                  </a:lnTo>
                  <a:lnTo>
                    <a:pt x="218853" y="7379"/>
                  </a:lnTo>
                  <a:cubicBezTo>
                    <a:pt x="224695" y="-622"/>
                    <a:pt x="235871" y="-2400"/>
                    <a:pt x="243872" y="3442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988086" y="7083566"/>
            <a:ext cx="3552911" cy="511740"/>
            <a:chOff x="0" y="0"/>
            <a:chExt cx="4737214" cy="6823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737214" cy="682317"/>
            </a:xfrm>
            <a:custGeom>
              <a:avLst/>
              <a:gdLst/>
              <a:ahLst/>
              <a:cxnLst/>
              <a:rect r="r" b="b" t="t" l="l"/>
              <a:pathLst>
                <a:path h="682317" w="4737214">
                  <a:moveTo>
                    <a:pt x="0" y="0"/>
                  </a:moveTo>
                  <a:lnTo>
                    <a:pt x="4737214" y="0"/>
                  </a:lnTo>
                  <a:lnTo>
                    <a:pt x="4737214" y="682317"/>
                  </a:lnTo>
                  <a:lnTo>
                    <a:pt x="0" y="682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65" r="0" b="-6159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4737214" cy="748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Nguyên tắc lựa chọn chủ đề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670552" y="7703048"/>
            <a:ext cx="188538" cy="215475"/>
            <a:chOff x="0" y="0"/>
            <a:chExt cx="251384" cy="28729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95" y="35928"/>
              <a:ext cx="251251" cy="233389"/>
            </a:xfrm>
            <a:custGeom>
              <a:avLst/>
              <a:gdLst/>
              <a:ahLst/>
              <a:cxnLst/>
              <a:rect r="r" b="b" t="t" l="l"/>
              <a:pathLst>
                <a:path h="233389" w="251251">
                  <a:moveTo>
                    <a:pt x="243872" y="3442"/>
                  </a:moveTo>
                  <a:cubicBezTo>
                    <a:pt x="251873" y="9284"/>
                    <a:pt x="253651" y="20460"/>
                    <a:pt x="247809" y="28461"/>
                  </a:cubicBezTo>
                  <a:lnTo>
                    <a:pt x="104172" y="225946"/>
                  </a:lnTo>
                  <a:cubicBezTo>
                    <a:pt x="101124" y="230264"/>
                    <a:pt x="96298" y="232804"/>
                    <a:pt x="91091" y="233312"/>
                  </a:cubicBezTo>
                  <a:cubicBezTo>
                    <a:pt x="85884" y="233820"/>
                    <a:pt x="80677" y="231788"/>
                    <a:pt x="76994" y="228105"/>
                  </a:cubicBezTo>
                  <a:lnTo>
                    <a:pt x="5239" y="156350"/>
                  </a:lnTo>
                  <a:cubicBezTo>
                    <a:pt x="-1746" y="149365"/>
                    <a:pt x="-1746" y="137935"/>
                    <a:pt x="5239" y="130950"/>
                  </a:cubicBezTo>
                  <a:cubicBezTo>
                    <a:pt x="12224" y="123965"/>
                    <a:pt x="23654" y="123965"/>
                    <a:pt x="30639" y="130950"/>
                  </a:cubicBezTo>
                  <a:lnTo>
                    <a:pt x="87535" y="187846"/>
                  </a:lnTo>
                  <a:lnTo>
                    <a:pt x="218853" y="7379"/>
                  </a:lnTo>
                  <a:cubicBezTo>
                    <a:pt x="224695" y="-622"/>
                    <a:pt x="235871" y="-2400"/>
                    <a:pt x="243872" y="3442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007222" y="7510558"/>
            <a:ext cx="2491369" cy="485794"/>
            <a:chOff x="0" y="0"/>
            <a:chExt cx="3321825" cy="64772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321824" cy="647729"/>
            </a:xfrm>
            <a:custGeom>
              <a:avLst/>
              <a:gdLst/>
              <a:ahLst/>
              <a:cxnLst/>
              <a:rect r="r" b="b" t="t" l="l"/>
              <a:pathLst>
                <a:path h="647729" w="3321824">
                  <a:moveTo>
                    <a:pt x="0" y="0"/>
                  </a:moveTo>
                  <a:lnTo>
                    <a:pt x="3321824" y="0"/>
                  </a:lnTo>
                  <a:lnTo>
                    <a:pt x="3321824" y="647729"/>
                  </a:lnTo>
                  <a:lnTo>
                    <a:pt x="0" y="647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78" r="0" b="-2487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66675"/>
              <a:ext cx="3321825" cy="7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Cấu trúc website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670552" y="8133988"/>
            <a:ext cx="188538" cy="215475"/>
            <a:chOff x="0" y="0"/>
            <a:chExt cx="251384" cy="28729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95" y="35928"/>
              <a:ext cx="251251" cy="233389"/>
            </a:xfrm>
            <a:custGeom>
              <a:avLst/>
              <a:gdLst/>
              <a:ahLst/>
              <a:cxnLst/>
              <a:rect r="r" b="b" t="t" l="l"/>
              <a:pathLst>
                <a:path h="233389" w="251251">
                  <a:moveTo>
                    <a:pt x="243872" y="3442"/>
                  </a:moveTo>
                  <a:cubicBezTo>
                    <a:pt x="251873" y="9284"/>
                    <a:pt x="253651" y="20460"/>
                    <a:pt x="247809" y="28461"/>
                  </a:cubicBezTo>
                  <a:lnTo>
                    <a:pt x="104172" y="225946"/>
                  </a:lnTo>
                  <a:cubicBezTo>
                    <a:pt x="101124" y="230264"/>
                    <a:pt x="96298" y="232804"/>
                    <a:pt x="91091" y="233312"/>
                  </a:cubicBezTo>
                  <a:cubicBezTo>
                    <a:pt x="85884" y="233820"/>
                    <a:pt x="80677" y="231788"/>
                    <a:pt x="76994" y="228105"/>
                  </a:cubicBezTo>
                  <a:lnTo>
                    <a:pt x="5239" y="156350"/>
                  </a:lnTo>
                  <a:cubicBezTo>
                    <a:pt x="-1746" y="149365"/>
                    <a:pt x="-1746" y="137935"/>
                    <a:pt x="5239" y="130950"/>
                  </a:cubicBezTo>
                  <a:cubicBezTo>
                    <a:pt x="12224" y="123965"/>
                    <a:pt x="23654" y="123965"/>
                    <a:pt x="30639" y="130950"/>
                  </a:cubicBezTo>
                  <a:lnTo>
                    <a:pt x="87535" y="187846"/>
                  </a:lnTo>
                  <a:lnTo>
                    <a:pt x="218853" y="7379"/>
                  </a:lnTo>
                  <a:cubicBezTo>
                    <a:pt x="224695" y="-622"/>
                    <a:pt x="235871" y="-2400"/>
                    <a:pt x="243872" y="3442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007222" y="7918516"/>
            <a:ext cx="3069736" cy="538682"/>
            <a:chOff x="0" y="0"/>
            <a:chExt cx="4092981" cy="71824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092978" cy="718244"/>
            </a:xfrm>
            <a:custGeom>
              <a:avLst/>
              <a:gdLst/>
              <a:ahLst/>
              <a:cxnLst/>
              <a:rect r="r" b="b" t="t" l="l"/>
              <a:pathLst>
                <a:path h="718244" w="4092978">
                  <a:moveTo>
                    <a:pt x="0" y="0"/>
                  </a:moveTo>
                  <a:lnTo>
                    <a:pt x="4092978" y="0"/>
                  </a:lnTo>
                  <a:lnTo>
                    <a:pt x="4092978" y="718244"/>
                  </a:lnTo>
                  <a:lnTo>
                    <a:pt x="0" y="7182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194" r="0" b="-3588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66675"/>
              <a:ext cx="4092981" cy="784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Các thành phần website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38677" y="9480671"/>
            <a:ext cx="17210646" cy="808015"/>
            <a:chOff x="0" y="0"/>
            <a:chExt cx="22947528" cy="107735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2947630" cy="1077468"/>
            </a:xfrm>
            <a:custGeom>
              <a:avLst/>
              <a:gdLst/>
              <a:ahLst/>
              <a:cxnLst/>
              <a:rect r="r" b="b" t="t" l="l"/>
              <a:pathLst>
                <a:path h="1077468" w="22947630">
                  <a:moveTo>
                    <a:pt x="215519" y="0"/>
                  </a:moveTo>
                  <a:lnTo>
                    <a:pt x="22732112" y="0"/>
                  </a:lnTo>
                  <a:cubicBezTo>
                    <a:pt x="22851111" y="0"/>
                    <a:pt x="22947630" y="96520"/>
                    <a:pt x="22947630" y="215519"/>
                  </a:cubicBezTo>
                  <a:lnTo>
                    <a:pt x="22947630" y="861949"/>
                  </a:lnTo>
                  <a:cubicBezTo>
                    <a:pt x="22947630" y="980948"/>
                    <a:pt x="22851111" y="1077468"/>
                    <a:pt x="22732112" y="1077468"/>
                  </a:cubicBezTo>
                  <a:lnTo>
                    <a:pt x="215519" y="1077468"/>
                  </a:lnTo>
                  <a:cubicBezTo>
                    <a:pt x="96520" y="1077341"/>
                    <a:pt x="0" y="980821"/>
                    <a:pt x="0" y="861822"/>
                  </a:cubicBezTo>
                  <a:lnTo>
                    <a:pt x="0" y="215519"/>
                  </a:lnTo>
                  <a:cubicBezTo>
                    <a:pt x="0" y="96520"/>
                    <a:pt x="96520" y="0"/>
                    <a:pt x="2155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100000"/>
                  </a:srgbClr>
                </a:gs>
                <a:gs pos="100000">
                  <a:srgbClr val="7209B7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107" id="107"/>
          <p:cNvSpPr/>
          <p:nvPr/>
        </p:nvSpPr>
        <p:spPr>
          <a:xfrm flipH="false" flipV="false" rot="0">
            <a:off x="6746396" y="9782337"/>
            <a:ext cx="272701" cy="242402"/>
          </a:xfrm>
          <a:custGeom>
            <a:avLst/>
            <a:gdLst/>
            <a:ahLst/>
            <a:cxnLst/>
            <a:rect r="r" b="b" t="t" l="l"/>
            <a:pathLst>
              <a:path h="242402" w="272701">
                <a:moveTo>
                  <a:pt x="0" y="0"/>
                </a:moveTo>
                <a:lnTo>
                  <a:pt x="272700" y="0"/>
                </a:lnTo>
                <a:lnTo>
                  <a:pt x="272700" y="242402"/>
                </a:lnTo>
                <a:lnTo>
                  <a:pt x="0" y="24240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8" id="108"/>
          <p:cNvGrpSpPr/>
          <p:nvPr/>
        </p:nvGrpSpPr>
        <p:grpSpPr>
          <a:xfrm rot="0">
            <a:off x="6275365" y="9611978"/>
            <a:ext cx="7160076" cy="545402"/>
            <a:chOff x="0" y="0"/>
            <a:chExt cx="9546768" cy="72720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546762" cy="727203"/>
            </a:xfrm>
            <a:custGeom>
              <a:avLst/>
              <a:gdLst/>
              <a:ahLst/>
              <a:cxnLst/>
              <a:rect r="r" b="b" t="t" l="l"/>
              <a:pathLst>
                <a:path h="727203" w="9546762">
                  <a:moveTo>
                    <a:pt x="0" y="0"/>
                  </a:moveTo>
                  <a:lnTo>
                    <a:pt x="9546762" y="0"/>
                  </a:lnTo>
                  <a:lnTo>
                    <a:pt x="9546762" y="727203"/>
                  </a:lnTo>
                  <a:lnTo>
                    <a:pt x="0" y="7272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158" r="0" b="-184442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04775"/>
              <a:ext cx="9546768" cy="831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12"/>
                </a:lnSpc>
              </a:pPr>
              <a:r>
                <a:rPr lang="en-US" b="true" sz="2700" spc="-16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Đội nào nhiều điểm hơn sẽ thắng cuộc!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209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images.stockcake.com/23288bfe571b6ef95081584dc87ad92bc0b6652b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0" t="-38888" r="0" b="-388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209B7">
                    <a:alpha val="95000"/>
                  </a:srgbClr>
                </a:gs>
                <a:gs pos="50000">
                  <a:srgbClr val="F72585">
                    <a:alpha val="90000"/>
                  </a:srgbClr>
                </a:gs>
                <a:gs pos="100000">
                  <a:srgbClr val="4361EE">
                    <a:alpha val="85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3422714"/>
            <a:ext cx="17573625" cy="1635061"/>
            <a:chOff x="0" y="0"/>
            <a:chExt cx="23431500" cy="21800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31500" cy="2180082"/>
            </a:xfrm>
            <a:custGeom>
              <a:avLst/>
              <a:gdLst/>
              <a:ahLst/>
              <a:cxnLst/>
              <a:rect r="r" b="b" t="t" l="l"/>
              <a:pathLst>
                <a:path h="2180082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2180082"/>
                  </a:lnTo>
                  <a:lnTo>
                    <a:pt x="0" y="21800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6656" r="0" b="-14219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3431500" cy="21896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b="true" sz="8100" spc="-49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VẬN DỤNG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43873" y="5400675"/>
            <a:ext cx="12828880" cy="557212"/>
            <a:chOff x="0" y="0"/>
            <a:chExt cx="17105173" cy="7429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105168" cy="742950"/>
            </a:xfrm>
            <a:custGeom>
              <a:avLst/>
              <a:gdLst/>
              <a:ahLst/>
              <a:cxnLst/>
              <a:rect r="r" b="b" t="t" l="l"/>
              <a:pathLst>
                <a:path h="742950" w="17105168">
                  <a:moveTo>
                    <a:pt x="0" y="0"/>
                  </a:moveTo>
                  <a:lnTo>
                    <a:pt x="17105168" y="0"/>
                  </a:lnTo>
                  <a:lnTo>
                    <a:pt x="17105168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610" r="0" b="-3986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17105173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48"/>
                </a:lnSpc>
              </a:pPr>
              <a:r>
                <a:rPr lang="en-US" sz="3600" spc="-21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Hoàn thiện ý tưởng website - Đặt tên, viết slogan, trình bày ý tưởng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3000375" cy="457200"/>
            <a:chOff x="0" y="0"/>
            <a:chExt cx="40005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005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0">
                  <a:moveTo>
                    <a:pt x="304800" y="0"/>
                  </a:moveTo>
                  <a:lnTo>
                    <a:pt x="3695700" y="0"/>
                  </a:lnTo>
                  <a:cubicBezTo>
                    <a:pt x="3863975" y="0"/>
                    <a:pt x="4000500" y="136525"/>
                    <a:pt x="4000500" y="304800"/>
                  </a:cubicBezTo>
                  <a:cubicBezTo>
                    <a:pt x="4000500" y="473075"/>
                    <a:pt x="3863975" y="609600"/>
                    <a:pt x="369570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7209B7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571500"/>
            <a:ext cx="3100388" cy="457200"/>
            <a:chOff x="0" y="0"/>
            <a:chExt cx="413385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33850" cy="609600"/>
            </a:xfrm>
            <a:custGeom>
              <a:avLst/>
              <a:gdLst/>
              <a:ahLst/>
              <a:cxnLst/>
              <a:rect r="r" b="b" t="t" l="l"/>
              <a:pathLst>
                <a:path h="609600" w="4133850">
                  <a:moveTo>
                    <a:pt x="0" y="0"/>
                  </a:moveTo>
                  <a:lnTo>
                    <a:pt x="4133850" y="0"/>
                  </a:lnTo>
                  <a:lnTo>
                    <a:pt x="41338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132" r="0" b="-8213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3385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b="true" sz="1800" spc="-10">
                  <a:solidFill>
                    <a:srgbClr val="7209B7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HOẠT ĐỘNG 4: VẬN DỤNG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00150"/>
            <a:ext cx="17402175" cy="571500"/>
            <a:chOff x="0" y="0"/>
            <a:chExt cx="23202900" cy="76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232029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4800" spc="-29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Nhiệm vụ vận dụng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400300"/>
            <a:ext cx="800100" cy="800100"/>
            <a:chOff x="0" y="0"/>
            <a:chExt cx="1066800" cy="1066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7262" y="3486150"/>
            <a:ext cx="200025" cy="228600"/>
            <a:chOff x="0" y="0"/>
            <a:chExt cx="266700" cy="304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7262" y="3943350"/>
            <a:ext cx="200025" cy="228600"/>
            <a:chOff x="0" y="0"/>
            <a:chExt cx="266700" cy="304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42975" y="5829300"/>
            <a:ext cx="57150" cy="1414462"/>
            <a:chOff x="0" y="0"/>
            <a:chExt cx="76200" cy="18859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76200">
                  <a:moveTo>
                    <a:pt x="76200" y="0"/>
                  </a:moveTo>
                  <a:lnTo>
                    <a:pt x="76200" y="1885950"/>
                  </a:lnTo>
                  <a:cubicBezTo>
                    <a:pt x="34163" y="1885950"/>
                    <a:pt x="0" y="1851787"/>
                    <a:pt x="0" y="18097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0088" y="2943225"/>
            <a:ext cx="8401050" cy="4857750"/>
            <a:chOff x="0" y="0"/>
            <a:chExt cx="11201400" cy="647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01400" cy="6477000"/>
            </a:xfrm>
            <a:custGeom>
              <a:avLst/>
              <a:gdLst/>
              <a:ahLst/>
              <a:cxnLst/>
              <a:rect r="r" b="b" t="t" l="l"/>
              <a:pathLst>
                <a:path h="6477000" w="11201400">
                  <a:moveTo>
                    <a:pt x="304800" y="0"/>
                  </a:moveTo>
                  <a:lnTo>
                    <a:pt x="10896600" y="0"/>
                  </a:lnTo>
                  <a:cubicBezTo>
                    <a:pt x="11065002" y="0"/>
                    <a:pt x="11201400" y="136525"/>
                    <a:pt x="11201400" y="304800"/>
                  </a:cubicBezTo>
                  <a:lnTo>
                    <a:pt x="11201400" y="6172200"/>
                  </a:lnTo>
                  <a:cubicBezTo>
                    <a:pt x="11201400" y="6340602"/>
                    <a:pt x="11064875" y="6477000"/>
                    <a:pt x="10896600" y="6477000"/>
                  </a:cubicBezTo>
                  <a:lnTo>
                    <a:pt x="304800" y="6477000"/>
                  </a:lnTo>
                  <a:cubicBezTo>
                    <a:pt x="136398" y="6477000"/>
                    <a:pt x="0" y="6340475"/>
                    <a:pt x="0" y="6172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114425" y="3343275"/>
            <a:ext cx="214312" cy="285750"/>
          </a:xfrm>
          <a:custGeom>
            <a:avLst/>
            <a:gdLst/>
            <a:ahLst/>
            <a:cxnLst/>
            <a:rect r="r" b="b" t="t" l="l"/>
            <a:pathLst>
              <a:path h="285750" w="214312">
                <a:moveTo>
                  <a:pt x="0" y="0"/>
                </a:moveTo>
                <a:lnTo>
                  <a:pt x="214313" y="0"/>
                </a:lnTo>
                <a:lnTo>
                  <a:pt x="214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400175" y="3286125"/>
            <a:ext cx="7500938" cy="400050"/>
            <a:chOff x="0" y="0"/>
            <a:chExt cx="10001250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01250" cy="533400"/>
            </a:xfrm>
            <a:custGeom>
              <a:avLst/>
              <a:gdLst/>
              <a:ahLst/>
              <a:cxnLst/>
              <a:rect r="r" b="b" t="t" l="l"/>
              <a:pathLst>
                <a:path h="533400" w="10001250">
                  <a:moveTo>
                    <a:pt x="0" y="0"/>
                  </a:moveTo>
                  <a:lnTo>
                    <a:pt x="10001250" y="0"/>
                  </a:lnTo>
                  <a:lnTo>
                    <a:pt x="100012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00012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b="true" sz="2700" spc="-16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Tình huống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1562" y="3914775"/>
            <a:ext cx="7686675" cy="1414462"/>
            <a:chOff x="0" y="0"/>
            <a:chExt cx="10248900" cy="1885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89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10248900">
                  <a:moveTo>
                    <a:pt x="76200" y="0"/>
                  </a:moveTo>
                  <a:lnTo>
                    <a:pt x="10020300" y="0"/>
                  </a:lnTo>
                  <a:cubicBezTo>
                    <a:pt x="10146411" y="0"/>
                    <a:pt x="10248900" y="102489"/>
                    <a:pt x="10248900" y="228600"/>
                  </a:cubicBezTo>
                  <a:lnTo>
                    <a:pt x="10248900" y="1657350"/>
                  </a:lnTo>
                  <a:cubicBezTo>
                    <a:pt x="10248900" y="1783461"/>
                    <a:pt x="10146411" y="1885950"/>
                    <a:pt x="10020300" y="1885950"/>
                  </a:cubicBezTo>
                  <a:lnTo>
                    <a:pt x="76200" y="1885950"/>
                  </a:lnTo>
                  <a:cubicBezTo>
                    <a:pt x="34163" y="1885950"/>
                    <a:pt x="0" y="1851787"/>
                    <a:pt x="0" y="18097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85888" y="4200525"/>
            <a:ext cx="7215188" cy="842962"/>
            <a:chOff x="0" y="0"/>
            <a:chExt cx="9620250" cy="11239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202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9620250">
                  <a:moveTo>
                    <a:pt x="0" y="0"/>
                  </a:moveTo>
                  <a:lnTo>
                    <a:pt x="9620250" y="0"/>
                  </a:lnTo>
                  <a:lnTo>
                    <a:pt x="9620250" y="1123950"/>
                  </a:lnTo>
                  <a:lnTo>
                    <a:pt x="0" y="1123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78" r="0" b="-11677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962025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Dựa vào </a:t>
              </a:r>
              <a:r>
                <a:rPr lang="en-US" b="true" sz="2400" spc="-14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chủ đề đã chọn</a:t>
              </a: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, hãy hoàn thành các yêu cầu sau để hoàn thiện ý tưởng website của nhóm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15450" y="2057400"/>
            <a:ext cx="8401050" cy="7658100"/>
            <a:chOff x="0" y="0"/>
            <a:chExt cx="11201400" cy="1021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201400" cy="10210800"/>
            </a:xfrm>
            <a:custGeom>
              <a:avLst/>
              <a:gdLst/>
              <a:ahLst/>
              <a:cxnLst/>
              <a:rect r="r" b="b" t="t" l="l"/>
              <a:pathLst>
                <a:path h="10210800" w="11201400">
                  <a:moveTo>
                    <a:pt x="304800" y="0"/>
                  </a:moveTo>
                  <a:lnTo>
                    <a:pt x="10896600" y="0"/>
                  </a:lnTo>
                  <a:cubicBezTo>
                    <a:pt x="11064875" y="0"/>
                    <a:pt x="11201400" y="136398"/>
                    <a:pt x="11201400" y="304800"/>
                  </a:cubicBezTo>
                  <a:lnTo>
                    <a:pt x="11201400" y="9906000"/>
                  </a:lnTo>
                  <a:cubicBezTo>
                    <a:pt x="11201400" y="10074275"/>
                    <a:pt x="11065002" y="10210800"/>
                    <a:pt x="10896600" y="10210800"/>
                  </a:cubicBezTo>
                  <a:lnTo>
                    <a:pt x="304800" y="10210800"/>
                  </a:lnTo>
                  <a:cubicBezTo>
                    <a:pt x="136525" y="10210800"/>
                    <a:pt x="0" y="10074402"/>
                    <a:pt x="0" y="9906000"/>
                  </a:cubicBezTo>
                  <a:lnTo>
                    <a:pt x="0" y="304800"/>
                  </a:lnTo>
                  <a:cubicBezTo>
                    <a:pt x="0" y="136398"/>
                    <a:pt x="136398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9694069" y="245745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0015538" y="2400300"/>
            <a:ext cx="7500938" cy="400050"/>
            <a:chOff x="0" y="0"/>
            <a:chExt cx="10001250" cy="533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01250" cy="533400"/>
            </a:xfrm>
            <a:custGeom>
              <a:avLst/>
              <a:gdLst/>
              <a:ahLst/>
              <a:cxnLst/>
              <a:rect r="r" b="b" t="t" l="l"/>
              <a:pathLst>
                <a:path h="533400" w="10001250">
                  <a:moveTo>
                    <a:pt x="0" y="0"/>
                  </a:moveTo>
                  <a:lnTo>
                    <a:pt x="10001250" y="0"/>
                  </a:lnTo>
                  <a:lnTo>
                    <a:pt x="100012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100012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b="true" sz="2700" spc="-16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3 Yêu cầu cần hoàn thành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86925" y="3086100"/>
            <a:ext cx="7686675" cy="1428750"/>
            <a:chOff x="0" y="0"/>
            <a:chExt cx="10248900" cy="1905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89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0248900">
                  <a:moveTo>
                    <a:pt x="76200" y="0"/>
                  </a:moveTo>
                  <a:lnTo>
                    <a:pt x="10020300" y="0"/>
                  </a:lnTo>
                  <a:cubicBezTo>
                    <a:pt x="10146411" y="0"/>
                    <a:pt x="10248900" y="102489"/>
                    <a:pt x="10248900" y="228600"/>
                  </a:cubicBezTo>
                  <a:lnTo>
                    <a:pt x="10248900" y="1676400"/>
                  </a:lnTo>
                  <a:cubicBezTo>
                    <a:pt x="10248900" y="1802511"/>
                    <a:pt x="10146411" y="1905000"/>
                    <a:pt x="10020300" y="1905000"/>
                  </a:cubicBezTo>
                  <a:lnTo>
                    <a:pt x="76200" y="1905000"/>
                  </a:lnTo>
                  <a:cubicBezTo>
                    <a:pt x="34163" y="1905000"/>
                    <a:pt x="0" y="1870837"/>
                    <a:pt x="0" y="1828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686925" y="3086100"/>
            <a:ext cx="57150" cy="1428750"/>
            <a:chOff x="0" y="0"/>
            <a:chExt cx="76200" cy="1905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76200" y="0"/>
                  </a:moveTo>
                  <a:lnTo>
                    <a:pt x="76200" y="1905000"/>
                  </a:lnTo>
                  <a:cubicBezTo>
                    <a:pt x="34163" y="1905000"/>
                    <a:pt x="0" y="1870837"/>
                    <a:pt x="0" y="1828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001250" y="3371850"/>
            <a:ext cx="685800" cy="685800"/>
            <a:chOff x="0" y="0"/>
            <a:chExt cx="91440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929812" y="3371850"/>
            <a:ext cx="828675" cy="685800"/>
            <a:chOff x="0" y="0"/>
            <a:chExt cx="11049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4900" cy="914400"/>
            </a:xfrm>
            <a:custGeom>
              <a:avLst/>
              <a:gdLst/>
              <a:ahLst/>
              <a:cxnLst/>
              <a:rect r="r" b="b" t="t" l="l"/>
              <a:pathLst>
                <a:path h="914400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182" t="0" r="-561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1049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87"/>
                </a:lnSpc>
              </a:pPr>
              <a:r>
                <a:rPr lang="en-US" b="true" sz="2700" spc="-16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15650" y="3371850"/>
            <a:ext cx="3886200" cy="400050"/>
            <a:chOff x="0" y="0"/>
            <a:chExt cx="5181600" cy="533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81600" cy="533400"/>
            </a:xfrm>
            <a:custGeom>
              <a:avLst/>
              <a:gdLst/>
              <a:ahLst/>
              <a:cxnLst/>
              <a:rect r="r" b="b" t="t" l="l"/>
              <a:pathLst>
                <a:path h="533400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51816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b="true" sz="2400" spc="-14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Đặt tên website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15650" y="3886200"/>
            <a:ext cx="4753842" cy="400050"/>
            <a:chOff x="0" y="0"/>
            <a:chExt cx="6338456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38454" cy="533400"/>
            </a:xfrm>
            <a:custGeom>
              <a:avLst/>
              <a:gdLst/>
              <a:ahLst/>
              <a:cxnLst/>
              <a:rect r="r" b="b" t="t" l="l"/>
              <a:pathLst>
                <a:path h="533400" w="6338454">
                  <a:moveTo>
                    <a:pt x="0" y="0"/>
                  </a:moveTo>
                  <a:lnTo>
                    <a:pt x="6338454" y="0"/>
                  </a:lnTo>
                  <a:lnTo>
                    <a:pt x="6338454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543" r="0" b="-18154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0"/>
              <a:ext cx="6338456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Ngắn gọn, dễ nhớ, phản ánh chủ đề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86925" y="4743450"/>
            <a:ext cx="7686675" cy="1428750"/>
            <a:chOff x="0" y="0"/>
            <a:chExt cx="10248900" cy="1905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89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0248900">
                  <a:moveTo>
                    <a:pt x="76200" y="0"/>
                  </a:moveTo>
                  <a:lnTo>
                    <a:pt x="10020300" y="0"/>
                  </a:lnTo>
                  <a:cubicBezTo>
                    <a:pt x="10146411" y="0"/>
                    <a:pt x="10248900" y="102489"/>
                    <a:pt x="10248900" y="228600"/>
                  </a:cubicBezTo>
                  <a:lnTo>
                    <a:pt x="10248900" y="1676400"/>
                  </a:lnTo>
                  <a:cubicBezTo>
                    <a:pt x="10248900" y="1802511"/>
                    <a:pt x="10146411" y="1905000"/>
                    <a:pt x="10020300" y="1905000"/>
                  </a:cubicBezTo>
                  <a:lnTo>
                    <a:pt x="76200" y="1905000"/>
                  </a:lnTo>
                  <a:cubicBezTo>
                    <a:pt x="34163" y="1905000"/>
                    <a:pt x="0" y="1870837"/>
                    <a:pt x="0" y="1828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686925" y="4743450"/>
            <a:ext cx="57150" cy="1428750"/>
            <a:chOff x="0" y="0"/>
            <a:chExt cx="76200" cy="1905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76200" y="0"/>
                  </a:moveTo>
                  <a:lnTo>
                    <a:pt x="76200" y="1905000"/>
                  </a:lnTo>
                  <a:cubicBezTo>
                    <a:pt x="34163" y="1905000"/>
                    <a:pt x="0" y="1870837"/>
                    <a:pt x="0" y="1828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001250" y="5029200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929812" y="5029200"/>
            <a:ext cx="828675" cy="685800"/>
            <a:chOff x="0" y="0"/>
            <a:chExt cx="110490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04900" cy="914400"/>
            </a:xfrm>
            <a:custGeom>
              <a:avLst/>
              <a:gdLst/>
              <a:ahLst/>
              <a:cxnLst/>
              <a:rect r="r" b="b" t="t" l="l"/>
              <a:pathLst>
                <a:path h="914400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182" t="0" r="-5618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1049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87"/>
                </a:lnSpc>
              </a:pPr>
              <a:r>
                <a:rPr lang="en-US" b="true" sz="2700" spc="-16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915650" y="5029200"/>
            <a:ext cx="3671888" cy="400050"/>
            <a:chOff x="0" y="0"/>
            <a:chExt cx="4895850" cy="533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895850" cy="533400"/>
            </a:xfrm>
            <a:custGeom>
              <a:avLst/>
              <a:gdLst/>
              <a:ahLst/>
              <a:cxnLst/>
              <a:rect r="r" b="b" t="t" l="l"/>
              <a:pathLst>
                <a:path h="533400" w="4895850">
                  <a:moveTo>
                    <a:pt x="0" y="0"/>
                  </a:moveTo>
                  <a:lnTo>
                    <a:pt x="4895850" y="0"/>
                  </a:lnTo>
                  <a:lnTo>
                    <a:pt x="4895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844" r="0" b="-12884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0"/>
              <a:ext cx="489585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b="true" sz="2400" spc="-14">
                  <a:solidFill>
                    <a:srgbClr val="7209B7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Viết slogan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15650" y="5543550"/>
            <a:ext cx="4520051" cy="342900"/>
            <a:chOff x="0" y="0"/>
            <a:chExt cx="6026734" cy="457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26728" cy="457200"/>
            </a:xfrm>
            <a:custGeom>
              <a:avLst/>
              <a:gdLst/>
              <a:ahLst/>
              <a:cxnLst/>
              <a:rect r="r" b="b" t="t" l="l"/>
              <a:pathLst>
                <a:path h="457200" w="6026728">
                  <a:moveTo>
                    <a:pt x="0" y="0"/>
                  </a:moveTo>
                  <a:lnTo>
                    <a:pt x="6026728" y="0"/>
                  </a:lnTo>
                  <a:lnTo>
                    <a:pt x="602672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848" r="0" b="-20684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0"/>
              <a:ext cx="6026734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1 câu giới thiệu hấp dẫn, ấn tượng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86925" y="6400800"/>
            <a:ext cx="7686675" cy="1428750"/>
            <a:chOff x="0" y="0"/>
            <a:chExt cx="10248900" cy="1905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489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0248900">
                  <a:moveTo>
                    <a:pt x="76200" y="0"/>
                  </a:moveTo>
                  <a:lnTo>
                    <a:pt x="10020300" y="0"/>
                  </a:lnTo>
                  <a:cubicBezTo>
                    <a:pt x="10146411" y="0"/>
                    <a:pt x="10248900" y="102489"/>
                    <a:pt x="10248900" y="228600"/>
                  </a:cubicBezTo>
                  <a:lnTo>
                    <a:pt x="10248900" y="1676400"/>
                  </a:lnTo>
                  <a:cubicBezTo>
                    <a:pt x="10248900" y="1802511"/>
                    <a:pt x="10146411" y="1905000"/>
                    <a:pt x="10020300" y="1905000"/>
                  </a:cubicBezTo>
                  <a:lnTo>
                    <a:pt x="76200" y="1905000"/>
                  </a:lnTo>
                  <a:cubicBezTo>
                    <a:pt x="34163" y="1905000"/>
                    <a:pt x="0" y="1870837"/>
                    <a:pt x="0" y="1828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86925" y="6400800"/>
            <a:ext cx="57150" cy="1428750"/>
            <a:chOff x="0" y="0"/>
            <a:chExt cx="76200" cy="1905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76200" y="0"/>
                  </a:moveTo>
                  <a:lnTo>
                    <a:pt x="76200" y="1905000"/>
                  </a:lnTo>
                  <a:cubicBezTo>
                    <a:pt x="34163" y="1905000"/>
                    <a:pt x="0" y="1870837"/>
                    <a:pt x="0" y="1828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001250" y="6686550"/>
            <a:ext cx="685800" cy="685800"/>
            <a:chOff x="0" y="0"/>
            <a:chExt cx="91440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929812" y="6686550"/>
            <a:ext cx="828675" cy="685800"/>
            <a:chOff x="0" y="0"/>
            <a:chExt cx="1104900" cy="914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04900" cy="914400"/>
            </a:xfrm>
            <a:custGeom>
              <a:avLst/>
              <a:gdLst/>
              <a:ahLst/>
              <a:cxnLst/>
              <a:rect r="r" b="b" t="t" l="l"/>
              <a:pathLst>
                <a:path h="914400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182" t="0" r="-561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11049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87"/>
                </a:lnSpc>
              </a:pPr>
              <a:r>
                <a:rPr lang="en-US" b="true" sz="2700" spc="-16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915650" y="6686550"/>
            <a:ext cx="3671888" cy="400050"/>
            <a:chOff x="0" y="0"/>
            <a:chExt cx="4895850" cy="533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95850" cy="533400"/>
            </a:xfrm>
            <a:custGeom>
              <a:avLst/>
              <a:gdLst/>
              <a:ahLst/>
              <a:cxnLst/>
              <a:rect r="r" b="b" t="t" l="l"/>
              <a:pathLst>
                <a:path h="533400" w="4895850">
                  <a:moveTo>
                    <a:pt x="0" y="0"/>
                  </a:moveTo>
                  <a:lnTo>
                    <a:pt x="4895850" y="0"/>
                  </a:lnTo>
                  <a:lnTo>
                    <a:pt x="4895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844" r="0" b="-12884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0"/>
              <a:ext cx="489585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b="true" sz="2400" spc="-14">
                  <a:solidFill>
                    <a:srgbClr val="F72585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Trình bày ý tưởng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915650" y="7200900"/>
            <a:ext cx="4753842" cy="342900"/>
            <a:chOff x="0" y="0"/>
            <a:chExt cx="6338456" cy="457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338454" cy="457200"/>
            </a:xfrm>
            <a:custGeom>
              <a:avLst/>
              <a:gdLst/>
              <a:ahLst/>
              <a:cxnLst/>
              <a:rect r="r" b="b" t="t" l="l"/>
              <a:pathLst>
                <a:path h="457200" w="6338454">
                  <a:moveTo>
                    <a:pt x="0" y="0"/>
                  </a:moveTo>
                  <a:lnTo>
                    <a:pt x="6338454" y="0"/>
                  </a:lnTo>
                  <a:lnTo>
                    <a:pt x="633845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133" r="0" b="-22013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0"/>
              <a:ext cx="6338456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Website nói về gì? Có gì hấp dẫn?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58350" y="8058150"/>
            <a:ext cx="7715250" cy="685800"/>
            <a:chOff x="0" y="0"/>
            <a:chExt cx="10287000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87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87000">
                  <a:moveTo>
                    <a:pt x="228600" y="0"/>
                  </a:moveTo>
                  <a:lnTo>
                    <a:pt x="10058400" y="0"/>
                  </a:lnTo>
                  <a:cubicBezTo>
                    <a:pt x="10184511" y="0"/>
                    <a:pt x="10287000" y="102489"/>
                    <a:pt x="10287000" y="228600"/>
                  </a:cubicBezTo>
                  <a:lnTo>
                    <a:pt x="10287000" y="685800"/>
                  </a:lnTo>
                  <a:cubicBezTo>
                    <a:pt x="10287000" y="811911"/>
                    <a:pt x="10184511" y="914400"/>
                    <a:pt x="100584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72585">
                <a:alpha val="784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979819" y="8258175"/>
            <a:ext cx="285750" cy="285750"/>
            <a:chOff x="0" y="0"/>
            <a:chExt cx="381000" cy="381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ubicBezTo>
                    <a:pt x="0" y="85344"/>
                    <a:pt x="85344" y="0"/>
                    <a:pt x="190500" y="0"/>
                  </a:cubicBezTo>
                  <a:close/>
                  <a:moveTo>
                    <a:pt x="172593" y="89281"/>
                  </a:moveTo>
                  <a:lnTo>
                    <a:pt x="172593" y="190500"/>
                  </a:lnTo>
                  <a:cubicBezTo>
                    <a:pt x="172593" y="196469"/>
                    <a:pt x="175514" y="202057"/>
                    <a:pt x="180594" y="205359"/>
                  </a:cubicBezTo>
                  <a:lnTo>
                    <a:pt x="252095" y="252984"/>
                  </a:lnTo>
                  <a:cubicBezTo>
                    <a:pt x="260223" y="258445"/>
                    <a:pt x="271399" y="256286"/>
                    <a:pt x="276860" y="248031"/>
                  </a:cubicBezTo>
                  <a:cubicBezTo>
                    <a:pt x="282321" y="239776"/>
                    <a:pt x="280162" y="228727"/>
                    <a:pt x="271907" y="223266"/>
                  </a:cubicBezTo>
                  <a:lnTo>
                    <a:pt x="208407" y="180975"/>
                  </a:lnTo>
                  <a:lnTo>
                    <a:pt x="208407" y="89281"/>
                  </a:lnTo>
                  <a:cubicBezTo>
                    <a:pt x="208407" y="79375"/>
                    <a:pt x="200406" y="71374"/>
                    <a:pt x="190500" y="71374"/>
                  </a:cubicBezTo>
                  <a:cubicBezTo>
                    <a:pt x="180594" y="71374"/>
                    <a:pt x="172593" y="79375"/>
                    <a:pt x="172593" y="89281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472738" y="8229600"/>
            <a:ext cx="3180912" cy="342900"/>
            <a:chOff x="0" y="0"/>
            <a:chExt cx="4241216" cy="457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241222" cy="457200"/>
            </a:xfrm>
            <a:custGeom>
              <a:avLst/>
              <a:gdLst/>
              <a:ahLst/>
              <a:cxnLst/>
              <a:rect r="r" b="b" t="t" l="l"/>
              <a:pathLst>
                <a:path h="457200" w="4241222">
                  <a:moveTo>
                    <a:pt x="0" y="0"/>
                  </a:moveTo>
                  <a:lnTo>
                    <a:pt x="4241222" y="0"/>
                  </a:lnTo>
                  <a:lnTo>
                    <a:pt x="424122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752" r="0" b="-13075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0"/>
              <a:ext cx="4241216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b="true" sz="2400" spc="-14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Thờì gian: 3 phút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3729038" cy="457200"/>
            <a:chOff x="0" y="0"/>
            <a:chExt cx="497205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972050">
                  <a:moveTo>
                    <a:pt x="304800" y="0"/>
                  </a:moveTo>
                  <a:lnTo>
                    <a:pt x="4667250" y="0"/>
                  </a:lnTo>
                  <a:cubicBezTo>
                    <a:pt x="4835525" y="0"/>
                    <a:pt x="4972050" y="136525"/>
                    <a:pt x="4972050" y="304800"/>
                  </a:cubicBezTo>
                  <a:cubicBezTo>
                    <a:pt x="4972050" y="473075"/>
                    <a:pt x="4835525" y="609600"/>
                    <a:pt x="466725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7209B7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571500"/>
            <a:ext cx="3829050" cy="457200"/>
            <a:chOff x="0" y="0"/>
            <a:chExt cx="51054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05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105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b="true" sz="1800" spc="-10">
                  <a:solidFill>
                    <a:srgbClr val="7209B7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HOẠT ĐỘNG 4: VẬN DỤNG - VÍ DỤ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00150"/>
            <a:ext cx="17402175" cy="571500"/>
            <a:chOff x="0" y="0"/>
            <a:chExt cx="23202900" cy="76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232029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4800" spc="-29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Ví dụ ý tưởng website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1885950"/>
            <a:ext cx="17273588" cy="400050"/>
            <a:chOff x="0" y="0"/>
            <a:chExt cx="2303145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031450" cy="533400"/>
            </a:xfrm>
            <a:custGeom>
              <a:avLst/>
              <a:gdLst/>
              <a:ahLst/>
              <a:cxnLst/>
              <a:rect r="r" b="b" t="t" l="l"/>
              <a:pathLst>
                <a:path h="533400" w="23031450">
                  <a:moveTo>
                    <a:pt x="0" y="0"/>
                  </a:moveTo>
                  <a:lnTo>
                    <a:pt x="23031450" y="0"/>
                  </a:lnTo>
                  <a:lnTo>
                    <a:pt x="230314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1336" r="0" b="-7913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303145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Mẫu tham khảo cho nhóm học sinh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500" y="2571750"/>
            <a:ext cx="17145000" cy="7143750"/>
            <a:chOff x="0" y="0"/>
            <a:chExt cx="22860000" cy="952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6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22860000">
                  <a:moveTo>
                    <a:pt x="304800" y="0"/>
                  </a:moveTo>
                  <a:lnTo>
                    <a:pt x="22555200" y="0"/>
                  </a:lnTo>
                  <a:cubicBezTo>
                    <a:pt x="22723475" y="0"/>
                    <a:pt x="22860000" y="136525"/>
                    <a:pt x="22860000" y="304800"/>
                  </a:cubicBezTo>
                  <a:lnTo>
                    <a:pt x="22860000" y="9220200"/>
                  </a:lnTo>
                  <a:cubicBezTo>
                    <a:pt x="22860000" y="9388475"/>
                    <a:pt x="22723475" y="9525000"/>
                    <a:pt x="22555200" y="9525000"/>
                  </a:cubicBezTo>
                  <a:lnTo>
                    <a:pt x="304800" y="9525000"/>
                  </a:lnTo>
                  <a:cubicBezTo>
                    <a:pt x="136525" y="9525000"/>
                    <a:pt x="0" y="9388475"/>
                    <a:pt x="0" y="9220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2914650"/>
            <a:ext cx="16459200" cy="1028700"/>
            <a:chOff x="0" y="0"/>
            <a:chExt cx="2194560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945600">
                  <a:moveTo>
                    <a:pt x="228600" y="0"/>
                  </a:moveTo>
                  <a:lnTo>
                    <a:pt x="21717000" y="0"/>
                  </a:lnTo>
                  <a:cubicBezTo>
                    <a:pt x="21843112" y="0"/>
                    <a:pt x="21945600" y="102489"/>
                    <a:pt x="21945600" y="228600"/>
                  </a:cubicBezTo>
                  <a:lnTo>
                    <a:pt x="21945600" y="1143000"/>
                  </a:lnTo>
                  <a:cubicBezTo>
                    <a:pt x="21945600" y="1269111"/>
                    <a:pt x="21843112" y="1371600"/>
                    <a:pt x="21717000" y="1371600"/>
                  </a:cubicBezTo>
                  <a:lnTo>
                    <a:pt x="228600" y="1371600"/>
                  </a:lnTo>
                  <a:cubicBezTo>
                    <a:pt x="102489" y="1371600"/>
                    <a:pt x="0" y="1269111"/>
                    <a:pt x="0" y="11430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100000"/>
                  </a:srgbClr>
                </a:gs>
                <a:gs pos="100000">
                  <a:srgbClr val="7209B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14425" y="3200400"/>
            <a:ext cx="16059150" cy="457200"/>
            <a:chOff x="0" y="0"/>
            <a:chExt cx="214122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122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12200">
                  <a:moveTo>
                    <a:pt x="0" y="0"/>
                  </a:moveTo>
                  <a:lnTo>
                    <a:pt x="21412200" y="0"/>
                  </a:lnTo>
                  <a:lnTo>
                    <a:pt x="21412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411" r="0" b="-63441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412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2"/>
                </a:lnSpc>
              </a:pPr>
              <a:r>
                <a:rPr lang="en-US" b="true" sz="3600" spc="-21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10A1 – Nơi lưu giữ thanh xuân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4257504"/>
            <a:ext cx="5300662" cy="2771775"/>
            <a:chOff x="0" y="0"/>
            <a:chExt cx="7067550" cy="3695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67550" cy="3695700"/>
            </a:xfrm>
            <a:custGeom>
              <a:avLst/>
              <a:gdLst/>
              <a:ahLst/>
              <a:cxnLst/>
              <a:rect r="r" b="b" t="t" l="l"/>
              <a:pathLst>
                <a:path h="3695700" w="7067550">
                  <a:moveTo>
                    <a:pt x="76200" y="0"/>
                  </a:moveTo>
                  <a:lnTo>
                    <a:pt x="6991350" y="0"/>
                  </a:lnTo>
                  <a:cubicBezTo>
                    <a:pt x="7033387" y="0"/>
                    <a:pt x="7067550" y="34163"/>
                    <a:pt x="7067550" y="76200"/>
                  </a:cubicBezTo>
                  <a:lnTo>
                    <a:pt x="7067550" y="3467100"/>
                  </a:lnTo>
                  <a:cubicBezTo>
                    <a:pt x="7067550" y="3593338"/>
                    <a:pt x="6965188" y="3695700"/>
                    <a:pt x="6838950" y="3695700"/>
                  </a:cubicBezTo>
                  <a:lnTo>
                    <a:pt x="228600" y="3695700"/>
                  </a:lnTo>
                  <a:cubicBezTo>
                    <a:pt x="102362" y="3695700"/>
                    <a:pt x="0" y="3593338"/>
                    <a:pt x="0" y="3467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4257504"/>
            <a:ext cx="5300662" cy="57150"/>
            <a:chOff x="0" y="0"/>
            <a:chExt cx="7067550" cy="76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67550" cy="76200"/>
            </a:xfrm>
            <a:custGeom>
              <a:avLst/>
              <a:gdLst/>
              <a:ahLst/>
              <a:cxnLst/>
              <a:rect r="r" b="b" t="t" l="l"/>
              <a:pathLst>
                <a:path h="76200" w="7067550">
                  <a:moveTo>
                    <a:pt x="76200" y="0"/>
                  </a:moveTo>
                  <a:lnTo>
                    <a:pt x="6991350" y="0"/>
                  </a:lnTo>
                  <a:cubicBezTo>
                    <a:pt x="7033387" y="0"/>
                    <a:pt x="7067550" y="34163"/>
                    <a:pt x="70675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0150" y="4571829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400175" y="4771854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057400" y="4714704"/>
            <a:ext cx="1671638" cy="400050"/>
            <a:chOff x="0" y="0"/>
            <a:chExt cx="2228850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28850" cy="533400"/>
            </a:xfrm>
            <a:custGeom>
              <a:avLst/>
              <a:gdLst/>
              <a:ahLst/>
              <a:cxnLst/>
              <a:rect r="r" b="b" t="t" l="l"/>
              <a:pathLst>
                <a:path h="533400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22288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b="true" sz="2700" spc="-16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Tên website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59612" y="5886450"/>
            <a:ext cx="4800600" cy="457200"/>
            <a:chOff x="0" y="0"/>
            <a:chExt cx="640080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00800" cy="609600"/>
            </a:xfrm>
            <a:custGeom>
              <a:avLst/>
              <a:gdLst/>
              <a:ahLst/>
              <a:cxnLst/>
              <a:rect r="r" b="b" t="t" l="l"/>
              <a:pathLst>
                <a:path h="6096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400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2"/>
                </a:lnSpc>
              </a:pPr>
              <a:r>
                <a:rPr lang="en-US" b="true" sz="3600" spc="-21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10A1 – Nơi lưu giữ thanh xuân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95993" y="4257504"/>
            <a:ext cx="5300662" cy="2771775"/>
            <a:chOff x="0" y="0"/>
            <a:chExt cx="7067550" cy="3695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67550" cy="3695700"/>
            </a:xfrm>
            <a:custGeom>
              <a:avLst/>
              <a:gdLst/>
              <a:ahLst/>
              <a:cxnLst/>
              <a:rect r="r" b="b" t="t" l="l"/>
              <a:pathLst>
                <a:path h="3695700" w="7067550">
                  <a:moveTo>
                    <a:pt x="76200" y="0"/>
                  </a:moveTo>
                  <a:lnTo>
                    <a:pt x="6991350" y="0"/>
                  </a:lnTo>
                  <a:cubicBezTo>
                    <a:pt x="7033387" y="0"/>
                    <a:pt x="7067550" y="34163"/>
                    <a:pt x="7067550" y="76200"/>
                  </a:cubicBezTo>
                  <a:lnTo>
                    <a:pt x="7067550" y="3467100"/>
                  </a:lnTo>
                  <a:cubicBezTo>
                    <a:pt x="7067550" y="3593338"/>
                    <a:pt x="6965188" y="3695700"/>
                    <a:pt x="6838950" y="3695700"/>
                  </a:cubicBezTo>
                  <a:lnTo>
                    <a:pt x="228600" y="3695700"/>
                  </a:lnTo>
                  <a:cubicBezTo>
                    <a:pt x="102362" y="3695700"/>
                    <a:pt x="0" y="3593338"/>
                    <a:pt x="0" y="3467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95993" y="4257504"/>
            <a:ext cx="5300662" cy="57150"/>
            <a:chOff x="0" y="0"/>
            <a:chExt cx="7067550" cy="76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67550" cy="76200"/>
            </a:xfrm>
            <a:custGeom>
              <a:avLst/>
              <a:gdLst/>
              <a:ahLst/>
              <a:cxnLst/>
              <a:rect r="r" b="b" t="t" l="l"/>
              <a:pathLst>
                <a:path h="76200" w="7067550">
                  <a:moveTo>
                    <a:pt x="76200" y="0"/>
                  </a:moveTo>
                  <a:lnTo>
                    <a:pt x="6991350" y="0"/>
                  </a:lnTo>
                  <a:cubicBezTo>
                    <a:pt x="7033387" y="0"/>
                    <a:pt x="7067550" y="34163"/>
                    <a:pt x="70675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781743" y="4571829"/>
            <a:ext cx="685800" cy="685800"/>
            <a:chOff x="0" y="0"/>
            <a:chExt cx="9144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6999627" y="4771854"/>
            <a:ext cx="250031" cy="285750"/>
          </a:xfrm>
          <a:custGeom>
            <a:avLst/>
            <a:gdLst/>
            <a:ahLst/>
            <a:cxnLst/>
            <a:rect r="r" b="b" t="t" l="l"/>
            <a:pathLst>
              <a:path h="285750" w="250031">
                <a:moveTo>
                  <a:pt x="0" y="0"/>
                </a:moveTo>
                <a:lnTo>
                  <a:pt x="250031" y="0"/>
                </a:lnTo>
                <a:lnTo>
                  <a:pt x="250031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7638993" y="4714704"/>
            <a:ext cx="1014412" cy="400050"/>
            <a:chOff x="0" y="0"/>
            <a:chExt cx="1352550" cy="533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52550" cy="533400"/>
            </a:xfrm>
            <a:custGeom>
              <a:avLst/>
              <a:gdLst/>
              <a:ahLst/>
              <a:cxnLst/>
              <a:rect r="r" b="b" t="t" l="l"/>
              <a:pathLst>
                <a:path h="533400" w="1352550">
                  <a:moveTo>
                    <a:pt x="0" y="0"/>
                  </a:moveTo>
                  <a:lnTo>
                    <a:pt x="1352550" y="0"/>
                  </a:lnTo>
                  <a:lnTo>
                    <a:pt x="1352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" t="0" r="-59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13525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b="true" sz="2700" spc="-16">
                  <a:solidFill>
                    <a:srgbClr val="7209B7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Slogan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696018" y="5246370"/>
            <a:ext cx="4900612" cy="1325880"/>
            <a:chOff x="0" y="0"/>
            <a:chExt cx="6534150" cy="1767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34150" cy="1767840"/>
            </a:xfrm>
            <a:custGeom>
              <a:avLst/>
              <a:gdLst/>
              <a:ahLst/>
              <a:cxnLst/>
              <a:rect r="r" b="b" t="t" l="l"/>
              <a:pathLst>
                <a:path h="1767840" w="6534150">
                  <a:moveTo>
                    <a:pt x="0" y="0"/>
                  </a:moveTo>
                  <a:lnTo>
                    <a:pt x="6534150" y="0"/>
                  </a:lnTo>
                  <a:lnTo>
                    <a:pt x="6534150" y="1767840"/>
                  </a:lnTo>
                  <a:lnTo>
                    <a:pt x="0" y="1767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536" r="0" b="-650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534150" cy="1805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2"/>
                </a:lnSpc>
              </a:pPr>
              <a:r>
                <a:rPr lang="en-US" b="true" sz="3600" spc="-21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"Kết nối kỉ niệm – Lưu giữ yêu thương"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077586" y="4257504"/>
            <a:ext cx="5300662" cy="2771775"/>
            <a:chOff x="0" y="0"/>
            <a:chExt cx="7067550" cy="36957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067550" cy="3695700"/>
            </a:xfrm>
            <a:custGeom>
              <a:avLst/>
              <a:gdLst/>
              <a:ahLst/>
              <a:cxnLst/>
              <a:rect r="r" b="b" t="t" l="l"/>
              <a:pathLst>
                <a:path h="3695700" w="7067550">
                  <a:moveTo>
                    <a:pt x="76200" y="0"/>
                  </a:moveTo>
                  <a:lnTo>
                    <a:pt x="6991350" y="0"/>
                  </a:lnTo>
                  <a:cubicBezTo>
                    <a:pt x="7033387" y="0"/>
                    <a:pt x="7067550" y="34163"/>
                    <a:pt x="7067550" y="76200"/>
                  </a:cubicBezTo>
                  <a:lnTo>
                    <a:pt x="7067550" y="3467100"/>
                  </a:lnTo>
                  <a:cubicBezTo>
                    <a:pt x="7067550" y="3593338"/>
                    <a:pt x="6965188" y="3695700"/>
                    <a:pt x="6838950" y="3695700"/>
                  </a:cubicBezTo>
                  <a:lnTo>
                    <a:pt x="228600" y="3695700"/>
                  </a:lnTo>
                  <a:cubicBezTo>
                    <a:pt x="102362" y="3695700"/>
                    <a:pt x="0" y="3593338"/>
                    <a:pt x="0" y="3467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077586" y="4257504"/>
            <a:ext cx="5300662" cy="57150"/>
            <a:chOff x="0" y="0"/>
            <a:chExt cx="7067550" cy="76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67550" cy="76200"/>
            </a:xfrm>
            <a:custGeom>
              <a:avLst/>
              <a:gdLst/>
              <a:ahLst/>
              <a:cxnLst/>
              <a:rect r="r" b="b" t="t" l="l"/>
              <a:pathLst>
                <a:path h="76200" w="7067550">
                  <a:moveTo>
                    <a:pt x="76200" y="0"/>
                  </a:moveTo>
                  <a:lnTo>
                    <a:pt x="6991350" y="0"/>
                  </a:lnTo>
                  <a:cubicBezTo>
                    <a:pt x="7033387" y="0"/>
                    <a:pt x="7067550" y="34163"/>
                    <a:pt x="70675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63336" y="4571829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12599070" y="4771854"/>
            <a:ext cx="214312" cy="285750"/>
          </a:xfrm>
          <a:custGeom>
            <a:avLst/>
            <a:gdLst/>
            <a:ahLst/>
            <a:cxnLst/>
            <a:rect r="r" b="b" t="t" l="l"/>
            <a:pathLst>
              <a:path h="285750" w="214312">
                <a:moveTo>
                  <a:pt x="0" y="0"/>
                </a:moveTo>
                <a:lnTo>
                  <a:pt x="214312" y="0"/>
                </a:lnTo>
                <a:lnTo>
                  <a:pt x="21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3220586" y="4386177"/>
            <a:ext cx="2047593" cy="1057104"/>
            <a:chOff x="0" y="0"/>
            <a:chExt cx="2730124" cy="14094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730124" cy="1409471"/>
            </a:xfrm>
            <a:custGeom>
              <a:avLst/>
              <a:gdLst/>
              <a:ahLst/>
              <a:cxnLst/>
              <a:rect r="r" b="b" t="t" l="l"/>
              <a:pathLst>
                <a:path h="1409471" w="2730124">
                  <a:moveTo>
                    <a:pt x="0" y="0"/>
                  </a:moveTo>
                  <a:lnTo>
                    <a:pt x="2730124" y="0"/>
                  </a:lnTo>
                  <a:lnTo>
                    <a:pt x="2730124" y="1409471"/>
                  </a:lnTo>
                  <a:lnTo>
                    <a:pt x="0" y="14094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9" r="41387" b="5895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2730124" cy="1476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b="true" sz="2700" spc="-16">
                  <a:solidFill>
                    <a:srgbClr val="F72585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Ý tưởng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363336" y="5488019"/>
            <a:ext cx="4857750" cy="1257300"/>
            <a:chOff x="0" y="0"/>
            <a:chExt cx="6477000" cy="1676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770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1676400"/>
                  </a:lnTo>
                  <a:lnTo>
                    <a:pt x="0" y="167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83" r="0" b="-2528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23825"/>
              <a:ext cx="6477000" cy="1800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Website giới thiệu lớp, hoạt động học tập, ngoại khóa và hình ảnh kỉ niệm đáng nhớ của tập thể 10A1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42975" y="7258050"/>
            <a:ext cx="8086725" cy="2114550"/>
            <a:chOff x="0" y="0"/>
            <a:chExt cx="10782300" cy="2819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823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10782300">
                  <a:moveTo>
                    <a:pt x="76200" y="0"/>
                  </a:moveTo>
                  <a:lnTo>
                    <a:pt x="10553700" y="0"/>
                  </a:lnTo>
                  <a:cubicBezTo>
                    <a:pt x="10679938" y="0"/>
                    <a:pt x="10782300" y="102362"/>
                    <a:pt x="10782300" y="228600"/>
                  </a:cubicBezTo>
                  <a:lnTo>
                    <a:pt x="10782300" y="2590800"/>
                  </a:lnTo>
                  <a:cubicBezTo>
                    <a:pt x="10782300" y="2717038"/>
                    <a:pt x="10679938" y="2819400"/>
                    <a:pt x="10553700" y="2819400"/>
                  </a:cubicBezTo>
                  <a:lnTo>
                    <a:pt x="76200" y="2819400"/>
                  </a:lnTo>
                  <a:cubicBezTo>
                    <a:pt x="34163" y="2819400"/>
                    <a:pt x="0" y="2785237"/>
                    <a:pt x="0" y="2743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>
                <a:alpha val="784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42975" y="7258050"/>
            <a:ext cx="57150" cy="2114550"/>
            <a:chOff x="0" y="0"/>
            <a:chExt cx="76200" cy="2819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2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76200">
                  <a:moveTo>
                    <a:pt x="76200" y="0"/>
                  </a:moveTo>
                  <a:lnTo>
                    <a:pt x="76200" y="2819400"/>
                  </a:lnTo>
                  <a:cubicBezTo>
                    <a:pt x="34163" y="2819400"/>
                    <a:pt x="0" y="2785237"/>
                    <a:pt x="0" y="2743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1219800" y="7558088"/>
            <a:ext cx="289322" cy="257175"/>
          </a:xfrm>
          <a:custGeom>
            <a:avLst/>
            <a:gdLst/>
            <a:ahLst/>
            <a:cxnLst/>
            <a:rect r="r" b="b" t="t" l="l"/>
            <a:pathLst>
              <a:path h="257175" w="289322">
                <a:moveTo>
                  <a:pt x="0" y="0"/>
                </a:moveTo>
                <a:lnTo>
                  <a:pt x="289322" y="0"/>
                </a:lnTo>
                <a:lnTo>
                  <a:pt x="289322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528762" y="7486650"/>
            <a:ext cx="7400925" cy="400050"/>
            <a:chOff x="0" y="0"/>
            <a:chExt cx="9867900" cy="533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867900" cy="533400"/>
            </a:xfrm>
            <a:custGeom>
              <a:avLst/>
              <a:gdLst/>
              <a:ahLst/>
              <a:cxnLst/>
              <a:rect r="r" b="b" t="t" l="l"/>
              <a:pathLst>
                <a:path h="533400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0"/>
              <a:ext cx="98679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b="true" sz="2400" spc="-14">
                  <a:solidFill>
                    <a:srgbClr val="4361EE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Điểm hấp dẫn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00150" y="8001000"/>
            <a:ext cx="7715250" cy="342900"/>
            <a:chOff x="0" y="0"/>
            <a:chExt cx="10287000" cy="457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287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0"/>
              <a:ext cx="102870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• Hình ảnh kỉ niệm độc đáo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00150" y="8401050"/>
            <a:ext cx="7715250" cy="342900"/>
            <a:chOff x="0" y="0"/>
            <a:chExt cx="10287000" cy="457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287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0"/>
              <a:ext cx="102870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• Câu chuyện thú vị về lớp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00150" y="8801100"/>
            <a:ext cx="7715250" cy="342900"/>
            <a:chOff x="0" y="0"/>
            <a:chExt cx="10287000" cy="457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287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0"/>
              <a:ext cx="102870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• Góc nhìn học sinh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286875" y="7258050"/>
            <a:ext cx="8086725" cy="2114550"/>
            <a:chOff x="0" y="0"/>
            <a:chExt cx="10782300" cy="2819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7823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10782300">
                  <a:moveTo>
                    <a:pt x="76200" y="0"/>
                  </a:moveTo>
                  <a:lnTo>
                    <a:pt x="10553700" y="0"/>
                  </a:lnTo>
                  <a:cubicBezTo>
                    <a:pt x="10679938" y="0"/>
                    <a:pt x="10782300" y="102362"/>
                    <a:pt x="10782300" y="228600"/>
                  </a:cubicBezTo>
                  <a:lnTo>
                    <a:pt x="10782300" y="2590800"/>
                  </a:lnTo>
                  <a:cubicBezTo>
                    <a:pt x="10782300" y="2717038"/>
                    <a:pt x="10679938" y="2819400"/>
                    <a:pt x="10553700" y="2819400"/>
                  </a:cubicBezTo>
                  <a:lnTo>
                    <a:pt x="76200" y="2819400"/>
                  </a:lnTo>
                  <a:cubicBezTo>
                    <a:pt x="34163" y="2819400"/>
                    <a:pt x="0" y="2785237"/>
                    <a:pt x="0" y="2743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209B7">
                <a:alpha val="784"/>
              </a:srgbClr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286875" y="7258050"/>
            <a:ext cx="57150" cy="2114550"/>
            <a:chOff x="0" y="0"/>
            <a:chExt cx="76200" cy="2819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62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76200">
                  <a:moveTo>
                    <a:pt x="76200" y="0"/>
                  </a:moveTo>
                  <a:lnTo>
                    <a:pt x="76200" y="2819400"/>
                  </a:lnTo>
                  <a:cubicBezTo>
                    <a:pt x="34163" y="2819400"/>
                    <a:pt x="0" y="2785237"/>
                    <a:pt x="0" y="2743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sp>
        <p:nvSpPr>
          <p:cNvPr name="Freeform 80" id="80"/>
          <p:cNvSpPr/>
          <p:nvPr/>
        </p:nvSpPr>
        <p:spPr>
          <a:xfrm flipH="false" flipV="false" rot="0">
            <a:off x="9547622" y="7558088"/>
            <a:ext cx="321469" cy="257175"/>
          </a:xfrm>
          <a:custGeom>
            <a:avLst/>
            <a:gdLst/>
            <a:ahLst/>
            <a:cxnLst/>
            <a:rect r="r" b="b" t="t" l="l"/>
            <a:pathLst>
              <a:path h="257175" w="321469">
                <a:moveTo>
                  <a:pt x="0" y="0"/>
                </a:moveTo>
                <a:lnTo>
                  <a:pt x="321469" y="0"/>
                </a:lnTo>
                <a:lnTo>
                  <a:pt x="321469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9872662" y="7486650"/>
            <a:ext cx="7400925" cy="400050"/>
            <a:chOff x="0" y="0"/>
            <a:chExt cx="9867900" cy="533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867900" cy="533400"/>
            </a:xfrm>
            <a:custGeom>
              <a:avLst/>
              <a:gdLst/>
              <a:ahLst/>
              <a:cxnLst/>
              <a:rect r="r" b="b" t="t" l="l"/>
              <a:pathLst>
                <a:path h="533400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0"/>
              <a:ext cx="98679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b="true" sz="2400" spc="-14">
                  <a:solidFill>
                    <a:srgbClr val="7209B7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Đối tượng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544050" y="8001000"/>
            <a:ext cx="7715250" cy="342900"/>
            <a:chOff x="0" y="0"/>
            <a:chExt cx="10287000" cy="457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287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0"/>
              <a:ext cx="102870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• Học sinh trong lớp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544050" y="8401050"/>
            <a:ext cx="7715250" cy="342900"/>
            <a:chOff x="0" y="0"/>
            <a:chExt cx="10287000" cy="457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287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0"/>
              <a:ext cx="102870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• Giáo viên chủ nhiệm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544050" y="8801100"/>
            <a:ext cx="7715250" cy="342900"/>
            <a:chOff x="0" y="0"/>
            <a:chExt cx="10287000" cy="4572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287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0"/>
              <a:ext cx="102870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• Phụ huynh học sinh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3271" y="493271"/>
            <a:ext cx="1985410" cy="394621"/>
            <a:chOff x="0" y="0"/>
            <a:chExt cx="2647213" cy="5261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47188" cy="526034"/>
            </a:xfrm>
            <a:custGeom>
              <a:avLst/>
              <a:gdLst/>
              <a:ahLst/>
              <a:cxnLst/>
              <a:rect r="r" b="b" t="t" l="l"/>
              <a:pathLst>
                <a:path h="526034" w="2647188">
                  <a:moveTo>
                    <a:pt x="263017" y="0"/>
                  </a:moveTo>
                  <a:lnTo>
                    <a:pt x="2384171" y="0"/>
                  </a:lnTo>
                  <a:cubicBezTo>
                    <a:pt x="2529459" y="0"/>
                    <a:pt x="2647188" y="117729"/>
                    <a:pt x="2647188" y="263017"/>
                  </a:cubicBezTo>
                  <a:cubicBezTo>
                    <a:pt x="2647188" y="408305"/>
                    <a:pt x="2529459" y="526034"/>
                    <a:pt x="2384171" y="526034"/>
                  </a:cubicBezTo>
                  <a:lnTo>
                    <a:pt x="263017" y="526034"/>
                  </a:lnTo>
                  <a:cubicBezTo>
                    <a:pt x="117856" y="526161"/>
                    <a:pt x="0" y="408305"/>
                    <a:pt x="0" y="263017"/>
                  </a:cubicBezTo>
                  <a:cubicBezTo>
                    <a:pt x="0" y="117729"/>
                    <a:pt x="117856" y="0"/>
                    <a:pt x="263017" y="0"/>
                  </a:cubicBezTo>
                  <a:close/>
                </a:path>
              </a:pathLst>
            </a:custGeom>
            <a:solidFill>
              <a:srgbClr val="4361EE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3271" y="493271"/>
            <a:ext cx="2071735" cy="394621"/>
            <a:chOff x="0" y="0"/>
            <a:chExt cx="2762314" cy="5261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2314" cy="526156"/>
            </a:xfrm>
            <a:custGeom>
              <a:avLst/>
              <a:gdLst/>
              <a:ahLst/>
              <a:cxnLst/>
              <a:rect r="r" b="b" t="t" l="l"/>
              <a:pathLst>
                <a:path h="526156" w="2762314">
                  <a:moveTo>
                    <a:pt x="0" y="0"/>
                  </a:moveTo>
                  <a:lnTo>
                    <a:pt x="2762314" y="0"/>
                  </a:lnTo>
                  <a:lnTo>
                    <a:pt x="2762314" y="526156"/>
                  </a:lnTo>
                  <a:lnTo>
                    <a:pt x="0" y="526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5" r="0" b="-522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762314" cy="573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6"/>
                </a:lnSpc>
              </a:pPr>
              <a:r>
                <a:rPr lang="en-US" sz="1359" b="true">
                  <a:solidFill>
                    <a:srgbClr val="4361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KẾT THÚC BÀI HỌC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3271" y="1035872"/>
            <a:ext cx="17523428" cy="493271"/>
            <a:chOff x="0" y="0"/>
            <a:chExt cx="23364571" cy="6576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364574" cy="657694"/>
            </a:xfrm>
            <a:custGeom>
              <a:avLst/>
              <a:gdLst/>
              <a:ahLst/>
              <a:cxnLst/>
              <a:rect r="r" b="b" t="t" l="l"/>
              <a:pathLst>
                <a:path h="657694" w="23364574">
                  <a:moveTo>
                    <a:pt x="0" y="0"/>
                  </a:moveTo>
                  <a:lnTo>
                    <a:pt x="23364574" y="0"/>
                  </a:lnTo>
                  <a:lnTo>
                    <a:pt x="23364574" y="657694"/>
                  </a:lnTo>
                  <a:lnTo>
                    <a:pt x="0" y="657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2205" r="0" b="-6422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23364571" cy="610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4"/>
                </a:lnSpc>
              </a:pPr>
              <a:r>
                <a:rPr lang="en-US" sz="3495" b="true">
                  <a:solidFill>
                    <a:srgbClr val="212529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Tổng kết bài học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3271" y="1627794"/>
            <a:ext cx="17412443" cy="345291"/>
            <a:chOff x="0" y="0"/>
            <a:chExt cx="23216591" cy="4603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216594" cy="460386"/>
            </a:xfrm>
            <a:custGeom>
              <a:avLst/>
              <a:gdLst/>
              <a:ahLst/>
              <a:cxnLst/>
              <a:rect r="r" b="b" t="t" l="l"/>
              <a:pathLst>
                <a:path h="460386" w="23216594">
                  <a:moveTo>
                    <a:pt x="0" y="0"/>
                  </a:moveTo>
                  <a:lnTo>
                    <a:pt x="23216594" y="0"/>
                  </a:lnTo>
                  <a:lnTo>
                    <a:pt x="23216594" y="460386"/>
                  </a:lnTo>
                  <a:lnTo>
                    <a:pt x="0" y="4603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2601" r="0" b="-93260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3216591" cy="546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6"/>
                </a:lnSpc>
              </a:pPr>
              <a:r>
                <a:rPr lang="en-US" sz="1747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Những nội dung chính đã học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7931" y="2219716"/>
            <a:ext cx="8471916" cy="5647944"/>
            <a:chOff x="0" y="0"/>
            <a:chExt cx="11295888" cy="7530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295888" cy="7530592"/>
            </a:xfrm>
            <a:custGeom>
              <a:avLst/>
              <a:gdLst/>
              <a:ahLst/>
              <a:cxnLst/>
              <a:rect r="r" b="b" t="t" l="l"/>
              <a:pathLst>
                <a:path h="7530592" w="11295888">
                  <a:moveTo>
                    <a:pt x="65786" y="0"/>
                  </a:moveTo>
                  <a:lnTo>
                    <a:pt x="11032871" y="0"/>
                  </a:lnTo>
                  <a:cubicBezTo>
                    <a:pt x="11178159" y="0"/>
                    <a:pt x="11295888" y="117729"/>
                    <a:pt x="11295888" y="263017"/>
                  </a:cubicBezTo>
                  <a:lnTo>
                    <a:pt x="11295888" y="7267575"/>
                  </a:lnTo>
                  <a:cubicBezTo>
                    <a:pt x="11295888" y="7412863"/>
                    <a:pt x="11178159" y="7530592"/>
                    <a:pt x="11032871" y="7530592"/>
                  </a:cubicBezTo>
                  <a:lnTo>
                    <a:pt x="65786" y="7530592"/>
                  </a:lnTo>
                  <a:cubicBezTo>
                    <a:pt x="29464" y="7530592"/>
                    <a:pt x="0" y="7501128"/>
                    <a:pt x="0" y="7464806"/>
                  </a:cubicBezTo>
                  <a:lnTo>
                    <a:pt x="0" y="65786"/>
                  </a:lnTo>
                  <a:cubicBezTo>
                    <a:pt x="0" y="29464"/>
                    <a:pt x="29464" y="0"/>
                    <a:pt x="657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17931" y="2219716"/>
            <a:ext cx="49330" cy="5647944"/>
            <a:chOff x="0" y="0"/>
            <a:chExt cx="65773" cy="7530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786" cy="7530592"/>
            </a:xfrm>
            <a:custGeom>
              <a:avLst/>
              <a:gdLst/>
              <a:ahLst/>
              <a:cxnLst/>
              <a:rect r="r" b="b" t="t" l="l"/>
              <a:pathLst>
                <a:path h="7530592" w="65786">
                  <a:moveTo>
                    <a:pt x="65786" y="0"/>
                  </a:moveTo>
                  <a:lnTo>
                    <a:pt x="65786" y="7530592"/>
                  </a:lnTo>
                  <a:cubicBezTo>
                    <a:pt x="29464" y="7530592"/>
                    <a:pt x="0" y="7501128"/>
                    <a:pt x="0" y="7464806"/>
                  </a:cubicBezTo>
                  <a:lnTo>
                    <a:pt x="0" y="65786"/>
                  </a:lnTo>
                  <a:cubicBezTo>
                    <a:pt x="0" y="29464"/>
                    <a:pt x="29464" y="0"/>
                    <a:pt x="65786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38562" y="2515676"/>
            <a:ext cx="690582" cy="690582"/>
            <a:chOff x="0" y="0"/>
            <a:chExt cx="920775" cy="9207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0750" cy="920877"/>
            </a:xfrm>
            <a:custGeom>
              <a:avLst/>
              <a:gdLst/>
              <a:ahLst/>
              <a:cxnLst/>
              <a:rect r="r" b="b" t="t" l="l"/>
              <a:pathLst>
                <a:path h="920877" w="920750">
                  <a:moveTo>
                    <a:pt x="197358" y="0"/>
                  </a:moveTo>
                  <a:lnTo>
                    <a:pt x="723519" y="0"/>
                  </a:lnTo>
                  <a:cubicBezTo>
                    <a:pt x="832485" y="0"/>
                    <a:pt x="920750" y="88392"/>
                    <a:pt x="920750" y="197358"/>
                  </a:cubicBezTo>
                  <a:lnTo>
                    <a:pt x="920750" y="723519"/>
                  </a:lnTo>
                  <a:cubicBezTo>
                    <a:pt x="920750" y="832485"/>
                    <a:pt x="832358" y="920877"/>
                    <a:pt x="723392" y="920877"/>
                  </a:cubicBezTo>
                  <a:lnTo>
                    <a:pt x="197358" y="920877"/>
                  </a:lnTo>
                  <a:cubicBezTo>
                    <a:pt x="88392" y="920750"/>
                    <a:pt x="0" y="832485"/>
                    <a:pt x="0" y="723519"/>
                  </a:cubicBezTo>
                  <a:lnTo>
                    <a:pt x="0" y="197358"/>
                  </a:lnTo>
                  <a:cubicBezTo>
                    <a:pt x="0" y="88392"/>
                    <a:pt x="88392" y="0"/>
                    <a:pt x="197358" y="0"/>
                  </a:cubicBezTo>
                  <a:close/>
                </a:path>
              </a:pathLst>
            </a:custGeom>
            <a:solidFill>
              <a:srgbClr val="4361EE">
                <a:alpha val="784"/>
              </a:srgbClr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72867" y="2712987"/>
            <a:ext cx="221971" cy="295961"/>
          </a:xfrm>
          <a:custGeom>
            <a:avLst/>
            <a:gdLst/>
            <a:ahLst/>
            <a:cxnLst/>
            <a:rect r="r" b="b" t="t" l="l"/>
            <a:pathLst>
              <a:path h="295961" w="221971">
                <a:moveTo>
                  <a:pt x="0" y="0"/>
                </a:moveTo>
                <a:lnTo>
                  <a:pt x="221971" y="0"/>
                </a:lnTo>
                <a:lnTo>
                  <a:pt x="221971" y="295961"/>
                </a:lnTo>
                <a:lnTo>
                  <a:pt x="0" y="295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726444" y="2394571"/>
            <a:ext cx="3027445" cy="932793"/>
            <a:chOff x="0" y="0"/>
            <a:chExt cx="4036593" cy="12437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36591" cy="1243712"/>
            </a:xfrm>
            <a:custGeom>
              <a:avLst/>
              <a:gdLst/>
              <a:ahLst/>
              <a:cxnLst/>
              <a:rect r="r" b="b" t="t" l="l"/>
              <a:pathLst>
                <a:path h="1243712" w="4036591">
                  <a:moveTo>
                    <a:pt x="0" y="0"/>
                  </a:moveTo>
                  <a:lnTo>
                    <a:pt x="4036591" y="0"/>
                  </a:lnTo>
                  <a:lnTo>
                    <a:pt x="4036591" y="1243712"/>
                  </a:lnTo>
                  <a:lnTo>
                    <a:pt x="0" y="1243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45" r="25050" b="314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036593" cy="1272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2"/>
                </a:lnSpc>
              </a:pPr>
              <a:r>
                <a:rPr lang="en-US" sz="2630" b="true">
                  <a:solidFill>
                    <a:srgbClr val="4361EE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Yêu cầu website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38562" y="3403568"/>
            <a:ext cx="295961" cy="295961"/>
            <a:chOff x="0" y="0"/>
            <a:chExt cx="394614" cy="3946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4716" cy="394589"/>
            </a:xfrm>
            <a:custGeom>
              <a:avLst/>
              <a:gdLst/>
              <a:ahLst/>
              <a:cxnLst/>
              <a:rect r="r" b="b" t="t" l="l"/>
              <a:pathLst>
                <a:path h="394589" w="394716">
                  <a:moveTo>
                    <a:pt x="197358" y="0"/>
                  </a:moveTo>
                  <a:cubicBezTo>
                    <a:pt x="306197" y="0"/>
                    <a:pt x="394716" y="88392"/>
                    <a:pt x="394716" y="197358"/>
                  </a:cubicBezTo>
                  <a:cubicBezTo>
                    <a:pt x="394716" y="306324"/>
                    <a:pt x="306197" y="394589"/>
                    <a:pt x="197358" y="394589"/>
                  </a:cubicBezTo>
                  <a:cubicBezTo>
                    <a:pt x="88519" y="394589"/>
                    <a:pt x="0" y="306197"/>
                    <a:pt x="0" y="197358"/>
                  </a:cubicBezTo>
                  <a:cubicBezTo>
                    <a:pt x="0" y="88519"/>
                    <a:pt x="88392" y="0"/>
                    <a:pt x="197358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95395" y="3403568"/>
            <a:ext cx="382286" cy="295961"/>
            <a:chOff x="0" y="0"/>
            <a:chExt cx="509714" cy="39461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9712" cy="394616"/>
            </a:xfrm>
            <a:custGeom>
              <a:avLst/>
              <a:gdLst/>
              <a:ahLst/>
              <a:cxnLst/>
              <a:rect r="r" b="b" t="t" l="l"/>
              <a:pathLst>
                <a:path h="394616" w="509712">
                  <a:moveTo>
                    <a:pt x="0" y="0"/>
                  </a:moveTo>
                  <a:lnTo>
                    <a:pt x="509712" y="0"/>
                  </a:lnTo>
                  <a:lnTo>
                    <a:pt x="509712" y="394616"/>
                  </a:lnTo>
                  <a:lnTo>
                    <a:pt x="0" y="394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09714" cy="442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6"/>
                </a:lnSpc>
              </a:pPr>
              <a:r>
                <a:rPr lang="en-US" sz="135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94838" y="3327363"/>
            <a:ext cx="6373232" cy="501254"/>
            <a:chOff x="0" y="0"/>
            <a:chExt cx="8497643" cy="6683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497634" cy="668341"/>
            </a:xfrm>
            <a:custGeom>
              <a:avLst/>
              <a:gdLst/>
              <a:ahLst/>
              <a:cxnLst/>
              <a:rect r="r" b="b" t="t" l="l"/>
              <a:pathLst>
                <a:path h="668341" w="8497634">
                  <a:moveTo>
                    <a:pt x="0" y="0"/>
                  </a:moveTo>
                  <a:lnTo>
                    <a:pt x="8497634" y="0"/>
                  </a:lnTo>
                  <a:lnTo>
                    <a:pt x="8497634" y="668341"/>
                  </a:lnTo>
                  <a:lnTo>
                    <a:pt x="0" y="668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643" r="40597" b="-7668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8497643" cy="763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8"/>
                </a:lnSpc>
              </a:pPr>
              <a:r>
                <a:rPr lang="en-US" sz="2453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Nội dung:</a:t>
              </a:r>
              <a:r>
                <a:rPr lang="en-US" sz="2453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 3-4 bài viết, có hình ảnh/video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38562" y="3847509"/>
            <a:ext cx="295961" cy="295961"/>
            <a:chOff x="0" y="0"/>
            <a:chExt cx="394614" cy="39461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4716" cy="394589"/>
            </a:xfrm>
            <a:custGeom>
              <a:avLst/>
              <a:gdLst/>
              <a:ahLst/>
              <a:cxnLst/>
              <a:rect r="r" b="b" t="t" l="l"/>
              <a:pathLst>
                <a:path h="394589" w="394716">
                  <a:moveTo>
                    <a:pt x="197358" y="0"/>
                  </a:moveTo>
                  <a:cubicBezTo>
                    <a:pt x="306197" y="0"/>
                    <a:pt x="394716" y="88392"/>
                    <a:pt x="394716" y="197358"/>
                  </a:cubicBezTo>
                  <a:cubicBezTo>
                    <a:pt x="394716" y="306324"/>
                    <a:pt x="306197" y="394589"/>
                    <a:pt x="197358" y="394589"/>
                  </a:cubicBezTo>
                  <a:cubicBezTo>
                    <a:pt x="88519" y="394589"/>
                    <a:pt x="0" y="306197"/>
                    <a:pt x="0" y="197358"/>
                  </a:cubicBezTo>
                  <a:cubicBezTo>
                    <a:pt x="0" y="88519"/>
                    <a:pt x="88392" y="0"/>
                    <a:pt x="197358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95395" y="3847509"/>
            <a:ext cx="382286" cy="295961"/>
            <a:chOff x="0" y="0"/>
            <a:chExt cx="509714" cy="39461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9712" cy="394616"/>
            </a:xfrm>
            <a:custGeom>
              <a:avLst/>
              <a:gdLst/>
              <a:ahLst/>
              <a:cxnLst/>
              <a:rect r="r" b="b" t="t" l="l"/>
              <a:pathLst>
                <a:path h="394616" w="509712">
                  <a:moveTo>
                    <a:pt x="0" y="0"/>
                  </a:moveTo>
                  <a:lnTo>
                    <a:pt x="509712" y="0"/>
                  </a:lnTo>
                  <a:lnTo>
                    <a:pt x="509712" y="394616"/>
                  </a:lnTo>
                  <a:lnTo>
                    <a:pt x="0" y="394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09714" cy="442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6"/>
                </a:lnSpc>
              </a:pPr>
              <a:r>
                <a:rPr lang="en-US" sz="135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94838" y="3771305"/>
            <a:ext cx="6207145" cy="501254"/>
            <a:chOff x="0" y="0"/>
            <a:chExt cx="8276193" cy="6683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76196" cy="668341"/>
            </a:xfrm>
            <a:custGeom>
              <a:avLst/>
              <a:gdLst/>
              <a:ahLst/>
              <a:cxnLst/>
              <a:rect r="r" b="b" t="t" l="l"/>
              <a:pathLst>
                <a:path h="668341" w="8276196">
                  <a:moveTo>
                    <a:pt x="0" y="0"/>
                  </a:moveTo>
                  <a:lnTo>
                    <a:pt x="8276196" y="0"/>
                  </a:lnTo>
                  <a:lnTo>
                    <a:pt x="8276196" y="668341"/>
                  </a:lnTo>
                  <a:lnTo>
                    <a:pt x="0" y="668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808" r="40597" b="-728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8276193" cy="763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8"/>
                </a:lnSpc>
              </a:pPr>
              <a:r>
                <a:rPr lang="en-US" sz="2453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Bố cục:</a:t>
              </a:r>
              <a:r>
                <a:rPr lang="en-US" sz="2453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 Trang chủ + các trang nội dung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38562" y="4291451"/>
            <a:ext cx="295961" cy="295961"/>
            <a:chOff x="0" y="0"/>
            <a:chExt cx="394614" cy="39461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4716" cy="394589"/>
            </a:xfrm>
            <a:custGeom>
              <a:avLst/>
              <a:gdLst/>
              <a:ahLst/>
              <a:cxnLst/>
              <a:rect r="r" b="b" t="t" l="l"/>
              <a:pathLst>
                <a:path h="394589" w="394716">
                  <a:moveTo>
                    <a:pt x="197358" y="0"/>
                  </a:moveTo>
                  <a:cubicBezTo>
                    <a:pt x="306197" y="0"/>
                    <a:pt x="394716" y="88392"/>
                    <a:pt x="394716" y="197358"/>
                  </a:cubicBezTo>
                  <a:cubicBezTo>
                    <a:pt x="394716" y="306324"/>
                    <a:pt x="306197" y="394589"/>
                    <a:pt x="197358" y="394589"/>
                  </a:cubicBezTo>
                  <a:cubicBezTo>
                    <a:pt x="88519" y="394589"/>
                    <a:pt x="0" y="306197"/>
                    <a:pt x="0" y="197358"/>
                  </a:cubicBezTo>
                  <a:cubicBezTo>
                    <a:pt x="0" y="88519"/>
                    <a:pt x="88392" y="0"/>
                    <a:pt x="197358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95395" y="4291451"/>
            <a:ext cx="382286" cy="295961"/>
            <a:chOff x="0" y="0"/>
            <a:chExt cx="509714" cy="39461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9712" cy="394616"/>
            </a:xfrm>
            <a:custGeom>
              <a:avLst/>
              <a:gdLst/>
              <a:ahLst/>
              <a:cxnLst/>
              <a:rect r="r" b="b" t="t" l="l"/>
              <a:pathLst>
                <a:path h="394616" w="509712">
                  <a:moveTo>
                    <a:pt x="0" y="0"/>
                  </a:moveTo>
                  <a:lnTo>
                    <a:pt x="509712" y="0"/>
                  </a:lnTo>
                  <a:lnTo>
                    <a:pt x="509712" y="394616"/>
                  </a:lnTo>
                  <a:lnTo>
                    <a:pt x="0" y="394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09714" cy="442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6"/>
                </a:lnSpc>
              </a:pPr>
              <a:r>
                <a:rPr lang="en-US" sz="135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94838" y="4215246"/>
            <a:ext cx="6227910" cy="501254"/>
            <a:chOff x="0" y="0"/>
            <a:chExt cx="8303880" cy="6683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303878" cy="668341"/>
            </a:xfrm>
            <a:custGeom>
              <a:avLst/>
              <a:gdLst/>
              <a:ahLst/>
              <a:cxnLst/>
              <a:rect r="r" b="b" t="t" l="l"/>
              <a:pathLst>
                <a:path h="668341" w="8303878">
                  <a:moveTo>
                    <a:pt x="0" y="0"/>
                  </a:moveTo>
                  <a:lnTo>
                    <a:pt x="8303878" y="0"/>
                  </a:lnTo>
                  <a:lnTo>
                    <a:pt x="8303878" y="668341"/>
                  </a:lnTo>
                  <a:lnTo>
                    <a:pt x="0" y="668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287" r="40597" b="-7333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8303880" cy="763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8"/>
                </a:lnSpc>
              </a:pPr>
              <a:r>
                <a:rPr lang="en-US" sz="2453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Hình thức:</a:t>
              </a:r>
              <a:r>
                <a:rPr lang="en-US" sz="2453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 Màu sắc hài hòa, chữ rõ ràng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38562" y="4735392"/>
            <a:ext cx="295961" cy="295961"/>
            <a:chOff x="0" y="0"/>
            <a:chExt cx="394614" cy="39461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4716" cy="394589"/>
            </a:xfrm>
            <a:custGeom>
              <a:avLst/>
              <a:gdLst/>
              <a:ahLst/>
              <a:cxnLst/>
              <a:rect r="r" b="b" t="t" l="l"/>
              <a:pathLst>
                <a:path h="394589" w="394716">
                  <a:moveTo>
                    <a:pt x="197358" y="0"/>
                  </a:moveTo>
                  <a:cubicBezTo>
                    <a:pt x="306197" y="0"/>
                    <a:pt x="394716" y="88392"/>
                    <a:pt x="394716" y="197358"/>
                  </a:cubicBezTo>
                  <a:cubicBezTo>
                    <a:pt x="394716" y="306324"/>
                    <a:pt x="306197" y="394589"/>
                    <a:pt x="197358" y="394589"/>
                  </a:cubicBezTo>
                  <a:cubicBezTo>
                    <a:pt x="88519" y="394589"/>
                    <a:pt x="0" y="306197"/>
                    <a:pt x="0" y="197358"/>
                  </a:cubicBezTo>
                  <a:cubicBezTo>
                    <a:pt x="0" y="88519"/>
                    <a:pt x="88392" y="0"/>
                    <a:pt x="197358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95395" y="4735392"/>
            <a:ext cx="382286" cy="295961"/>
            <a:chOff x="0" y="0"/>
            <a:chExt cx="509714" cy="39461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09712" cy="394616"/>
            </a:xfrm>
            <a:custGeom>
              <a:avLst/>
              <a:gdLst/>
              <a:ahLst/>
              <a:cxnLst/>
              <a:rect r="r" b="b" t="t" l="l"/>
              <a:pathLst>
                <a:path h="394616" w="509712">
                  <a:moveTo>
                    <a:pt x="0" y="0"/>
                  </a:moveTo>
                  <a:lnTo>
                    <a:pt x="509712" y="0"/>
                  </a:lnTo>
                  <a:lnTo>
                    <a:pt x="509712" y="394616"/>
                  </a:lnTo>
                  <a:lnTo>
                    <a:pt x="0" y="394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509714" cy="442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6"/>
                </a:lnSpc>
              </a:pPr>
              <a:r>
                <a:rPr lang="en-US" sz="135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94838" y="4659187"/>
            <a:ext cx="5999544" cy="501254"/>
            <a:chOff x="0" y="0"/>
            <a:chExt cx="7999391" cy="66833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999397" cy="668341"/>
            </a:xfrm>
            <a:custGeom>
              <a:avLst/>
              <a:gdLst/>
              <a:ahLst/>
              <a:cxnLst/>
              <a:rect r="r" b="b" t="t" l="l"/>
              <a:pathLst>
                <a:path h="668341" w="7999397">
                  <a:moveTo>
                    <a:pt x="0" y="0"/>
                  </a:moveTo>
                  <a:lnTo>
                    <a:pt x="7999397" y="0"/>
                  </a:lnTo>
                  <a:lnTo>
                    <a:pt x="7999397" y="668341"/>
                  </a:lnTo>
                  <a:lnTo>
                    <a:pt x="0" y="668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014" r="40597" b="-6805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7999391" cy="763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8"/>
                </a:lnSpc>
              </a:pPr>
              <a:r>
                <a:rPr lang="en-US" sz="2453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Liên kết:</a:t>
              </a:r>
              <a:r>
                <a:rPr lang="en-US" sz="2453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 Giữa các trang, liên kết ngoài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38562" y="5179343"/>
            <a:ext cx="295961" cy="295961"/>
            <a:chOff x="0" y="0"/>
            <a:chExt cx="394614" cy="39461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94716" cy="394589"/>
            </a:xfrm>
            <a:custGeom>
              <a:avLst/>
              <a:gdLst/>
              <a:ahLst/>
              <a:cxnLst/>
              <a:rect r="r" b="b" t="t" l="l"/>
              <a:pathLst>
                <a:path h="394589" w="394716">
                  <a:moveTo>
                    <a:pt x="197358" y="0"/>
                  </a:moveTo>
                  <a:cubicBezTo>
                    <a:pt x="306197" y="0"/>
                    <a:pt x="394716" y="88392"/>
                    <a:pt x="394716" y="197358"/>
                  </a:cubicBezTo>
                  <a:cubicBezTo>
                    <a:pt x="394716" y="306324"/>
                    <a:pt x="306197" y="394589"/>
                    <a:pt x="197358" y="394589"/>
                  </a:cubicBezTo>
                  <a:cubicBezTo>
                    <a:pt x="88519" y="394589"/>
                    <a:pt x="0" y="306197"/>
                    <a:pt x="0" y="197358"/>
                  </a:cubicBezTo>
                  <a:cubicBezTo>
                    <a:pt x="0" y="88519"/>
                    <a:pt x="88392" y="0"/>
                    <a:pt x="197358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95395" y="5179343"/>
            <a:ext cx="382286" cy="295961"/>
            <a:chOff x="0" y="0"/>
            <a:chExt cx="509714" cy="39461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09712" cy="394616"/>
            </a:xfrm>
            <a:custGeom>
              <a:avLst/>
              <a:gdLst/>
              <a:ahLst/>
              <a:cxnLst/>
              <a:rect r="r" b="b" t="t" l="l"/>
              <a:pathLst>
                <a:path h="394616" w="509712">
                  <a:moveTo>
                    <a:pt x="0" y="0"/>
                  </a:moveTo>
                  <a:lnTo>
                    <a:pt x="509712" y="0"/>
                  </a:lnTo>
                  <a:lnTo>
                    <a:pt x="509712" y="394616"/>
                  </a:lnTo>
                  <a:lnTo>
                    <a:pt x="0" y="394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31" t="0" r="-49331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509714" cy="442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6"/>
                </a:lnSpc>
              </a:pPr>
              <a:r>
                <a:rPr lang="en-US" sz="135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94838" y="5103138"/>
            <a:ext cx="6726140" cy="501254"/>
            <a:chOff x="0" y="0"/>
            <a:chExt cx="8968187" cy="66833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968187" cy="668341"/>
            </a:xfrm>
            <a:custGeom>
              <a:avLst/>
              <a:gdLst/>
              <a:ahLst/>
              <a:cxnLst/>
              <a:rect r="r" b="b" t="t" l="l"/>
              <a:pathLst>
                <a:path h="668341" w="8968187">
                  <a:moveTo>
                    <a:pt x="0" y="0"/>
                  </a:moveTo>
                  <a:lnTo>
                    <a:pt x="8968187" y="0"/>
                  </a:lnTo>
                  <a:lnTo>
                    <a:pt x="8968187" y="668341"/>
                  </a:lnTo>
                  <a:lnTo>
                    <a:pt x="0" y="668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792" r="40597" b="-8483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0"/>
              <a:ext cx="8968187" cy="763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8"/>
                </a:lnSpc>
              </a:pPr>
              <a:r>
                <a:rPr lang="en-US" sz="2453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Thuyết minh:</a:t>
              </a:r>
              <a:r>
                <a:rPr lang="en-US" sz="2453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 Giới thiệu mục đích, nội dung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17931" y="8114300"/>
            <a:ext cx="8471916" cy="2170395"/>
            <a:chOff x="0" y="0"/>
            <a:chExt cx="11295888" cy="28938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295888" cy="2893949"/>
            </a:xfrm>
            <a:custGeom>
              <a:avLst/>
              <a:gdLst/>
              <a:ahLst/>
              <a:cxnLst/>
              <a:rect r="r" b="b" t="t" l="l"/>
              <a:pathLst>
                <a:path h="2893949" w="11295888">
                  <a:moveTo>
                    <a:pt x="65786" y="0"/>
                  </a:moveTo>
                  <a:lnTo>
                    <a:pt x="11032871" y="0"/>
                  </a:lnTo>
                  <a:cubicBezTo>
                    <a:pt x="11178159" y="0"/>
                    <a:pt x="11295888" y="117729"/>
                    <a:pt x="11295888" y="263017"/>
                  </a:cubicBezTo>
                  <a:lnTo>
                    <a:pt x="11295888" y="2630805"/>
                  </a:lnTo>
                  <a:cubicBezTo>
                    <a:pt x="11295888" y="2776093"/>
                    <a:pt x="11178159" y="2893949"/>
                    <a:pt x="11032871" y="2893949"/>
                  </a:cubicBezTo>
                  <a:lnTo>
                    <a:pt x="65786" y="2893949"/>
                  </a:lnTo>
                  <a:cubicBezTo>
                    <a:pt x="29464" y="2893949"/>
                    <a:pt x="0" y="2864485"/>
                    <a:pt x="0" y="2828163"/>
                  </a:cubicBezTo>
                  <a:lnTo>
                    <a:pt x="0" y="65786"/>
                  </a:lnTo>
                  <a:cubicBezTo>
                    <a:pt x="0" y="29464"/>
                    <a:pt x="29464" y="0"/>
                    <a:pt x="657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17931" y="8114300"/>
            <a:ext cx="49330" cy="2170395"/>
            <a:chOff x="0" y="0"/>
            <a:chExt cx="65773" cy="28938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786" cy="2893822"/>
            </a:xfrm>
            <a:custGeom>
              <a:avLst/>
              <a:gdLst/>
              <a:ahLst/>
              <a:cxnLst/>
              <a:rect r="r" b="b" t="t" l="l"/>
              <a:pathLst>
                <a:path h="2893822" w="65786">
                  <a:moveTo>
                    <a:pt x="65786" y="0"/>
                  </a:moveTo>
                  <a:lnTo>
                    <a:pt x="65786" y="2893822"/>
                  </a:lnTo>
                  <a:cubicBezTo>
                    <a:pt x="29464" y="2893822"/>
                    <a:pt x="0" y="2864358"/>
                    <a:pt x="0" y="2828036"/>
                  </a:cubicBezTo>
                  <a:lnTo>
                    <a:pt x="0" y="65786"/>
                  </a:lnTo>
                  <a:cubicBezTo>
                    <a:pt x="0" y="29464"/>
                    <a:pt x="29464" y="0"/>
                    <a:pt x="65786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38562" y="8410261"/>
            <a:ext cx="690582" cy="690582"/>
            <a:chOff x="0" y="0"/>
            <a:chExt cx="920775" cy="92077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20750" cy="920877"/>
            </a:xfrm>
            <a:custGeom>
              <a:avLst/>
              <a:gdLst/>
              <a:ahLst/>
              <a:cxnLst/>
              <a:rect r="r" b="b" t="t" l="l"/>
              <a:pathLst>
                <a:path h="920877" w="920750">
                  <a:moveTo>
                    <a:pt x="197358" y="0"/>
                  </a:moveTo>
                  <a:lnTo>
                    <a:pt x="723519" y="0"/>
                  </a:lnTo>
                  <a:cubicBezTo>
                    <a:pt x="832485" y="0"/>
                    <a:pt x="920750" y="88392"/>
                    <a:pt x="920750" y="197358"/>
                  </a:cubicBezTo>
                  <a:lnTo>
                    <a:pt x="920750" y="723519"/>
                  </a:lnTo>
                  <a:cubicBezTo>
                    <a:pt x="920750" y="832485"/>
                    <a:pt x="832358" y="920877"/>
                    <a:pt x="723392" y="920877"/>
                  </a:cubicBezTo>
                  <a:lnTo>
                    <a:pt x="197358" y="920877"/>
                  </a:lnTo>
                  <a:cubicBezTo>
                    <a:pt x="88392" y="920750"/>
                    <a:pt x="0" y="832485"/>
                    <a:pt x="0" y="723519"/>
                  </a:cubicBezTo>
                  <a:lnTo>
                    <a:pt x="0" y="197358"/>
                  </a:lnTo>
                  <a:cubicBezTo>
                    <a:pt x="0" y="88392"/>
                    <a:pt x="88392" y="0"/>
                    <a:pt x="197358" y="0"/>
                  </a:cubicBezTo>
                  <a:close/>
                </a:path>
              </a:pathLst>
            </a:custGeom>
            <a:solidFill>
              <a:srgbClr val="7209B7">
                <a:alpha val="784"/>
              </a:srgbClr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1072867" y="8607571"/>
            <a:ext cx="221971" cy="295961"/>
          </a:xfrm>
          <a:custGeom>
            <a:avLst/>
            <a:gdLst/>
            <a:ahLst/>
            <a:cxnLst/>
            <a:rect r="r" b="b" t="t" l="l"/>
            <a:pathLst>
              <a:path h="295961" w="221971">
                <a:moveTo>
                  <a:pt x="0" y="0"/>
                </a:moveTo>
                <a:lnTo>
                  <a:pt x="221971" y="0"/>
                </a:lnTo>
                <a:lnTo>
                  <a:pt x="221971" y="295961"/>
                </a:lnTo>
                <a:lnTo>
                  <a:pt x="0" y="2959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726444" y="8286760"/>
            <a:ext cx="2799312" cy="932802"/>
            <a:chOff x="0" y="0"/>
            <a:chExt cx="3732416" cy="12437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732419" cy="1243725"/>
            </a:xfrm>
            <a:custGeom>
              <a:avLst/>
              <a:gdLst/>
              <a:ahLst/>
              <a:cxnLst/>
              <a:rect r="r" b="b" t="t" l="l"/>
              <a:pathLst>
                <a:path h="1243725" w="3732419">
                  <a:moveTo>
                    <a:pt x="0" y="0"/>
                  </a:moveTo>
                  <a:lnTo>
                    <a:pt x="3732419" y="0"/>
                  </a:lnTo>
                  <a:lnTo>
                    <a:pt x="3732419" y="1243725"/>
                  </a:lnTo>
                  <a:lnTo>
                    <a:pt x="0" y="1243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33" r="16740" b="3016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3732416" cy="1262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6"/>
                </a:lnSpc>
              </a:pPr>
              <a:r>
                <a:rPr lang="en-US" sz="2331" b="true">
                  <a:solidFill>
                    <a:srgbClr val="7209B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Lựa chọn chủ đề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75557" y="9347473"/>
            <a:ext cx="172641" cy="197310"/>
            <a:chOff x="0" y="0"/>
            <a:chExt cx="230188" cy="2630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-32" y="32811"/>
              <a:ext cx="230237" cy="213873"/>
            </a:xfrm>
            <a:custGeom>
              <a:avLst/>
              <a:gdLst/>
              <a:ahLst/>
              <a:cxnLst/>
              <a:rect r="r" b="b" t="t" l="l"/>
              <a:pathLst>
                <a:path h="213873" w="230237">
                  <a:moveTo>
                    <a:pt x="223425" y="3257"/>
                  </a:moveTo>
                  <a:cubicBezTo>
                    <a:pt x="230791" y="8591"/>
                    <a:pt x="232442" y="18878"/>
                    <a:pt x="227108" y="26244"/>
                  </a:cubicBezTo>
                  <a:lnTo>
                    <a:pt x="95536" y="207092"/>
                  </a:lnTo>
                  <a:cubicBezTo>
                    <a:pt x="92742" y="211029"/>
                    <a:pt x="88297" y="213442"/>
                    <a:pt x="83471" y="213823"/>
                  </a:cubicBezTo>
                  <a:cubicBezTo>
                    <a:pt x="78645" y="214204"/>
                    <a:pt x="73946" y="212426"/>
                    <a:pt x="70517" y="208997"/>
                  </a:cubicBezTo>
                  <a:lnTo>
                    <a:pt x="4858" y="143211"/>
                  </a:lnTo>
                  <a:cubicBezTo>
                    <a:pt x="-1619" y="136734"/>
                    <a:pt x="-1619" y="126320"/>
                    <a:pt x="4858" y="119970"/>
                  </a:cubicBezTo>
                  <a:cubicBezTo>
                    <a:pt x="11335" y="113620"/>
                    <a:pt x="21749" y="113493"/>
                    <a:pt x="28099" y="119970"/>
                  </a:cubicBezTo>
                  <a:lnTo>
                    <a:pt x="80296" y="172167"/>
                  </a:lnTo>
                  <a:lnTo>
                    <a:pt x="200565" y="6813"/>
                  </a:lnTo>
                  <a:cubicBezTo>
                    <a:pt x="205899" y="-553"/>
                    <a:pt x="216186" y="-2204"/>
                    <a:pt x="223552" y="313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83853" y="9196092"/>
            <a:ext cx="5766532" cy="501254"/>
            <a:chOff x="0" y="0"/>
            <a:chExt cx="7688710" cy="66833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688714" cy="668341"/>
            </a:xfrm>
            <a:custGeom>
              <a:avLst/>
              <a:gdLst/>
              <a:ahLst/>
              <a:cxnLst/>
              <a:rect r="r" b="b" t="t" l="l"/>
              <a:pathLst>
                <a:path h="668341" w="7688714">
                  <a:moveTo>
                    <a:pt x="0" y="0"/>
                  </a:moveTo>
                  <a:lnTo>
                    <a:pt x="7688714" y="0"/>
                  </a:lnTo>
                  <a:lnTo>
                    <a:pt x="7688714" y="668341"/>
                  </a:lnTo>
                  <a:lnTo>
                    <a:pt x="0" y="668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86" r="42046" b="-5942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0"/>
              <a:ext cx="7688710" cy="763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8"/>
                </a:lnSpc>
              </a:pPr>
              <a:r>
                <a:rPr lang="en-US" sz="2453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Không quá rộng, phù hợp đối tượng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75557" y="9742094"/>
            <a:ext cx="172641" cy="197310"/>
            <a:chOff x="0" y="0"/>
            <a:chExt cx="230188" cy="2630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-32" y="32811"/>
              <a:ext cx="230237" cy="213873"/>
            </a:xfrm>
            <a:custGeom>
              <a:avLst/>
              <a:gdLst/>
              <a:ahLst/>
              <a:cxnLst/>
              <a:rect r="r" b="b" t="t" l="l"/>
              <a:pathLst>
                <a:path h="213873" w="230237">
                  <a:moveTo>
                    <a:pt x="223425" y="3257"/>
                  </a:moveTo>
                  <a:cubicBezTo>
                    <a:pt x="230791" y="8591"/>
                    <a:pt x="232442" y="18878"/>
                    <a:pt x="227108" y="26244"/>
                  </a:cubicBezTo>
                  <a:lnTo>
                    <a:pt x="95536" y="207092"/>
                  </a:lnTo>
                  <a:cubicBezTo>
                    <a:pt x="92742" y="211029"/>
                    <a:pt x="88297" y="213442"/>
                    <a:pt x="83471" y="213823"/>
                  </a:cubicBezTo>
                  <a:cubicBezTo>
                    <a:pt x="78645" y="214204"/>
                    <a:pt x="73946" y="212426"/>
                    <a:pt x="70517" y="208997"/>
                  </a:cubicBezTo>
                  <a:lnTo>
                    <a:pt x="4858" y="143211"/>
                  </a:lnTo>
                  <a:cubicBezTo>
                    <a:pt x="-1619" y="136734"/>
                    <a:pt x="-1619" y="126320"/>
                    <a:pt x="4858" y="119970"/>
                  </a:cubicBezTo>
                  <a:cubicBezTo>
                    <a:pt x="11335" y="113620"/>
                    <a:pt x="21749" y="113493"/>
                    <a:pt x="28099" y="119970"/>
                  </a:cubicBezTo>
                  <a:lnTo>
                    <a:pt x="80296" y="172167"/>
                  </a:lnTo>
                  <a:lnTo>
                    <a:pt x="200565" y="6813"/>
                  </a:lnTo>
                  <a:cubicBezTo>
                    <a:pt x="205899" y="-553"/>
                    <a:pt x="216186" y="-2204"/>
                    <a:pt x="223552" y="313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83853" y="9590713"/>
            <a:ext cx="5234577" cy="501254"/>
            <a:chOff x="0" y="0"/>
            <a:chExt cx="6979437" cy="66833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979427" cy="668341"/>
            </a:xfrm>
            <a:custGeom>
              <a:avLst/>
              <a:gdLst/>
              <a:ahLst/>
              <a:cxnLst/>
              <a:rect r="r" b="b" t="t" l="l"/>
              <a:pathLst>
                <a:path h="668341" w="6979427">
                  <a:moveTo>
                    <a:pt x="0" y="0"/>
                  </a:moveTo>
                  <a:lnTo>
                    <a:pt x="6979427" y="0"/>
                  </a:lnTo>
                  <a:lnTo>
                    <a:pt x="6979427" y="668341"/>
                  </a:lnTo>
                  <a:lnTo>
                    <a:pt x="0" y="668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02" r="42046" b="-4744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0"/>
              <a:ext cx="6979437" cy="763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8"/>
                </a:lnSpc>
              </a:pPr>
              <a:r>
                <a:rPr lang="en-US" sz="2453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Có tính khả thi, ý nghĩa thực tiễn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14488" y="2219716"/>
            <a:ext cx="8471916" cy="6067225"/>
            <a:chOff x="0" y="0"/>
            <a:chExt cx="11295888" cy="808963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295888" cy="8089519"/>
            </a:xfrm>
            <a:custGeom>
              <a:avLst/>
              <a:gdLst/>
              <a:ahLst/>
              <a:cxnLst/>
              <a:rect r="r" b="b" t="t" l="l"/>
              <a:pathLst>
                <a:path h="8089519" w="11295888">
                  <a:moveTo>
                    <a:pt x="65786" y="0"/>
                  </a:moveTo>
                  <a:lnTo>
                    <a:pt x="11032871" y="0"/>
                  </a:lnTo>
                  <a:cubicBezTo>
                    <a:pt x="11178159" y="0"/>
                    <a:pt x="11295888" y="117729"/>
                    <a:pt x="11295888" y="263017"/>
                  </a:cubicBezTo>
                  <a:lnTo>
                    <a:pt x="11295888" y="7826502"/>
                  </a:lnTo>
                  <a:cubicBezTo>
                    <a:pt x="11295888" y="7971790"/>
                    <a:pt x="11178159" y="8089519"/>
                    <a:pt x="11032871" y="8089519"/>
                  </a:cubicBezTo>
                  <a:lnTo>
                    <a:pt x="65786" y="8089519"/>
                  </a:lnTo>
                  <a:cubicBezTo>
                    <a:pt x="29464" y="8089519"/>
                    <a:pt x="0" y="8060055"/>
                    <a:pt x="0" y="8023733"/>
                  </a:cubicBezTo>
                  <a:lnTo>
                    <a:pt x="0" y="65786"/>
                  </a:lnTo>
                  <a:cubicBezTo>
                    <a:pt x="0" y="29464"/>
                    <a:pt x="29464" y="0"/>
                    <a:pt x="657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314488" y="2219716"/>
            <a:ext cx="49330" cy="6067225"/>
            <a:chOff x="0" y="0"/>
            <a:chExt cx="65773" cy="808963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5786" cy="8089646"/>
            </a:xfrm>
            <a:custGeom>
              <a:avLst/>
              <a:gdLst/>
              <a:ahLst/>
              <a:cxnLst/>
              <a:rect r="r" b="b" t="t" l="l"/>
              <a:pathLst>
                <a:path h="8089646" w="65786">
                  <a:moveTo>
                    <a:pt x="65786" y="0"/>
                  </a:moveTo>
                  <a:lnTo>
                    <a:pt x="65786" y="8089646"/>
                  </a:lnTo>
                  <a:cubicBezTo>
                    <a:pt x="29464" y="8089646"/>
                    <a:pt x="0" y="8060182"/>
                    <a:pt x="0" y="8023860"/>
                  </a:cubicBezTo>
                  <a:lnTo>
                    <a:pt x="0" y="65786"/>
                  </a:lnTo>
                  <a:cubicBezTo>
                    <a:pt x="0" y="29464"/>
                    <a:pt x="29464" y="0"/>
                    <a:pt x="65786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635109" y="2515676"/>
            <a:ext cx="690582" cy="690582"/>
            <a:chOff x="0" y="0"/>
            <a:chExt cx="920775" cy="92077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20750" cy="920877"/>
            </a:xfrm>
            <a:custGeom>
              <a:avLst/>
              <a:gdLst/>
              <a:ahLst/>
              <a:cxnLst/>
              <a:rect r="r" b="b" t="t" l="l"/>
              <a:pathLst>
                <a:path h="920877" w="920750">
                  <a:moveTo>
                    <a:pt x="197358" y="0"/>
                  </a:moveTo>
                  <a:lnTo>
                    <a:pt x="723519" y="0"/>
                  </a:lnTo>
                  <a:cubicBezTo>
                    <a:pt x="832485" y="0"/>
                    <a:pt x="920750" y="88392"/>
                    <a:pt x="920750" y="197358"/>
                  </a:cubicBezTo>
                  <a:lnTo>
                    <a:pt x="920750" y="723519"/>
                  </a:lnTo>
                  <a:cubicBezTo>
                    <a:pt x="920750" y="832485"/>
                    <a:pt x="832358" y="920877"/>
                    <a:pt x="723392" y="920877"/>
                  </a:cubicBezTo>
                  <a:lnTo>
                    <a:pt x="197358" y="920877"/>
                  </a:lnTo>
                  <a:cubicBezTo>
                    <a:pt x="88392" y="920750"/>
                    <a:pt x="0" y="832485"/>
                    <a:pt x="0" y="723519"/>
                  </a:cubicBezTo>
                  <a:lnTo>
                    <a:pt x="0" y="197358"/>
                  </a:lnTo>
                  <a:cubicBezTo>
                    <a:pt x="0" y="88392"/>
                    <a:pt x="88392" y="0"/>
                    <a:pt x="197358" y="0"/>
                  </a:cubicBezTo>
                  <a:close/>
                </a:path>
              </a:pathLst>
            </a:custGeom>
            <a:solidFill>
              <a:srgbClr val="F72585">
                <a:alpha val="784"/>
              </a:srgbClr>
            </a:solidFill>
          </p:spPr>
        </p:sp>
      </p:grpSp>
      <p:sp>
        <p:nvSpPr>
          <p:cNvPr name="Freeform 89" id="89"/>
          <p:cNvSpPr/>
          <p:nvPr/>
        </p:nvSpPr>
        <p:spPr>
          <a:xfrm flipH="false" flipV="false" rot="0">
            <a:off x="9832419" y="2712987"/>
            <a:ext cx="295961" cy="295961"/>
          </a:xfrm>
          <a:custGeom>
            <a:avLst/>
            <a:gdLst/>
            <a:ahLst/>
            <a:cxnLst/>
            <a:rect r="r" b="b" t="t" l="l"/>
            <a:pathLst>
              <a:path h="295961" w="295961">
                <a:moveTo>
                  <a:pt x="0" y="0"/>
                </a:moveTo>
                <a:lnTo>
                  <a:pt x="295961" y="0"/>
                </a:lnTo>
                <a:lnTo>
                  <a:pt x="295961" y="295961"/>
                </a:lnTo>
                <a:lnTo>
                  <a:pt x="0" y="2959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0592391" y="2394571"/>
            <a:ext cx="3669165" cy="889104"/>
            <a:chOff x="0" y="0"/>
            <a:chExt cx="4892220" cy="118547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892226" cy="1185460"/>
            </a:xfrm>
            <a:custGeom>
              <a:avLst/>
              <a:gdLst/>
              <a:ahLst/>
              <a:cxnLst/>
              <a:rect r="r" b="b" t="t" l="l"/>
              <a:pathLst>
                <a:path h="1185460" w="4892226">
                  <a:moveTo>
                    <a:pt x="0" y="0"/>
                  </a:moveTo>
                  <a:lnTo>
                    <a:pt x="4892226" y="0"/>
                  </a:lnTo>
                  <a:lnTo>
                    <a:pt x="4892226" y="1185460"/>
                  </a:lnTo>
                  <a:lnTo>
                    <a:pt x="0" y="1185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615" r="24379" b="1699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4892220" cy="1214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2"/>
                </a:lnSpc>
              </a:pPr>
              <a:r>
                <a:rPr lang="en-US" sz="2630" b="true">
                  <a:solidFill>
                    <a:srgbClr val="F72585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Các bước thực hiện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635109" y="3403568"/>
            <a:ext cx="7855334" cy="1035872"/>
            <a:chOff x="0" y="0"/>
            <a:chExt cx="10473779" cy="138116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473817" cy="1381252"/>
            </a:xfrm>
            <a:custGeom>
              <a:avLst/>
              <a:gdLst/>
              <a:ahLst/>
              <a:cxnLst/>
              <a:rect r="r" b="b" t="t" l="l"/>
              <a:pathLst>
                <a:path h="1381252" w="10473817">
                  <a:moveTo>
                    <a:pt x="197358" y="0"/>
                  </a:moveTo>
                  <a:lnTo>
                    <a:pt x="10276459" y="0"/>
                  </a:lnTo>
                  <a:cubicBezTo>
                    <a:pt x="10385425" y="0"/>
                    <a:pt x="10473817" y="88392"/>
                    <a:pt x="10473817" y="197358"/>
                  </a:cubicBezTo>
                  <a:lnTo>
                    <a:pt x="10473817" y="1183894"/>
                  </a:lnTo>
                  <a:cubicBezTo>
                    <a:pt x="10473817" y="1292860"/>
                    <a:pt x="10385425" y="1381252"/>
                    <a:pt x="10276459" y="1381252"/>
                  </a:cubicBezTo>
                  <a:lnTo>
                    <a:pt x="197358" y="1381252"/>
                  </a:lnTo>
                  <a:cubicBezTo>
                    <a:pt x="88392" y="1381125"/>
                    <a:pt x="0" y="1292860"/>
                    <a:pt x="0" y="1183894"/>
                  </a:cubicBezTo>
                  <a:lnTo>
                    <a:pt x="0" y="197358"/>
                  </a:lnTo>
                  <a:cubicBezTo>
                    <a:pt x="0" y="88392"/>
                    <a:pt x="88392" y="0"/>
                    <a:pt x="197358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832419" y="3600879"/>
            <a:ext cx="493271" cy="493271"/>
            <a:chOff x="0" y="0"/>
            <a:chExt cx="657695" cy="65769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57733" cy="657733"/>
            </a:xfrm>
            <a:custGeom>
              <a:avLst/>
              <a:gdLst/>
              <a:ahLst/>
              <a:cxnLst/>
              <a:rect r="r" b="b" t="t" l="l"/>
              <a:pathLst>
                <a:path h="657733" w="657733">
                  <a:moveTo>
                    <a:pt x="131572" y="0"/>
                  </a:moveTo>
                  <a:lnTo>
                    <a:pt x="526161" y="0"/>
                  </a:lnTo>
                  <a:cubicBezTo>
                    <a:pt x="598805" y="0"/>
                    <a:pt x="657733" y="58928"/>
                    <a:pt x="657733" y="131572"/>
                  </a:cubicBezTo>
                  <a:lnTo>
                    <a:pt x="657733" y="526161"/>
                  </a:lnTo>
                  <a:cubicBezTo>
                    <a:pt x="657733" y="598805"/>
                    <a:pt x="598805" y="657733"/>
                    <a:pt x="526161" y="657733"/>
                  </a:cubicBezTo>
                  <a:lnTo>
                    <a:pt x="131572" y="657733"/>
                  </a:lnTo>
                  <a:cubicBezTo>
                    <a:pt x="58928" y="657733"/>
                    <a:pt x="0" y="598805"/>
                    <a:pt x="0" y="526161"/>
                  </a:cubicBezTo>
                  <a:lnTo>
                    <a:pt x="0" y="131572"/>
                  </a:lnTo>
                  <a:cubicBezTo>
                    <a:pt x="0" y="58928"/>
                    <a:pt x="58928" y="0"/>
                    <a:pt x="131572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783089" y="3600879"/>
            <a:ext cx="591922" cy="493271"/>
            <a:chOff x="0" y="0"/>
            <a:chExt cx="789229" cy="65769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89232" cy="657694"/>
            </a:xfrm>
            <a:custGeom>
              <a:avLst/>
              <a:gdLst/>
              <a:ahLst/>
              <a:cxnLst/>
              <a:rect r="r" b="b" t="t" l="l"/>
              <a:pathLst>
                <a:path h="657694" w="789232">
                  <a:moveTo>
                    <a:pt x="0" y="0"/>
                  </a:moveTo>
                  <a:lnTo>
                    <a:pt x="789232" y="0"/>
                  </a:lnTo>
                  <a:lnTo>
                    <a:pt x="789232" y="657694"/>
                  </a:lnTo>
                  <a:lnTo>
                    <a:pt x="0" y="657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20" t="0" r="-56919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66675"/>
              <a:ext cx="789229" cy="724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4"/>
                </a:lnSpc>
              </a:pPr>
              <a:r>
                <a:rPr lang="en-US" sz="1554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375011" y="3551549"/>
            <a:ext cx="2806643" cy="481864"/>
            <a:chOff x="0" y="0"/>
            <a:chExt cx="3742191" cy="64248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742190" cy="642483"/>
            </a:xfrm>
            <a:custGeom>
              <a:avLst/>
              <a:gdLst/>
              <a:ahLst/>
              <a:cxnLst/>
              <a:rect r="r" b="b" t="t" l="l"/>
              <a:pathLst>
                <a:path h="642483" w="3742190">
                  <a:moveTo>
                    <a:pt x="0" y="0"/>
                  </a:moveTo>
                  <a:lnTo>
                    <a:pt x="3742190" y="0"/>
                  </a:lnTo>
                  <a:lnTo>
                    <a:pt x="3742190" y="642483"/>
                  </a:lnTo>
                  <a:lnTo>
                    <a:pt x="0" y="6424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970" r="34093" b="-1062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0"/>
              <a:ext cx="3742191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Xác định yêu cầu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375011" y="3921504"/>
            <a:ext cx="3208163" cy="501254"/>
            <a:chOff x="0" y="0"/>
            <a:chExt cx="4277550" cy="66833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277554" cy="668341"/>
            </a:xfrm>
            <a:custGeom>
              <a:avLst/>
              <a:gdLst/>
              <a:ahLst/>
              <a:cxnLst/>
              <a:rect r="r" b="b" t="t" l="l"/>
              <a:pathLst>
                <a:path h="668341" w="4277554">
                  <a:moveTo>
                    <a:pt x="0" y="0"/>
                  </a:moveTo>
                  <a:lnTo>
                    <a:pt x="4277554" y="0"/>
                  </a:lnTo>
                  <a:lnTo>
                    <a:pt x="4277554" y="668341"/>
                  </a:lnTo>
                  <a:lnTo>
                    <a:pt x="0" y="668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903" r="42726" b="-94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0"/>
              <a:ext cx="4277550" cy="763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8"/>
                </a:lnSpc>
              </a:pPr>
              <a:r>
                <a:rPr lang="en-US" sz="2453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5 tiêu chí đánh giá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635109" y="4587411"/>
            <a:ext cx="7855334" cy="1035872"/>
            <a:chOff x="0" y="0"/>
            <a:chExt cx="10473779" cy="138116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473817" cy="1381252"/>
            </a:xfrm>
            <a:custGeom>
              <a:avLst/>
              <a:gdLst/>
              <a:ahLst/>
              <a:cxnLst/>
              <a:rect r="r" b="b" t="t" l="l"/>
              <a:pathLst>
                <a:path h="1381252" w="10473817">
                  <a:moveTo>
                    <a:pt x="197358" y="0"/>
                  </a:moveTo>
                  <a:lnTo>
                    <a:pt x="10276459" y="0"/>
                  </a:lnTo>
                  <a:cubicBezTo>
                    <a:pt x="10385425" y="0"/>
                    <a:pt x="10473817" y="88392"/>
                    <a:pt x="10473817" y="197358"/>
                  </a:cubicBezTo>
                  <a:lnTo>
                    <a:pt x="10473817" y="1183894"/>
                  </a:lnTo>
                  <a:cubicBezTo>
                    <a:pt x="10473817" y="1292860"/>
                    <a:pt x="10385425" y="1381252"/>
                    <a:pt x="10276459" y="1381252"/>
                  </a:cubicBezTo>
                  <a:lnTo>
                    <a:pt x="197358" y="1381252"/>
                  </a:lnTo>
                  <a:cubicBezTo>
                    <a:pt x="88392" y="1381125"/>
                    <a:pt x="0" y="1292860"/>
                    <a:pt x="0" y="1183894"/>
                  </a:cubicBezTo>
                  <a:lnTo>
                    <a:pt x="0" y="197358"/>
                  </a:lnTo>
                  <a:cubicBezTo>
                    <a:pt x="0" y="88392"/>
                    <a:pt x="88392" y="0"/>
                    <a:pt x="197358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9832419" y="4784722"/>
            <a:ext cx="493271" cy="493271"/>
            <a:chOff x="0" y="0"/>
            <a:chExt cx="657695" cy="657695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57733" cy="657733"/>
            </a:xfrm>
            <a:custGeom>
              <a:avLst/>
              <a:gdLst/>
              <a:ahLst/>
              <a:cxnLst/>
              <a:rect r="r" b="b" t="t" l="l"/>
              <a:pathLst>
                <a:path h="657733" w="657733">
                  <a:moveTo>
                    <a:pt x="131572" y="0"/>
                  </a:moveTo>
                  <a:lnTo>
                    <a:pt x="526161" y="0"/>
                  </a:lnTo>
                  <a:cubicBezTo>
                    <a:pt x="598805" y="0"/>
                    <a:pt x="657733" y="58928"/>
                    <a:pt x="657733" y="131572"/>
                  </a:cubicBezTo>
                  <a:lnTo>
                    <a:pt x="657733" y="526161"/>
                  </a:lnTo>
                  <a:cubicBezTo>
                    <a:pt x="657733" y="598805"/>
                    <a:pt x="598805" y="657733"/>
                    <a:pt x="526161" y="657733"/>
                  </a:cubicBezTo>
                  <a:lnTo>
                    <a:pt x="131572" y="657733"/>
                  </a:lnTo>
                  <a:cubicBezTo>
                    <a:pt x="58928" y="657733"/>
                    <a:pt x="0" y="598805"/>
                    <a:pt x="0" y="526161"/>
                  </a:cubicBezTo>
                  <a:lnTo>
                    <a:pt x="0" y="131572"/>
                  </a:lnTo>
                  <a:cubicBezTo>
                    <a:pt x="0" y="58928"/>
                    <a:pt x="58928" y="0"/>
                    <a:pt x="131572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783089" y="4784722"/>
            <a:ext cx="591922" cy="493271"/>
            <a:chOff x="0" y="0"/>
            <a:chExt cx="789229" cy="65769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89232" cy="657694"/>
            </a:xfrm>
            <a:custGeom>
              <a:avLst/>
              <a:gdLst/>
              <a:ahLst/>
              <a:cxnLst/>
              <a:rect r="r" b="b" t="t" l="l"/>
              <a:pathLst>
                <a:path h="657694" w="789232">
                  <a:moveTo>
                    <a:pt x="0" y="0"/>
                  </a:moveTo>
                  <a:lnTo>
                    <a:pt x="789232" y="0"/>
                  </a:lnTo>
                  <a:lnTo>
                    <a:pt x="789232" y="657694"/>
                  </a:lnTo>
                  <a:lnTo>
                    <a:pt x="0" y="657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20" t="0" r="-56919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66675"/>
              <a:ext cx="789229" cy="724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4"/>
                </a:lnSpc>
              </a:pPr>
              <a:r>
                <a:rPr lang="en-US" sz="1554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375011" y="4668882"/>
            <a:ext cx="4902264" cy="481864"/>
            <a:chOff x="0" y="0"/>
            <a:chExt cx="6536352" cy="642485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536355" cy="642483"/>
            </a:xfrm>
            <a:custGeom>
              <a:avLst/>
              <a:gdLst/>
              <a:ahLst/>
              <a:cxnLst/>
              <a:rect r="r" b="b" t="t" l="l"/>
              <a:pathLst>
                <a:path h="642483" w="6536355">
                  <a:moveTo>
                    <a:pt x="0" y="0"/>
                  </a:moveTo>
                  <a:lnTo>
                    <a:pt x="6536355" y="0"/>
                  </a:lnTo>
                  <a:lnTo>
                    <a:pt x="6536355" y="642483"/>
                  </a:lnTo>
                  <a:lnTo>
                    <a:pt x="0" y="6424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819" r="34093" b="-6647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0"/>
              <a:ext cx="6536352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Lựa chọn chủ đề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375011" y="5105357"/>
            <a:ext cx="5619682" cy="501254"/>
            <a:chOff x="0" y="0"/>
            <a:chExt cx="7492909" cy="668339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492900" cy="668341"/>
            </a:xfrm>
            <a:custGeom>
              <a:avLst/>
              <a:gdLst/>
              <a:ahLst/>
              <a:cxnLst/>
              <a:rect r="r" b="b" t="t" l="l"/>
              <a:pathLst>
                <a:path h="668341" w="7492900">
                  <a:moveTo>
                    <a:pt x="0" y="0"/>
                  </a:moveTo>
                  <a:lnTo>
                    <a:pt x="7492900" y="0"/>
                  </a:lnTo>
                  <a:lnTo>
                    <a:pt x="7492900" y="668341"/>
                  </a:lnTo>
                  <a:lnTo>
                    <a:pt x="0" y="668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592" r="42726" b="-5463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0"/>
              <a:ext cx="7492909" cy="763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8"/>
                </a:lnSpc>
              </a:pPr>
              <a:r>
                <a:rPr lang="en-US" sz="2453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Tên, mục tiêu, đối tượng, nội dung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635109" y="5771264"/>
            <a:ext cx="7855334" cy="1035872"/>
            <a:chOff x="0" y="0"/>
            <a:chExt cx="10473779" cy="138116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473817" cy="1381252"/>
            </a:xfrm>
            <a:custGeom>
              <a:avLst/>
              <a:gdLst/>
              <a:ahLst/>
              <a:cxnLst/>
              <a:rect r="r" b="b" t="t" l="l"/>
              <a:pathLst>
                <a:path h="1381252" w="10473817">
                  <a:moveTo>
                    <a:pt x="197358" y="0"/>
                  </a:moveTo>
                  <a:lnTo>
                    <a:pt x="10276459" y="0"/>
                  </a:lnTo>
                  <a:cubicBezTo>
                    <a:pt x="10385425" y="0"/>
                    <a:pt x="10473817" y="88392"/>
                    <a:pt x="10473817" y="197358"/>
                  </a:cubicBezTo>
                  <a:lnTo>
                    <a:pt x="10473817" y="1183894"/>
                  </a:lnTo>
                  <a:cubicBezTo>
                    <a:pt x="10473817" y="1292860"/>
                    <a:pt x="10385425" y="1381252"/>
                    <a:pt x="10276459" y="1381252"/>
                  </a:cubicBezTo>
                  <a:lnTo>
                    <a:pt x="197358" y="1381252"/>
                  </a:lnTo>
                  <a:cubicBezTo>
                    <a:pt x="88392" y="1381125"/>
                    <a:pt x="0" y="1292860"/>
                    <a:pt x="0" y="1183894"/>
                  </a:cubicBezTo>
                  <a:lnTo>
                    <a:pt x="0" y="197358"/>
                  </a:lnTo>
                  <a:cubicBezTo>
                    <a:pt x="0" y="88392"/>
                    <a:pt x="88392" y="0"/>
                    <a:pt x="197358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9832419" y="5968575"/>
            <a:ext cx="493271" cy="493271"/>
            <a:chOff x="0" y="0"/>
            <a:chExt cx="657695" cy="65769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57733" cy="657733"/>
            </a:xfrm>
            <a:custGeom>
              <a:avLst/>
              <a:gdLst/>
              <a:ahLst/>
              <a:cxnLst/>
              <a:rect r="r" b="b" t="t" l="l"/>
              <a:pathLst>
                <a:path h="657733" w="657733">
                  <a:moveTo>
                    <a:pt x="131572" y="0"/>
                  </a:moveTo>
                  <a:lnTo>
                    <a:pt x="526161" y="0"/>
                  </a:lnTo>
                  <a:cubicBezTo>
                    <a:pt x="598805" y="0"/>
                    <a:pt x="657733" y="58928"/>
                    <a:pt x="657733" y="131572"/>
                  </a:cubicBezTo>
                  <a:lnTo>
                    <a:pt x="657733" y="526161"/>
                  </a:lnTo>
                  <a:cubicBezTo>
                    <a:pt x="657733" y="598805"/>
                    <a:pt x="598805" y="657733"/>
                    <a:pt x="526161" y="657733"/>
                  </a:cubicBezTo>
                  <a:lnTo>
                    <a:pt x="131572" y="657733"/>
                  </a:lnTo>
                  <a:cubicBezTo>
                    <a:pt x="58928" y="657733"/>
                    <a:pt x="0" y="598805"/>
                    <a:pt x="0" y="526161"/>
                  </a:cubicBezTo>
                  <a:lnTo>
                    <a:pt x="0" y="131572"/>
                  </a:lnTo>
                  <a:cubicBezTo>
                    <a:pt x="0" y="58928"/>
                    <a:pt x="58928" y="0"/>
                    <a:pt x="131572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9783089" y="5968575"/>
            <a:ext cx="591922" cy="493271"/>
            <a:chOff x="0" y="0"/>
            <a:chExt cx="789229" cy="657695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89232" cy="657694"/>
            </a:xfrm>
            <a:custGeom>
              <a:avLst/>
              <a:gdLst/>
              <a:ahLst/>
              <a:cxnLst/>
              <a:rect r="r" b="b" t="t" l="l"/>
              <a:pathLst>
                <a:path h="657694" w="789232">
                  <a:moveTo>
                    <a:pt x="0" y="0"/>
                  </a:moveTo>
                  <a:lnTo>
                    <a:pt x="789232" y="0"/>
                  </a:lnTo>
                  <a:lnTo>
                    <a:pt x="789232" y="657694"/>
                  </a:lnTo>
                  <a:lnTo>
                    <a:pt x="0" y="657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20" t="0" r="-56919" b="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66675"/>
              <a:ext cx="789229" cy="724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4"/>
                </a:lnSpc>
              </a:pPr>
              <a:r>
                <a:rPr lang="en-US" sz="1554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0375011" y="5870934"/>
            <a:ext cx="3985427" cy="481864"/>
            <a:chOff x="0" y="0"/>
            <a:chExt cx="5313903" cy="64248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313908" cy="642483"/>
            </a:xfrm>
            <a:custGeom>
              <a:avLst/>
              <a:gdLst/>
              <a:ahLst/>
              <a:cxnLst/>
              <a:rect r="r" b="b" t="t" l="l"/>
              <a:pathLst>
                <a:path h="642483" w="5313908">
                  <a:moveTo>
                    <a:pt x="0" y="0"/>
                  </a:moveTo>
                  <a:lnTo>
                    <a:pt x="5313908" y="0"/>
                  </a:lnTo>
                  <a:lnTo>
                    <a:pt x="5313908" y="642483"/>
                  </a:lnTo>
                  <a:lnTo>
                    <a:pt x="0" y="6424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385" r="34093" b="-42043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0"/>
              <a:ext cx="5313903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Hoàn thiện ý tưởng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0375011" y="6289210"/>
            <a:ext cx="4564646" cy="501254"/>
            <a:chOff x="0" y="0"/>
            <a:chExt cx="6086195" cy="668339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086189" cy="668341"/>
            </a:xfrm>
            <a:custGeom>
              <a:avLst/>
              <a:gdLst/>
              <a:ahLst/>
              <a:cxnLst/>
              <a:rect r="r" b="b" t="t" l="l"/>
              <a:pathLst>
                <a:path h="668341" w="6086189">
                  <a:moveTo>
                    <a:pt x="0" y="0"/>
                  </a:moveTo>
                  <a:lnTo>
                    <a:pt x="6086189" y="0"/>
                  </a:lnTo>
                  <a:lnTo>
                    <a:pt x="6086189" y="668341"/>
                  </a:lnTo>
                  <a:lnTo>
                    <a:pt x="0" y="668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3" r="42726" b="-31147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95250"/>
              <a:ext cx="6086195" cy="763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8"/>
                </a:lnSpc>
              </a:pPr>
              <a:r>
                <a:rPr lang="en-US" sz="2453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Tên, slogan, ý tưởng chi tiết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635109" y="6955117"/>
            <a:ext cx="7855334" cy="1035872"/>
            <a:chOff x="0" y="0"/>
            <a:chExt cx="10473779" cy="1381163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0473817" cy="1381252"/>
            </a:xfrm>
            <a:custGeom>
              <a:avLst/>
              <a:gdLst/>
              <a:ahLst/>
              <a:cxnLst/>
              <a:rect r="r" b="b" t="t" l="l"/>
              <a:pathLst>
                <a:path h="1381252" w="10473817">
                  <a:moveTo>
                    <a:pt x="197358" y="0"/>
                  </a:moveTo>
                  <a:lnTo>
                    <a:pt x="10276459" y="0"/>
                  </a:lnTo>
                  <a:cubicBezTo>
                    <a:pt x="10385425" y="0"/>
                    <a:pt x="10473817" y="88392"/>
                    <a:pt x="10473817" y="197358"/>
                  </a:cubicBezTo>
                  <a:lnTo>
                    <a:pt x="10473817" y="1183894"/>
                  </a:lnTo>
                  <a:cubicBezTo>
                    <a:pt x="10473817" y="1292860"/>
                    <a:pt x="10385425" y="1381252"/>
                    <a:pt x="10276459" y="1381252"/>
                  </a:cubicBezTo>
                  <a:lnTo>
                    <a:pt x="197358" y="1381252"/>
                  </a:lnTo>
                  <a:cubicBezTo>
                    <a:pt x="88392" y="1381125"/>
                    <a:pt x="0" y="1292860"/>
                    <a:pt x="0" y="1183894"/>
                  </a:cubicBezTo>
                  <a:lnTo>
                    <a:pt x="0" y="197358"/>
                  </a:lnTo>
                  <a:cubicBezTo>
                    <a:pt x="0" y="88392"/>
                    <a:pt x="88392" y="0"/>
                    <a:pt x="197358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9832419" y="7152418"/>
            <a:ext cx="493271" cy="493271"/>
            <a:chOff x="0" y="0"/>
            <a:chExt cx="657695" cy="657695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57733" cy="657733"/>
            </a:xfrm>
            <a:custGeom>
              <a:avLst/>
              <a:gdLst/>
              <a:ahLst/>
              <a:cxnLst/>
              <a:rect r="r" b="b" t="t" l="l"/>
              <a:pathLst>
                <a:path h="657733" w="657733">
                  <a:moveTo>
                    <a:pt x="131572" y="0"/>
                  </a:moveTo>
                  <a:lnTo>
                    <a:pt x="526161" y="0"/>
                  </a:lnTo>
                  <a:cubicBezTo>
                    <a:pt x="598805" y="0"/>
                    <a:pt x="657733" y="58928"/>
                    <a:pt x="657733" y="131572"/>
                  </a:cubicBezTo>
                  <a:lnTo>
                    <a:pt x="657733" y="526161"/>
                  </a:lnTo>
                  <a:cubicBezTo>
                    <a:pt x="657733" y="598805"/>
                    <a:pt x="598805" y="657733"/>
                    <a:pt x="526161" y="657733"/>
                  </a:cubicBezTo>
                  <a:lnTo>
                    <a:pt x="131572" y="657733"/>
                  </a:lnTo>
                  <a:cubicBezTo>
                    <a:pt x="58928" y="657733"/>
                    <a:pt x="0" y="598805"/>
                    <a:pt x="0" y="526161"/>
                  </a:cubicBezTo>
                  <a:lnTo>
                    <a:pt x="0" y="131572"/>
                  </a:lnTo>
                  <a:cubicBezTo>
                    <a:pt x="0" y="58928"/>
                    <a:pt x="58928" y="0"/>
                    <a:pt x="131572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9783089" y="7152418"/>
            <a:ext cx="591922" cy="493271"/>
            <a:chOff x="0" y="0"/>
            <a:chExt cx="789229" cy="657695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789232" cy="657694"/>
            </a:xfrm>
            <a:custGeom>
              <a:avLst/>
              <a:gdLst/>
              <a:ahLst/>
              <a:cxnLst/>
              <a:rect r="r" b="b" t="t" l="l"/>
              <a:pathLst>
                <a:path h="657694" w="789232">
                  <a:moveTo>
                    <a:pt x="0" y="0"/>
                  </a:moveTo>
                  <a:lnTo>
                    <a:pt x="789232" y="0"/>
                  </a:lnTo>
                  <a:lnTo>
                    <a:pt x="789232" y="657694"/>
                  </a:lnTo>
                  <a:lnTo>
                    <a:pt x="0" y="657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20" t="0" r="-56919" b="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66675"/>
              <a:ext cx="789229" cy="724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4"/>
                </a:lnSpc>
              </a:pPr>
              <a:r>
                <a:rPr lang="en-US" sz="1554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0375011" y="7069800"/>
            <a:ext cx="4649668" cy="481864"/>
            <a:chOff x="0" y="0"/>
            <a:chExt cx="6112246" cy="633437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6112242" cy="633434"/>
            </a:xfrm>
            <a:custGeom>
              <a:avLst/>
              <a:gdLst/>
              <a:ahLst/>
              <a:cxnLst/>
              <a:rect r="r" b="b" t="t" l="l"/>
              <a:pathLst>
                <a:path h="633434" w="6112242">
                  <a:moveTo>
                    <a:pt x="0" y="0"/>
                  </a:moveTo>
                  <a:lnTo>
                    <a:pt x="6112242" y="0"/>
                  </a:lnTo>
                  <a:lnTo>
                    <a:pt x="6112242" y="633434"/>
                  </a:lnTo>
                  <a:lnTo>
                    <a:pt x="0" y="6334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76" r="34093" b="-60257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95250"/>
              <a:ext cx="6112246" cy="7286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21252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Thực hành trên Google Sites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0375011" y="7395062"/>
            <a:ext cx="5253640" cy="501254"/>
            <a:chOff x="0" y="0"/>
            <a:chExt cx="7004853" cy="668339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7004855" cy="668341"/>
            </a:xfrm>
            <a:custGeom>
              <a:avLst/>
              <a:gdLst/>
              <a:ahLst/>
              <a:cxnLst/>
              <a:rect r="r" b="b" t="t" l="l"/>
              <a:pathLst>
                <a:path h="668341" w="7004855">
                  <a:moveTo>
                    <a:pt x="0" y="0"/>
                  </a:moveTo>
                  <a:lnTo>
                    <a:pt x="7004855" y="0"/>
                  </a:lnTo>
                  <a:lnTo>
                    <a:pt x="7004855" y="668341"/>
                  </a:lnTo>
                  <a:lnTo>
                    <a:pt x="0" y="668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43" r="42726" b="-46487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95250"/>
              <a:ext cx="7004853" cy="763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8"/>
                </a:lnSpc>
              </a:pPr>
              <a:r>
                <a:rPr lang="en-US" sz="2453">
                  <a:solidFill>
                    <a:srgbClr val="212529"/>
                  </a:solidFill>
                  <a:latin typeface="Arimo"/>
                  <a:ea typeface="Arimo"/>
                  <a:cs typeface="Arimo"/>
                  <a:sym typeface="Arimo"/>
                </a:rPr>
                <a:t>Tiết sau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9289818" y="8533581"/>
            <a:ext cx="8496586" cy="1751114"/>
            <a:chOff x="0" y="0"/>
            <a:chExt cx="11328781" cy="2334819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1328908" cy="2334895"/>
            </a:xfrm>
            <a:custGeom>
              <a:avLst/>
              <a:gdLst/>
              <a:ahLst/>
              <a:cxnLst/>
              <a:rect r="r" b="b" t="t" l="l"/>
              <a:pathLst>
                <a:path h="2334895" w="11328908">
                  <a:moveTo>
                    <a:pt x="263144" y="0"/>
                  </a:moveTo>
                  <a:lnTo>
                    <a:pt x="11065763" y="0"/>
                  </a:lnTo>
                  <a:cubicBezTo>
                    <a:pt x="11211051" y="0"/>
                    <a:pt x="11328908" y="117729"/>
                    <a:pt x="11328908" y="263144"/>
                  </a:cubicBezTo>
                  <a:lnTo>
                    <a:pt x="11328908" y="2071751"/>
                  </a:lnTo>
                  <a:cubicBezTo>
                    <a:pt x="11328908" y="2217039"/>
                    <a:pt x="11211178" y="2334895"/>
                    <a:pt x="11065763" y="2334895"/>
                  </a:cubicBezTo>
                  <a:lnTo>
                    <a:pt x="263144" y="2334895"/>
                  </a:lnTo>
                  <a:cubicBezTo>
                    <a:pt x="117729" y="2334768"/>
                    <a:pt x="0" y="2217039"/>
                    <a:pt x="0" y="2071751"/>
                  </a:cubicBezTo>
                  <a:lnTo>
                    <a:pt x="0" y="263144"/>
                  </a:lnTo>
                  <a:cubicBezTo>
                    <a:pt x="0" y="117856"/>
                    <a:pt x="117856" y="0"/>
                    <a:pt x="2631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100000"/>
                  </a:srgbClr>
                </a:gs>
                <a:gs pos="100000">
                  <a:srgbClr val="7209B7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147" id="147"/>
          <p:cNvSpPr/>
          <p:nvPr/>
        </p:nvSpPr>
        <p:spPr>
          <a:xfrm flipH="false" flipV="false" rot="0">
            <a:off x="9658236" y="8829542"/>
            <a:ext cx="323707" cy="369951"/>
          </a:xfrm>
          <a:custGeom>
            <a:avLst/>
            <a:gdLst/>
            <a:ahLst/>
            <a:cxnLst/>
            <a:rect r="r" b="b" t="t" l="l"/>
            <a:pathLst>
              <a:path h="369951" w="323707">
                <a:moveTo>
                  <a:pt x="0" y="0"/>
                </a:moveTo>
                <a:lnTo>
                  <a:pt x="323707" y="0"/>
                </a:lnTo>
                <a:lnTo>
                  <a:pt x="323707" y="369951"/>
                </a:lnTo>
                <a:lnTo>
                  <a:pt x="0" y="3699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8" id="148"/>
          <p:cNvGrpSpPr/>
          <p:nvPr/>
        </p:nvGrpSpPr>
        <p:grpSpPr>
          <a:xfrm rot="0">
            <a:off x="10181968" y="8648891"/>
            <a:ext cx="2988644" cy="776897"/>
            <a:chOff x="0" y="0"/>
            <a:chExt cx="3984859" cy="1035863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984860" cy="1035859"/>
            </a:xfrm>
            <a:custGeom>
              <a:avLst/>
              <a:gdLst/>
              <a:ahLst/>
              <a:cxnLst/>
              <a:rect r="r" b="b" t="t" l="l"/>
              <a:pathLst>
                <a:path h="1035859" w="3984860">
                  <a:moveTo>
                    <a:pt x="0" y="0"/>
                  </a:moveTo>
                  <a:lnTo>
                    <a:pt x="3984860" y="0"/>
                  </a:lnTo>
                  <a:lnTo>
                    <a:pt x="3984860" y="1035859"/>
                  </a:lnTo>
                  <a:lnTo>
                    <a:pt x="0" y="10358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10" r="31917" b="26744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47625"/>
              <a:ext cx="3984859" cy="1083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Kết quả đạt được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9379310" y="9258300"/>
            <a:ext cx="8407727" cy="988213"/>
            <a:chOff x="0" y="0"/>
            <a:chExt cx="11210303" cy="1317617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1210299" cy="1317617"/>
            </a:xfrm>
            <a:custGeom>
              <a:avLst/>
              <a:gdLst/>
              <a:ahLst/>
              <a:cxnLst/>
              <a:rect r="r" b="b" t="t" l="l"/>
              <a:pathLst>
                <a:path h="1317617" w="11210299">
                  <a:moveTo>
                    <a:pt x="0" y="0"/>
                  </a:moveTo>
                  <a:lnTo>
                    <a:pt x="11210299" y="0"/>
                  </a:lnTo>
                  <a:lnTo>
                    <a:pt x="11210299" y="1317617"/>
                  </a:lnTo>
                  <a:lnTo>
                    <a:pt x="0" y="13176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59" r="4809" b="-9025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123825"/>
              <a:ext cx="11210303" cy="1441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HS nắm được các yêu cầu của website hoàn chỉnh, biết cách lựa chọn chủ đề phù hợp và hoàn thiện ý tưởng website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800481"/>
            <a:ext cx="17402175" cy="971169"/>
            <a:chOff x="0" y="0"/>
            <a:chExt cx="23202900" cy="1294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294892"/>
            </a:xfrm>
            <a:custGeom>
              <a:avLst/>
              <a:gdLst/>
              <a:ahLst/>
              <a:cxnLst/>
              <a:rect r="r" b="b" t="t" l="l"/>
              <a:pathLst>
                <a:path h="1294892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294892"/>
                  </a:lnTo>
                  <a:lnTo>
                    <a:pt x="0" y="1294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725" r="0" b="-27857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3202900" cy="1237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4800" spc="-29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Câu hỏi củng cố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0075" y="2057400"/>
            <a:ext cx="17116425" cy="2057400"/>
            <a:chOff x="0" y="0"/>
            <a:chExt cx="22821900" cy="274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219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2821900">
                  <a:moveTo>
                    <a:pt x="76200" y="0"/>
                  </a:moveTo>
                  <a:lnTo>
                    <a:pt x="22517100" y="0"/>
                  </a:lnTo>
                  <a:cubicBezTo>
                    <a:pt x="22685375" y="0"/>
                    <a:pt x="22821900" y="136525"/>
                    <a:pt x="22821900" y="304800"/>
                  </a:cubicBezTo>
                  <a:lnTo>
                    <a:pt x="22821900" y="2438400"/>
                  </a:lnTo>
                  <a:cubicBezTo>
                    <a:pt x="22821900" y="2606675"/>
                    <a:pt x="22685375" y="2743200"/>
                    <a:pt x="22517100" y="2743200"/>
                  </a:cubicBezTo>
                  <a:lnTo>
                    <a:pt x="76200" y="2743200"/>
                  </a:lnTo>
                  <a:cubicBezTo>
                    <a:pt x="34163" y="2743200"/>
                    <a:pt x="0" y="2709037"/>
                    <a:pt x="0" y="2667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00075" y="2057400"/>
            <a:ext cx="57150" cy="2057400"/>
            <a:chOff x="0" y="0"/>
            <a:chExt cx="76200" cy="274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6200">
                  <a:moveTo>
                    <a:pt x="76200" y="0"/>
                  </a:moveTo>
                  <a:lnTo>
                    <a:pt x="76200" y="2743200"/>
                  </a:lnTo>
                  <a:cubicBezTo>
                    <a:pt x="34163" y="2743200"/>
                    <a:pt x="0" y="2709037"/>
                    <a:pt x="0" y="2667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71550" y="2400300"/>
            <a:ext cx="800100" cy="800100"/>
            <a:chOff x="0" y="0"/>
            <a:chExt cx="1066800" cy="1066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5825" y="2400300"/>
            <a:ext cx="971550" cy="800100"/>
            <a:chOff x="0" y="0"/>
            <a:chExt cx="1295400" cy="1066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54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295400">
                  <a:moveTo>
                    <a:pt x="0" y="0"/>
                  </a:moveTo>
                  <a:lnTo>
                    <a:pt x="1295400" y="0"/>
                  </a:lnTo>
                  <a:lnTo>
                    <a:pt x="12954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954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2"/>
                </a:lnSpc>
              </a:pPr>
              <a:r>
                <a:rPr lang="en-US" b="true" sz="3600" spc="-21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00250" y="2259059"/>
            <a:ext cx="15516225" cy="541291"/>
            <a:chOff x="0" y="0"/>
            <a:chExt cx="20688300" cy="7217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8300" cy="721721"/>
            </a:xfrm>
            <a:custGeom>
              <a:avLst/>
              <a:gdLst/>
              <a:ahLst/>
              <a:cxnLst/>
              <a:rect r="r" b="b" t="t" l="l"/>
              <a:pathLst>
                <a:path h="721721" w="20688300">
                  <a:moveTo>
                    <a:pt x="0" y="0"/>
                  </a:moveTo>
                  <a:lnTo>
                    <a:pt x="20688300" y="0"/>
                  </a:lnTo>
                  <a:lnTo>
                    <a:pt x="20688300" y="721721"/>
                  </a:lnTo>
                  <a:lnTo>
                    <a:pt x="0" y="7217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90" r="0" b="-4954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0688300" cy="788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b="true" sz="2700" spc="-16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Một website hoàn chỉnh cần đáp ứng những yêu cầu gì?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00250" y="2971800"/>
            <a:ext cx="15373350" cy="800100"/>
            <a:chOff x="0" y="0"/>
            <a:chExt cx="20497800" cy="1066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497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0497800">
                  <a:moveTo>
                    <a:pt x="228600" y="0"/>
                  </a:moveTo>
                  <a:lnTo>
                    <a:pt x="20269200" y="0"/>
                  </a:lnTo>
                  <a:cubicBezTo>
                    <a:pt x="20395312" y="0"/>
                    <a:pt x="20497800" y="102489"/>
                    <a:pt x="20497800" y="228600"/>
                  </a:cubicBezTo>
                  <a:lnTo>
                    <a:pt x="20497800" y="838200"/>
                  </a:lnTo>
                  <a:cubicBezTo>
                    <a:pt x="20497800" y="964311"/>
                    <a:pt x="20395312" y="1066800"/>
                    <a:pt x="20269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228850" y="3200400"/>
            <a:ext cx="15030450" cy="342900"/>
            <a:chOff x="0" y="0"/>
            <a:chExt cx="20040600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040600" cy="457200"/>
            </a:xfrm>
            <a:custGeom>
              <a:avLst/>
              <a:gdLst/>
              <a:ahLst/>
              <a:cxnLst/>
              <a:rect r="r" b="b" t="t" l="l"/>
              <a:pathLst>
                <a:path h="457200" w="20040600">
                  <a:moveTo>
                    <a:pt x="0" y="0"/>
                  </a:moveTo>
                  <a:lnTo>
                    <a:pt x="20040600" y="0"/>
                  </a:lnTo>
                  <a:lnTo>
                    <a:pt x="20040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094" r="0" b="-8040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200406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Gợi ý: Nêu 5 tiêu chí đánh giá website theo SGK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00075" y="4400550"/>
            <a:ext cx="17116425" cy="2057400"/>
            <a:chOff x="0" y="0"/>
            <a:chExt cx="22821900" cy="2743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8219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2821900">
                  <a:moveTo>
                    <a:pt x="76200" y="0"/>
                  </a:moveTo>
                  <a:lnTo>
                    <a:pt x="22517100" y="0"/>
                  </a:lnTo>
                  <a:cubicBezTo>
                    <a:pt x="22685375" y="0"/>
                    <a:pt x="22821900" y="136525"/>
                    <a:pt x="22821900" y="304800"/>
                  </a:cubicBezTo>
                  <a:lnTo>
                    <a:pt x="22821900" y="2438400"/>
                  </a:lnTo>
                  <a:cubicBezTo>
                    <a:pt x="22821900" y="2606675"/>
                    <a:pt x="22685375" y="2743200"/>
                    <a:pt x="22517100" y="2743200"/>
                  </a:cubicBezTo>
                  <a:lnTo>
                    <a:pt x="76200" y="2743200"/>
                  </a:lnTo>
                  <a:cubicBezTo>
                    <a:pt x="34163" y="2743200"/>
                    <a:pt x="0" y="2709037"/>
                    <a:pt x="0" y="2667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0075" y="4400550"/>
            <a:ext cx="57150" cy="2057400"/>
            <a:chOff x="0" y="0"/>
            <a:chExt cx="76200" cy="2743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6200">
                  <a:moveTo>
                    <a:pt x="76200" y="0"/>
                  </a:moveTo>
                  <a:lnTo>
                    <a:pt x="76200" y="2743200"/>
                  </a:lnTo>
                  <a:cubicBezTo>
                    <a:pt x="34163" y="2743200"/>
                    <a:pt x="0" y="2709037"/>
                    <a:pt x="0" y="2667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1550" y="4743450"/>
            <a:ext cx="800100" cy="800100"/>
            <a:chOff x="0" y="0"/>
            <a:chExt cx="1066800" cy="1066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7209B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85825" y="4743450"/>
            <a:ext cx="971550" cy="800100"/>
            <a:chOff x="0" y="0"/>
            <a:chExt cx="1295400" cy="1066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954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295400">
                  <a:moveTo>
                    <a:pt x="0" y="0"/>
                  </a:moveTo>
                  <a:lnTo>
                    <a:pt x="1295400" y="0"/>
                  </a:lnTo>
                  <a:lnTo>
                    <a:pt x="12954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954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2"/>
                </a:lnSpc>
              </a:pPr>
              <a:r>
                <a:rPr lang="en-US" b="true" sz="3600" spc="-21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00250" y="4600575"/>
            <a:ext cx="15516225" cy="542925"/>
            <a:chOff x="0" y="0"/>
            <a:chExt cx="20688300" cy="7239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688300" cy="723900"/>
            </a:xfrm>
            <a:custGeom>
              <a:avLst/>
              <a:gdLst/>
              <a:ahLst/>
              <a:cxnLst/>
              <a:rect r="r" b="b" t="t" l="l"/>
              <a:pathLst>
                <a:path h="723900" w="20688300">
                  <a:moveTo>
                    <a:pt x="0" y="0"/>
                  </a:moveTo>
                  <a:lnTo>
                    <a:pt x="20688300" y="0"/>
                  </a:lnTo>
                  <a:lnTo>
                    <a:pt x="206883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019" r="0" b="-49370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0688300" cy="79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b="true" sz="2700" spc="-16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Lựa chọn chủ đề website cần lưu ý những gì?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000250" y="5314950"/>
            <a:ext cx="15373350" cy="800100"/>
            <a:chOff x="0" y="0"/>
            <a:chExt cx="20497800" cy="1066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497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0497800">
                  <a:moveTo>
                    <a:pt x="228600" y="0"/>
                  </a:moveTo>
                  <a:lnTo>
                    <a:pt x="20269200" y="0"/>
                  </a:lnTo>
                  <a:cubicBezTo>
                    <a:pt x="20395312" y="0"/>
                    <a:pt x="20497800" y="102489"/>
                    <a:pt x="20497800" y="228600"/>
                  </a:cubicBezTo>
                  <a:lnTo>
                    <a:pt x="20497800" y="838200"/>
                  </a:lnTo>
                  <a:cubicBezTo>
                    <a:pt x="20497800" y="964311"/>
                    <a:pt x="20395312" y="1066800"/>
                    <a:pt x="20269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228850" y="5543550"/>
            <a:ext cx="15030450" cy="342900"/>
            <a:chOff x="0" y="0"/>
            <a:chExt cx="20040600" cy="457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040600" cy="457200"/>
            </a:xfrm>
            <a:custGeom>
              <a:avLst/>
              <a:gdLst/>
              <a:ahLst/>
              <a:cxnLst/>
              <a:rect r="r" b="b" t="t" l="l"/>
              <a:pathLst>
                <a:path h="457200" w="20040600">
                  <a:moveTo>
                    <a:pt x="0" y="0"/>
                  </a:moveTo>
                  <a:lnTo>
                    <a:pt x="20040600" y="0"/>
                  </a:lnTo>
                  <a:lnTo>
                    <a:pt x="20040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094" r="0" b="-80409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200406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Gợi ý: Nêu 4 tiêu chí lựa chọn chủ đề tốt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00075" y="6743700"/>
            <a:ext cx="17116425" cy="2057400"/>
            <a:chOff x="0" y="0"/>
            <a:chExt cx="22821900" cy="2743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8219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2821900">
                  <a:moveTo>
                    <a:pt x="76200" y="0"/>
                  </a:moveTo>
                  <a:lnTo>
                    <a:pt x="22517100" y="0"/>
                  </a:lnTo>
                  <a:cubicBezTo>
                    <a:pt x="22685375" y="0"/>
                    <a:pt x="22821900" y="136525"/>
                    <a:pt x="22821900" y="304800"/>
                  </a:cubicBezTo>
                  <a:lnTo>
                    <a:pt x="22821900" y="2438400"/>
                  </a:lnTo>
                  <a:cubicBezTo>
                    <a:pt x="22821900" y="2606675"/>
                    <a:pt x="22685375" y="2743200"/>
                    <a:pt x="22517100" y="2743200"/>
                  </a:cubicBezTo>
                  <a:lnTo>
                    <a:pt x="76200" y="2743200"/>
                  </a:lnTo>
                  <a:cubicBezTo>
                    <a:pt x="34163" y="2743200"/>
                    <a:pt x="0" y="2709037"/>
                    <a:pt x="0" y="2667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00075" y="6743700"/>
            <a:ext cx="57150" cy="2057400"/>
            <a:chOff x="0" y="0"/>
            <a:chExt cx="76200" cy="2743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6200">
                  <a:moveTo>
                    <a:pt x="76200" y="0"/>
                  </a:moveTo>
                  <a:lnTo>
                    <a:pt x="76200" y="2743200"/>
                  </a:lnTo>
                  <a:cubicBezTo>
                    <a:pt x="34163" y="2743200"/>
                    <a:pt x="0" y="2709037"/>
                    <a:pt x="0" y="2667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71550" y="7086600"/>
            <a:ext cx="800100" cy="800100"/>
            <a:chOff x="0" y="0"/>
            <a:chExt cx="1066800" cy="1066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7258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85825" y="7086600"/>
            <a:ext cx="971550" cy="800100"/>
            <a:chOff x="0" y="0"/>
            <a:chExt cx="1295400" cy="1066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954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295400">
                  <a:moveTo>
                    <a:pt x="0" y="0"/>
                  </a:moveTo>
                  <a:lnTo>
                    <a:pt x="1295400" y="0"/>
                  </a:lnTo>
                  <a:lnTo>
                    <a:pt x="12954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2954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2"/>
                </a:lnSpc>
              </a:pPr>
              <a:r>
                <a:rPr lang="en-US" b="true" sz="3600" spc="-21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000250" y="6943725"/>
            <a:ext cx="15516225" cy="542925"/>
            <a:chOff x="0" y="0"/>
            <a:chExt cx="20688300" cy="7239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688300" cy="723900"/>
            </a:xfrm>
            <a:custGeom>
              <a:avLst/>
              <a:gdLst/>
              <a:ahLst/>
              <a:cxnLst/>
              <a:rect r="r" b="b" t="t" l="l"/>
              <a:pathLst>
                <a:path h="723900" w="20688300">
                  <a:moveTo>
                    <a:pt x="0" y="0"/>
                  </a:moveTo>
                  <a:lnTo>
                    <a:pt x="20688300" y="0"/>
                  </a:lnTo>
                  <a:lnTo>
                    <a:pt x="206883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019" r="0" b="-49370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20688300" cy="79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b="true" sz="2700" spc="-16">
                  <a:solidFill>
                    <a:srgbClr val="21252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Website của em sẽ có những trang nào?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000250" y="7658100"/>
            <a:ext cx="15373350" cy="800100"/>
            <a:chOff x="0" y="0"/>
            <a:chExt cx="20497800" cy="1066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97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0497800">
                  <a:moveTo>
                    <a:pt x="228600" y="0"/>
                  </a:moveTo>
                  <a:lnTo>
                    <a:pt x="20269200" y="0"/>
                  </a:lnTo>
                  <a:cubicBezTo>
                    <a:pt x="20395312" y="0"/>
                    <a:pt x="20497800" y="102489"/>
                    <a:pt x="20497800" y="228600"/>
                  </a:cubicBezTo>
                  <a:lnTo>
                    <a:pt x="20497800" y="838200"/>
                  </a:lnTo>
                  <a:cubicBezTo>
                    <a:pt x="20497800" y="964311"/>
                    <a:pt x="20395312" y="1066800"/>
                    <a:pt x="20269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228850" y="7886700"/>
            <a:ext cx="15030450" cy="342900"/>
            <a:chOff x="0" y="0"/>
            <a:chExt cx="20040600" cy="457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040600" cy="457200"/>
            </a:xfrm>
            <a:custGeom>
              <a:avLst/>
              <a:gdLst/>
              <a:ahLst/>
              <a:cxnLst/>
              <a:rect r="r" b="b" t="t" l="l"/>
              <a:pathLst>
                <a:path h="457200" w="20040600">
                  <a:moveTo>
                    <a:pt x="0" y="0"/>
                  </a:moveTo>
                  <a:lnTo>
                    <a:pt x="20040600" y="0"/>
                  </a:lnTo>
                  <a:lnTo>
                    <a:pt x="20040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094" r="0" b="-80409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0"/>
              <a:ext cx="200406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spc="-14">
                  <a:solidFill>
                    <a:srgbClr val="21252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Gợi ý: Dựa vào chủ đề đã chọn, nêu 3-4 trang nội dung chính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71500" y="9029700"/>
            <a:ext cx="17145000" cy="857250"/>
            <a:chOff x="0" y="0"/>
            <a:chExt cx="22860000" cy="1143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86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489"/>
                    <a:pt x="22860000" y="228600"/>
                  </a:cubicBezTo>
                  <a:lnTo>
                    <a:pt x="22860000" y="914400"/>
                  </a:lnTo>
                  <a:cubicBezTo>
                    <a:pt x="22860000" y="1040511"/>
                    <a:pt x="22757512" y="1143000"/>
                    <a:pt x="22631400" y="1143000"/>
                  </a:cubicBezTo>
                  <a:lnTo>
                    <a:pt x="228600" y="1143000"/>
                  </a:lnTo>
                  <a:cubicBezTo>
                    <a:pt x="102489" y="1143000"/>
                    <a:pt x="0" y="1040511"/>
                    <a:pt x="0" y="914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100000"/>
                  </a:srgbClr>
                </a:gs>
                <a:gs pos="100000">
                  <a:srgbClr val="7209B7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6759416" y="9349750"/>
            <a:ext cx="289322" cy="257175"/>
          </a:xfrm>
          <a:custGeom>
            <a:avLst/>
            <a:gdLst/>
            <a:ahLst/>
            <a:cxnLst/>
            <a:rect r="r" b="b" t="t" l="l"/>
            <a:pathLst>
              <a:path h="257175" w="289322">
                <a:moveTo>
                  <a:pt x="0" y="0"/>
                </a:moveTo>
                <a:lnTo>
                  <a:pt x="289322" y="0"/>
                </a:lnTo>
                <a:lnTo>
                  <a:pt x="289322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7185717" y="9292600"/>
            <a:ext cx="4754344" cy="356010"/>
            <a:chOff x="0" y="0"/>
            <a:chExt cx="5902160" cy="441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902166" cy="441960"/>
            </a:xfrm>
            <a:custGeom>
              <a:avLst/>
              <a:gdLst/>
              <a:ahLst/>
              <a:cxnLst/>
              <a:rect r="r" b="b" t="t" l="l"/>
              <a:pathLst>
                <a:path h="441960" w="5902166">
                  <a:moveTo>
                    <a:pt x="0" y="0"/>
                  </a:moveTo>
                  <a:lnTo>
                    <a:pt x="5902166" y="0"/>
                  </a:lnTo>
                  <a:lnTo>
                    <a:pt x="5902166" y="441960"/>
                  </a:lnTo>
                  <a:lnTo>
                    <a:pt x="0" y="441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13" r="0" b="-21021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0"/>
              <a:ext cx="5902160" cy="537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b="true" sz="2400" spc="-14">
                  <a:solidFill>
                    <a:srgbClr val="FFFFFF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HS trả lởi → GV nhận xét và bổ sung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static.vecteezy.com/768638b3f912995cd1f98a4c45f15f4d97239313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0" t="-38888" r="0" b="-388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361EE">
                    <a:alpha val="95000"/>
                  </a:srgbClr>
                </a:gs>
                <a:gs pos="50000">
                  <a:srgbClr val="7209B7">
                    <a:alpha val="90000"/>
                  </a:srgbClr>
                </a:gs>
                <a:gs pos="100000">
                  <a:srgbClr val="F72585">
                    <a:alpha val="85000"/>
                  </a:srgbClr>
                </a:gs>
              </a:gsLst>
              <a:lin ang="3638535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715375" y="1741646"/>
            <a:ext cx="857250" cy="857250"/>
          </a:xfrm>
          <a:custGeom>
            <a:avLst/>
            <a:gdLst/>
            <a:ahLst/>
            <a:cxnLst/>
            <a:rect r="r" b="b" t="t" l="l"/>
            <a:pathLst>
              <a:path h="857250" w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182610" y="2170271"/>
            <a:ext cx="7929562" cy="3501866"/>
            <a:chOff x="0" y="0"/>
            <a:chExt cx="10572750" cy="46691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72750" cy="4669155"/>
            </a:xfrm>
            <a:custGeom>
              <a:avLst/>
              <a:gdLst/>
              <a:ahLst/>
              <a:cxnLst/>
              <a:rect r="r" b="b" t="t" l="l"/>
              <a:pathLst>
                <a:path h="4669155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4669155"/>
                  </a:lnTo>
                  <a:lnTo>
                    <a:pt x="0" y="466915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521" r="0" b="2527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0572750" cy="4678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00"/>
                </a:lnSpc>
              </a:pPr>
              <a:r>
                <a:rPr lang="en-US" sz="675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Cảm ơn các em</a:t>
              </a:r>
            </a:p>
            <a:p>
              <a:pPr algn="ctr">
                <a:lnSpc>
                  <a:spcPts val="8100"/>
                </a:lnSpc>
              </a:pPr>
              <a:r>
                <a:rPr lang="en-US" sz="675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đã tham gia bài học!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0" y="5672138"/>
            <a:ext cx="1828800" cy="85725"/>
            <a:chOff x="0" y="0"/>
            <a:chExt cx="2438400" cy="114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114300"/>
            </a:xfrm>
            <a:custGeom>
              <a:avLst/>
              <a:gdLst/>
              <a:ahLst/>
              <a:cxnLst/>
              <a:rect r="r" b="b" t="t" l="l"/>
              <a:pathLst>
                <a:path h="114300" w="2438400">
                  <a:moveTo>
                    <a:pt x="57150" y="0"/>
                  </a:moveTo>
                  <a:lnTo>
                    <a:pt x="2381250" y="0"/>
                  </a:lnTo>
                  <a:cubicBezTo>
                    <a:pt x="2412746" y="0"/>
                    <a:pt x="2438400" y="25654"/>
                    <a:pt x="2438400" y="57150"/>
                  </a:cubicBezTo>
                  <a:cubicBezTo>
                    <a:pt x="2438400" y="88646"/>
                    <a:pt x="2412746" y="114300"/>
                    <a:pt x="2381250" y="114300"/>
                  </a:cubicBezTo>
                  <a:lnTo>
                    <a:pt x="57150" y="114300"/>
                  </a:lnTo>
                  <a:cubicBezTo>
                    <a:pt x="25654" y="114300"/>
                    <a:pt x="0" y="88646"/>
                    <a:pt x="0" y="57150"/>
                  </a:cubicBezTo>
                  <a:cubicBezTo>
                    <a:pt x="0" y="25654"/>
                    <a:pt x="25654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504078" y="6215062"/>
            <a:ext cx="7286625" cy="457200"/>
            <a:chOff x="0" y="0"/>
            <a:chExt cx="97155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155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15500">
                  <a:moveTo>
                    <a:pt x="0" y="0"/>
                  </a:moveTo>
                  <a:lnTo>
                    <a:pt x="9715500" y="0"/>
                  </a:lnTo>
                  <a:lnTo>
                    <a:pt x="97155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0542" r="0" b="-26054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7155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Hẹn gặp lại các em ở tiết thực hành tiếp theo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DAHFV2Hrr_I</dc:identifier>
  <dcterms:modified xsi:type="dcterms:W3CDTF">2011-08-01T06:04:30Z</dcterms:modified>
  <cp:revision>1</cp:revision>
  <dc:title>Bài 28_ Thực hành tổng hợp (1).pptx</dc:title>
</cp:coreProperties>
</file>
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Literaturnaya Bold" charset="1" panose="02020803070505020403"/>
      <p:regular r:id="rId35"/>
    </p:embeddedFont>
    <p:embeddedFont>
      <p:font typeface="Arimo" charset="1" panose="020B0604020202020204"/>
      <p:regular r:id="rId36"/>
    </p:embeddedFont>
    <p:embeddedFont>
      <p:font typeface="Cabin Bold" charset="1" panose="00000800000000000000"/>
      <p:regular r:id="rId38"/>
    </p:embeddedFont>
    <p:embeddedFont>
      <p:font typeface="Cabin" charset="1" panose="000005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notesSlides/notesSlide4.xml" Type="http://schemas.openxmlformats.org/officeDocument/2006/relationships/notesSlide"/><Relationship Id="rId42" Target="notesSlides/notesSlide5.xml" Type="http://schemas.openxmlformats.org/officeDocument/2006/relationships/notesSlide"/><Relationship Id="rId43" Target="notesSlides/notesSlide6.xml" Type="http://schemas.openxmlformats.org/officeDocument/2006/relationships/notesSlide"/><Relationship Id="rId44" Target="notesSlides/notesSlide7.xml" Type="http://schemas.openxmlformats.org/officeDocument/2006/relationships/notesSlide"/><Relationship Id="rId45" Target="notesSlides/notesSlide8.xml" Type="http://schemas.openxmlformats.org/officeDocument/2006/relationships/notesSlide"/><Relationship Id="rId46" Target="notesSlides/notesSlide9.xml" Type="http://schemas.openxmlformats.org/officeDocument/2006/relationships/notesSlide"/><Relationship Id="rId47" Target="notesSlides/notesSlide10.xml" Type="http://schemas.openxmlformats.org/officeDocument/2006/relationships/notesSlide"/><Relationship Id="rId48" Target="notesSlides/notesSlide11.xml" Type="http://schemas.openxmlformats.org/officeDocument/2006/relationships/notesSlide"/><Relationship Id="rId49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notesSlides/notesSlide16.xml" Type="http://schemas.openxmlformats.org/officeDocument/2006/relationships/notesSlide"/><Relationship Id="rId54" Target="notesSlides/notesSlide17.xml" Type="http://schemas.openxmlformats.org/officeDocument/2006/relationships/notesSlide"/><Relationship Id="rId55" Target="notesSlides/notesSlide18.xml" Type="http://schemas.openxmlformats.org/officeDocument/2006/relationships/notesSlide"/><Relationship Id="rId56" Target="notesSlides/notesSlide19.xml" Type="http://schemas.openxmlformats.org/officeDocument/2006/relationships/notesSlide"/><Relationship Id="rId57" Target="notesSlides/notesSlide20.xml" Type="http://schemas.openxmlformats.org/officeDocument/2006/relationships/notesSlide"/><Relationship Id="rId58" Target="notesSlides/notesSlide21.xml" Type="http://schemas.openxmlformats.org/officeDocument/2006/relationships/notesSlide"/><Relationship Id="rId59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23.xml" Type="http://schemas.openxmlformats.org/officeDocument/2006/relationships/notesSlide"/><Relationship Id="rId61" Target="notesSlides/notesSlide24.xml" Type="http://schemas.openxmlformats.org/officeDocument/2006/relationships/notesSlide"/><Relationship Id="rId62" Target="notesSlides/notesSlide25.xml" Type="http://schemas.openxmlformats.org/officeDocument/2006/relationships/notesSlide"/><Relationship Id="rId63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15" Target="../media/image16.png" Type="http://schemas.openxmlformats.org/officeDocument/2006/relationships/image"/><Relationship Id="rId16" Target="../media/image17.svg" Type="http://schemas.openxmlformats.org/officeDocument/2006/relationships/image"/><Relationship Id="rId17" Target="../media/image18.png" Type="http://schemas.openxmlformats.org/officeDocument/2006/relationships/image"/><Relationship Id="rId18" Target="../media/image19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0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3.pn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34.png" Type="http://schemas.openxmlformats.org/officeDocument/2006/relationships/image"/><Relationship Id="rId6" Target="../media/image35.svg" Type="http://schemas.openxmlformats.org/officeDocument/2006/relationships/image"/><Relationship Id="rId7" Target="../media/image36.png" Type="http://schemas.openxmlformats.org/officeDocument/2006/relationships/image"/><Relationship Id="rId8" Target="../media/image37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5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Relationship Id="rId7" Target="../media/image42.png" Type="http://schemas.openxmlformats.org/officeDocument/2006/relationships/image"/><Relationship Id="rId8" Target="../media/image43.svg" Type="http://schemas.openxmlformats.org/officeDocument/2006/relationships/image"/><Relationship Id="rId9" Target="../media/image4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8.jpe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9.png" Type="http://schemas.openxmlformats.org/officeDocument/2006/relationships/image"/><Relationship Id="rId6" Target="../media/image5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59.png" Type="http://schemas.openxmlformats.org/officeDocument/2006/relationships/image"/><Relationship Id="rId14" Target="../media/image60.svg" Type="http://schemas.openxmlformats.org/officeDocument/2006/relationships/image"/><Relationship Id="rId15" Target="../media/image61.png" Type="http://schemas.openxmlformats.org/officeDocument/2006/relationships/image"/><Relationship Id="rId16" Target="../media/image62.svg" Type="http://schemas.openxmlformats.org/officeDocument/2006/relationships/image"/><Relationship Id="rId17" Target="../media/image63.png" Type="http://schemas.openxmlformats.org/officeDocument/2006/relationships/image"/><Relationship Id="rId18" Target="../media/image64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65.pn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66.png" Type="http://schemas.openxmlformats.org/officeDocument/2006/relationships/image"/><Relationship Id="rId6" Target="../media/image67.svg" Type="http://schemas.openxmlformats.org/officeDocument/2006/relationships/image"/><Relationship Id="rId7" Target="../media/image68.png" Type="http://schemas.openxmlformats.org/officeDocument/2006/relationships/image"/><Relationship Id="rId8" Target="../media/image69.sv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74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svg" Type="http://schemas.openxmlformats.org/officeDocument/2006/relationships/image"/><Relationship Id="rId11" Target="../media/image81.png" Type="http://schemas.openxmlformats.org/officeDocument/2006/relationships/image"/><Relationship Id="rId12" Target="../media/image82.svg" Type="http://schemas.openxmlformats.org/officeDocument/2006/relationships/image"/><Relationship Id="rId13" Target="../media/image83.png" Type="http://schemas.openxmlformats.org/officeDocument/2006/relationships/image"/><Relationship Id="rId14" Target="../media/image84.svg" Type="http://schemas.openxmlformats.org/officeDocument/2006/relationships/image"/><Relationship Id="rId15" Target="../media/image85.png" Type="http://schemas.openxmlformats.org/officeDocument/2006/relationships/image"/><Relationship Id="rId16" Target="../media/image86.svg" Type="http://schemas.openxmlformats.org/officeDocument/2006/relationships/image"/><Relationship Id="rId17" Target="../media/image87.png" Type="http://schemas.openxmlformats.org/officeDocument/2006/relationships/image"/><Relationship Id="rId18" Target="../media/image88.svg" Type="http://schemas.openxmlformats.org/officeDocument/2006/relationships/image"/><Relationship Id="rId2" Target="../notesSlides/notesSlide17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75.png" Type="http://schemas.openxmlformats.org/officeDocument/2006/relationships/image"/><Relationship Id="rId6" Target="../media/image76.svg" Type="http://schemas.openxmlformats.org/officeDocument/2006/relationships/image"/><Relationship Id="rId7" Target="../media/image77.png" Type="http://schemas.openxmlformats.org/officeDocument/2006/relationships/image"/><Relationship Id="rId8" Target="../media/image78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svg" Type="http://schemas.openxmlformats.org/officeDocument/2006/relationships/image"/><Relationship Id="rId11" Target="../media/image95.png" Type="http://schemas.openxmlformats.org/officeDocument/2006/relationships/image"/><Relationship Id="rId12" Target="../media/image96.svg" Type="http://schemas.openxmlformats.org/officeDocument/2006/relationships/image"/><Relationship Id="rId13" Target="../media/image97.png" Type="http://schemas.openxmlformats.org/officeDocument/2006/relationships/image"/><Relationship Id="rId14" Target="../media/image98.svg" Type="http://schemas.openxmlformats.org/officeDocument/2006/relationships/image"/><Relationship Id="rId2" Target="../notesSlides/notesSlide18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Relationship Id="rId9" Target="../media/image9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4.svg" Type="http://schemas.openxmlformats.org/officeDocument/2006/relationships/image"/><Relationship Id="rId11" Target="../media/image105.png" Type="http://schemas.openxmlformats.org/officeDocument/2006/relationships/image"/><Relationship Id="rId12" Target="../media/image106.sv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99.png" Type="http://schemas.openxmlformats.org/officeDocument/2006/relationships/image"/><Relationship Id="rId6" Target="../media/image100.svg" Type="http://schemas.openxmlformats.org/officeDocument/2006/relationships/image"/><Relationship Id="rId7" Target="../media/image101.png" Type="http://schemas.openxmlformats.org/officeDocument/2006/relationships/image"/><Relationship Id="rId8" Target="../media/image102.svg" Type="http://schemas.openxmlformats.org/officeDocument/2006/relationships/image"/><Relationship Id="rId9" Target="../media/image10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107.jpeg" Type="http://schemas.openxmlformats.org/officeDocument/2006/relationships/image"/><Relationship Id="rId4" Target="../media/image3.jpeg" Type="http://schemas.openxmlformats.org/officeDocument/2006/relationships/image"/><Relationship Id="rId5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svg" Type="http://schemas.openxmlformats.org/officeDocument/2006/relationships/image"/><Relationship Id="rId11" Target="../media/image112.png" Type="http://schemas.openxmlformats.org/officeDocument/2006/relationships/image"/><Relationship Id="rId12" Target="../media/image113.svg" Type="http://schemas.openxmlformats.org/officeDocument/2006/relationships/image"/><Relationship Id="rId13" Target="../media/image114.png" Type="http://schemas.openxmlformats.org/officeDocument/2006/relationships/image"/><Relationship Id="rId14" Target="../media/image115.svg" Type="http://schemas.openxmlformats.org/officeDocument/2006/relationships/image"/><Relationship Id="rId15" Target="../media/image116.png" Type="http://schemas.openxmlformats.org/officeDocument/2006/relationships/image"/><Relationship Id="rId16" Target="../media/image117.sv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8.png" Type="http://schemas.openxmlformats.org/officeDocument/2006/relationships/image"/><Relationship Id="rId8" Target="../media/image109.sv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3.svg" Type="http://schemas.openxmlformats.org/officeDocument/2006/relationships/image"/><Relationship Id="rId11" Target="../media/image124.png" Type="http://schemas.openxmlformats.org/officeDocument/2006/relationships/image"/><Relationship Id="rId12" Target="../media/image125.svg" Type="http://schemas.openxmlformats.org/officeDocument/2006/relationships/image"/><Relationship Id="rId2" Target="../notesSlides/notesSlide23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118.png" Type="http://schemas.openxmlformats.org/officeDocument/2006/relationships/image"/><Relationship Id="rId6" Target="../media/image119.svg" Type="http://schemas.openxmlformats.org/officeDocument/2006/relationships/image"/><Relationship Id="rId7" Target="../media/image120.png" Type="http://schemas.openxmlformats.org/officeDocument/2006/relationships/image"/><Relationship Id="rId8" Target="../media/image121.svg" Type="http://schemas.openxmlformats.org/officeDocument/2006/relationships/image"/><Relationship Id="rId9" Target="../media/image122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2" Target="../notesSlides/notesSlide24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126.png" Type="http://schemas.openxmlformats.org/officeDocument/2006/relationships/image"/><Relationship Id="rId6" Target="../media/image127.svg" Type="http://schemas.openxmlformats.org/officeDocument/2006/relationships/image"/><Relationship Id="rId7" Target="../media/image112.png" Type="http://schemas.openxmlformats.org/officeDocument/2006/relationships/image"/><Relationship Id="rId8" Target="../media/image113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134.png" Type="http://schemas.openxmlformats.org/officeDocument/2006/relationships/image"/><Relationship Id="rId14" Target="../media/image135.svg" Type="http://schemas.openxmlformats.org/officeDocument/2006/relationships/image"/><Relationship Id="rId15" Target="../media/image136.png" Type="http://schemas.openxmlformats.org/officeDocument/2006/relationships/image"/><Relationship Id="rId16" Target="../media/image137.svg" Type="http://schemas.openxmlformats.org/officeDocument/2006/relationships/image"/><Relationship Id="rId17" Target="../media/image138.png" Type="http://schemas.openxmlformats.org/officeDocument/2006/relationships/image"/><Relationship Id="rId18" Target="../media/image139.svg" Type="http://schemas.openxmlformats.org/officeDocument/2006/relationships/image"/><Relationship Id="rId2" Target="../notesSlides/notesSlide25.xml" Type="http://schemas.openxmlformats.org/officeDocument/2006/relationships/notesSlide"/><Relationship Id="rId3" Target="../media/image3.jpeg" Type="http://schemas.openxmlformats.org/officeDocument/2006/relationships/image"/><Relationship Id="rId4" Target="../media/image2.jpeg" Type="http://schemas.openxmlformats.org/officeDocument/2006/relationships/image"/><Relationship Id="rId5" Target="../media/image128.png" Type="http://schemas.openxmlformats.org/officeDocument/2006/relationships/image"/><Relationship Id="rId6" Target="../media/image129.svg" Type="http://schemas.openxmlformats.org/officeDocument/2006/relationships/image"/><Relationship Id="rId7" Target="../media/image130.png" Type="http://schemas.openxmlformats.org/officeDocument/2006/relationships/image"/><Relationship Id="rId8" Target="../media/image131.sv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4.png" Type="http://schemas.openxmlformats.org/officeDocument/2006/relationships/image"/><Relationship Id="rId11" Target="../media/image145.svg" Type="http://schemas.openxmlformats.org/officeDocument/2006/relationships/image"/><Relationship Id="rId12" Target="../media/image146.png" Type="http://schemas.openxmlformats.org/officeDocument/2006/relationships/image"/><Relationship Id="rId13" Target="../media/image147.svg" Type="http://schemas.openxmlformats.org/officeDocument/2006/relationships/image"/><Relationship Id="rId2" Target="../notesSlides/notesSlide26.xml" Type="http://schemas.openxmlformats.org/officeDocument/2006/relationships/notesSlide"/><Relationship Id="rId3" Target="../media/image20.jpeg" Type="http://schemas.openxmlformats.org/officeDocument/2006/relationships/image"/><Relationship Id="rId4" Target="../media/image140.png" Type="http://schemas.openxmlformats.org/officeDocument/2006/relationships/image"/><Relationship Id="rId5" Target="../media/image141.svg" Type="http://schemas.openxmlformats.org/officeDocument/2006/relationships/image"/><Relationship Id="rId6" Target="../media/image3.jpeg" Type="http://schemas.openxmlformats.org/officeDocument/2006/relationships/image"/><Relationship Id="rId7" Target="../media/image2.jpeg" Type="http://schemas.openxmlformats.org/officeDocument/2006/relationships/image"/><Relationship Id="rId8" Target="../media/image142.png" Type="http://schemas.openxmlformats.org/officeDocument/2006/relationships/image"/><Relationship Id="rId9" Target="../media/image14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media.mopinion.com/651df4d90f2fe1225e1284e33749ba1007a9c39a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4666" r="0" b="-466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95000"/>
                  </a:srgbClr>
                </a:gs>
                <a:gs pos="100000">
                  <a:srgbClr val="34A853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673553"/>
            <a:ext cx="2757488" cy="628650"/>
            <a:chOff x="0" y="0"/>
            <a:chExt cx="36766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76650" cy="838200"/>
            </a:xfrm>
            <a:custGeom>
              <a:avLst/>
              <a:gdLst/>
              <a:ahLst/>
              <a:cxnLst/>
              <a:rect r="r" b="b" t="t" l="l"/>
              <a:pathLst>
                <a:path h="838200" w="3676650">
                  <a:moveTo>
                    <a:pt x="419100" y="0"/>
                  </a:moveTo>
                  <a:lnTo>
                    <a:pt x="3257550" y="0"/>
                  </a:lnTo>
                  <a:cubicBezTo>
                    <a:pt x="3488817" y="0"/>
                    <a:pt x="3676650" y="187833"/>
                    <a:pt x="3676650" y="419100"/>
                  </a:cubicBezTo>
                  <a:cubicBezTo>
                    <a:pt x="3676650" y="650367"/>
                    <a:pt x="3488817" y="838200"/>
                    <a:pt x="32575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99283"/>
            <a:ext cx="2220097" cy="377190"/>
            <a:chOff x="0" y="0"/>
            <a:chExt cx="2960129" cy="502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60116" cy="502920"/>
            </a:xfrm>
            <a:custGeom>
              <a:avLst/>
              <a:gdLst/>
              <a:ahLst/>
              <a:cxnLst/>
              <a:rect r="r" b="b" t="t" l="l"/>
              <a:pathLst>
                <a:path h="502920" w="2960116">
                  <a:moveTo>
                    <a:pt x="0" y="0"/>
                  </a:moveTo>
                  <a:lnTo>
                    <a:pt x="2960116" y="0"/>
                  </a:lnTo>
                  <a:lnTo>
                    <a:pt x="2960116" y="502920"/>
                  </a:lnTo>
                  <a:lnTo>
                    <a:pt x="0" y="502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686" r="0" b="-6468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3979145"/>
            <a:ext cx="17573625" cy="1309021"/>
            <a:chOff x="0" y="0"/>
            <a:chExt cx="23431500" cy="17453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1745361"/>
            </a:xfrm>
            <a:custGeom>
              <a:avLst/>
              <a:gdLst/>
              <a:ahLst/>
              <a:cxnLst/>
              <a:rect r="r" b="b" t="t" l="l"/>
              <a:pathLst>
                <a:path h="1745361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745361"/>
                  </a:lnTo>
                  <a:lnTo>
                    <a:pt x="0" y="174536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1405" r="0" b="-211405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3972001"/>
            <a:ext cx="17573625" cy="1698954"/>
            <a:chOff x="0" y="0"/>
            <a:chExt cx="23431500" cy="22652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31500" cy="2265273"/>
            </a:xfrm>
            <a:custGeom>
              <a:avLst/>
              <a:gdLst/>
              <a:ahLst/>
              <a:cxnLst/>
              <a:rect r="r" b="b" t="t" l="l"/>
              <a:pathLst>
                <a:path h="2265273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2265273"/>
                  </a:lnTo>
                  <a:lnTo>
                    <a:pt x="0" y="22652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814" r="0" b="-14028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3431500" cy="22652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Literaturnaya Bold"/>
                  <a:ea typeface="Literaturnaya Bold"/>
                  <a:cs typeface="Literaturnaya Bold"/>
                  <a:sym typeface="Literaturnaya Bold"/>
                </a:rPr>
                <a:t>KHỞI ĐỘNG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5288166"/>
            <a:ext cx="2286000" cy="57150"/>
            <a:chOff x="0" y="0"/>
            <a:chExt cx="30480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8650" y="7184822"/>
            <a:ext cx="428625" cy="428625"/>
            <a:chOff x="0" y="0"/>
            <a:chExt cx="571500" cy="5715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35881" y="7199109"/>
            <a:ext cx="2286000" cy="682533"/>
            <a:chOff x="0" y="0"/>
            <a:chExt cx="3048000" cy="9100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048000" cy="910082"/>
            </a:xfrm>
            <a:custGeom>
              <a:avLst/>
              <a:gdLst/>
              <a:ahLst/>
              <a:cxnLst/>
              <a:rect r="r" b="b" t="t" l="l"/>
              <a:pathLst>
                <a:path h="910082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10082"/>
                  </a:lnTo>
                  <a:lnTo>
                    <a:pt x="0" y="91008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214" r="0" b="-1521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35881" y="7149103"/>
            <a:ext cx="2286000" cy="732539"/>
            <a:chOff x="0" y="0"/>
            <a:chExt cx="3048000" cy="97671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048000" cy="976716"/>
            </a:xfrm>
            <a:custGeom>
              <a:avLst/>
              <a:gdLst/>
              <a:ahLst/>
              <a:cxnLst/>
              <a:rect r="r" b="b" t="t" l="l"/>
              <a:pathLst>
                <a:path h="976716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976716"/>
                  </a:lnTo>
                  <a:lnTo>
                    <a:pt x="0" y="976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06" r="0" b="-1080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3048000" cy="10433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Thời gian: 5 phút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 khởi động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3457575"/>
            <a:chOff x="0" y="0"/>
            <a:chExt cx="22821900" cy="4610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4381500"/>
                  </a:lnTo>
                  <a:cubicBezTo>
                    <a:pt x="22821900" y="4507738"/>
                    <a:pt x="22719537" y="4610100"/>
                    <a:pt x="22593300" y="4610100"/>
                  </a:cubicBezTo>
                  <a:lnTo>
                    <a:pt x="76200" y="4610100"/>
                  </a:lnTo>
                  <a:cubicBezTo>
                    <a:pt x="34163" y="4610100"/>
                    <a:pt x="0" y="4575937"/>
                    <a:pt x="0" y="4533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3457575"/>
            <a:chOff x="0" y="0"/>
            <a:chExt cx="76200" cy="4610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6200">
                  <a:moveTo>
                    <a:pt x="76200" y="0"/>
                  </a:moveTo>
                  <a:lnTo>
                    <a:pt x="76200" y="4610100"/>
                  </a:lnTo>
                  <a:cubicBezTo>
                    <a:pt x="34163" y="4610100"/>
                    <a:pt x="0" y="4575937"/>
                    <a:pt x="0" y="4533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85862" y="2114550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43100" y="1885950"/>
            <a:ext cx="15659100" cy="563918"/>
            <a:chOff x="0" y="0"/>
            <a:chExt cx="20878800" cy="751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78800" cy="751840"/>
            </a:xfrm>
            <a:custGeom>
              <a:avLst/>
              <a:gdLst/>
              <a:ahLst/>
              <a:cxnLst/>
              <a:rect r="r" b="b" t="t" l="l"/>
              <a:pathLst>
                <a:path h="751840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724" r="0" b="-4907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43100" y="1864519"/>
            <a:ext cx="15659100" cy="624459"/>
            <a:chOff x="0" y="0"/>
            <a:chExt cx="20878800" cy="8326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8800" cy="832611"/>
            </a:xfrm>
            <a:custGeom>
              <a:avLst/>
              <a:gdLst/>
              <a:ahLst/>
              <a:cxnLst/>
              <a:rect r="r" b="b" t="t" l="l"/>
              <a:pathLst>
                <a:path h="832611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832611"/>
                  </a:lnTo>
                  <a:lnTo>
                    <a:pt x="0" y="8326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43" r="0" b="-4354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878800" cy="870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43100" y="2514419"/>
            <a:ext cx="15616238" cy="842962"/>
            <a:chOff x="0" y="0"/>
            <a:chExt cx="20821650" cy="11239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1650" cy="1123950"/>
            </a:xfrm>
            <a:custGeom>
              <a:avLst/>
              <a:gdLst/>
              <a:ahLst/>
              <a:cxnLst/>
              <a:rect r="r" b="b" t="t" l="l"/>
              <a:pathLst>
                <a:path h="1123950" w="20821650">
                  <a:moveTo>
                    <a:pt x="0" y="0"/>
                  </a:moveTo>
                  <a:lnTo>
                    <a:pt x="20821650" y="0"/>
                  </a:lnTo>
                  <a:lnTo>
                    <a:pt x="20821650" y="1123950"/>
                  </a:lnTo>
                  <a:lnTo>
                    <a:pt x="0" y="11239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717" r="0" b="-31071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43100" y="2301632"/>
            <a:ext cx="15616238" cy="1268537"/>
            <a:chOff x="0" y="0"/>
            <a:chExt cx="20821650" cy="169138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821650" cy="1691382"/>
            </a:xfrm>
            <a:custGeom>
              <a:avLst/>
              <a:gdLst/>
              <a:ahLst/>
              <a:cxnLst/>
              <a:rect r="r" b="b" t="t" l="l"/>
              <a:pathLst>
                <a:path h="1691382" w="20821650">
                  <a:moveTo>
                    <a:pt x="0" y="0"/>
                  </a:moveTo>
                  <a:lnTo>
                    <a:pt x="20821650" y="0"/>
                  </a:lnTo>
                  <a:lnTo>
                    <a:pt x="20821650" y="1691382"/>
                  </a:lnTo>
                  <a:lnTo>
                    <a:pt x="0" y="169138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3827" r="0" b="-17591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42875"/>
              <a:ext cx="20821650" cy="1834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38"/>
                </a:lnSpc>
              </a:pPr>
              <a:r>
                <a:rPr lang="en-US" sz="30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Một nhóm học sinh xây dựng trang web giới thiệu chủ đề </a:t>
              </a:r>
              <a:r>
                <a:rPr lang="en-US" sz="30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"Những bài ca đi cùng năm tháng"</a:t>
              </a:r>
              <a:r>
                <a:rPr lang="en-US" sz="30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. Sau khi hoàn thành trang web, nhóm muốn biết: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71884" y="3593135"/>
            <a:ext cx="114348" cy="200035"/>
            <a:chOff x="0" y="0"/>
            <a:chExt cx="152464" cy="26671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-32" y="16"/>
              <a:ext cx="152464" cy="266716"/>
            </a:xfrm>
            <a:custGeom>
              <a:avLst/>
              <a:gdLst/>
              <a:ahLst/>
              <a:cxnLst/>
              <a:rect r="r" b="b" t="t" l="l"/>
              <a:pathLst>
                <a:path h="266716" w="152464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571750" y="3521688"/>
            <a:ext cx="4043362" cy="375056"/>
            <a:chOff x="0" y="0"/>
            <a:chExt cx="5391150" cy="5000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391150" cy="500126"/>
            </a:xfrm>
            <a:custGeom>
              <a:avLst/>
              <a:gdLst/>
              <a:ahLst/>
              <a:cxnLst/>
              <a:rect r="r" b="b" t="t" l="l"/>
              <a:pathLst>
                <a:path h="500126" w="5391150">
                  <a:moveTo>
                    <a:pt x="0" y="0"/>
                  </a:moveTo>
                  <a:lnTo>
                    <a:pt x="5391150" y="0"/>
                  </a:lnTo>
                  <a:lnTo>
                    <a:pt x="53911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98" r="0" b="-1598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500312" y="3399325"/>
            <a:ext cx="7000875" cy="587654"/>
            <a:chOff x="0" y="0"/>
            <a:chExt cx="9334500" cy="78353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334498" cy="783538"/>
            </a:xfrm>
            <a:custGeom>
              <a:avLst/>
              <a:gdLst/>
              <a:ahLst/>
              <a:cxnLst/>
              <a:rect r="r" b="b" t="t" l="l"/>
              <a:pathLst>
                <a:path h="783538" w="9334498">
                  <a:moveTo>
                    <a:pt x="0" y="0"/>
                  </a:moveTo>
                  <a:lnTo>
                    <a:pt x="9334498" y="0"/>
                  </a:lnTo>
                  <a:lnTo>
                    <a:pt x="9334498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901" r="42244" b="-7023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93345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 xem có thích trang web không?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271884" y="4050335"/>
            <a:ext cx="114348" cy="200035"/>
            <a:chOff x="0" y="0"/>
            <a:chExt cx="152464" cy="2667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-32" y="16"/>
              <a:ext cx="152464" cy="266716"/>
            </a:xfrm>
            <a:custGeom>
              <a:avLst/>
              <a:gdLst/>
              <a:ahLst/>
              <a:cxnLst/>
              <a:rect r="r" b="b" t="t" l="l"/>
              <a:pathLst>
                <a:path h="266716" w="152464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571750" y="3978888"/>
            <a:ext cx="3057525" cy="375056"/>
            <a:chOff x="0" y="0"/>
            <a:chExt cx="4076700" cy="5000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76700" cy="500126"/>
            </a:xfrm>
            <a:custGeom>
              <a:avLst/>
              <a:gdLst/>
              <a:ahLst/>
              <a:cxnLst/>
              <a:rect r="r" b="b" t="t" l="l"/>
              <a:pathLst>
                <a:path h="500126" w="4076700">
                  <a:moveTo>
                    <a:pt x="0" y="0"/>
                  </a:moveTo>
                  <a:lnTo>
                    <a:pt x="4076700" y="0"/>
                  </a:lnTo>
                  <a:lnTo>
                    <a:pt x="40767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722" r="0" b="-10871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500312" y="3872589"/>
            <a:ext cx="6257925" cy="587654"/>
            <a:chOff x="0" y="0"/>
            <a:chExt cx="8343900" cy="78353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43900" cy="783538"/>
            </a:xfrm>
            <a:custGeom>
              <a:avLst/>
              <a:gdLst/>
              <a:ahLst/>
              <a:cxnLst/>
              <a:rect r="r" b="b" t="t" l="l"/>
              <a:pathLst>
                <a:path h="783538" w="8343900">
                  <a:moveTo>
                    <a:pt x="0" y="0"/>
                  </a:moveTo>
                  <a:lnTo>
                    <a:pt x="8343900" y="0"/>
                  </a:lnTo>
                  <a:lnTo>
                    <a:pt x="83439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13" r="51141" b="-375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0"/>
              <a:ext cx="83439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Nội dung có hữu ích không?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71884" y="4507535"/>
            <a:ext cx="114348" cy="200035"/>
            <a:chOff x="0" y="0"/>
            <a:chExt cx="152464" cy="26671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-32" y="16"/>
              <a:ext cx="152464" cy="266716"/>
            </a:xfrm>
            <a:custGeom>
              <a:avLst/>
              <a:gdLst/>
              <a:ahLst/>
              <a:cxnLst/>
              <a:rect r="r" b="b" t="t" l="l"/>
              <a:pathLst>
                <a:path h="266716" w="152464">
                  <a:moveTo>
                    <a:pt x="146844" y="119872"/>
                  </a:moveTo>
                  <a:cubicBezTo>
                    <a:pt x="154337" y="127365"/>
                    <a:pt x="154337" y="139430"/>
                    <a:pt x="146844" y="146796"/>
                  </a:cubicBezTo>
                  <a:lnTo>
                    <a:pt x="32544" y="261096"/>
                  </a:lnTo>
                  <a:cubicBezTo>
                    <a:pt x="25051" y="268589"/>
                    <a:pt x="12986" y="268589"/>
                    <a:pt x="5620" y="261096"/>
                  </a:cubicBezTo>
                  <a:cubicBezTo>
                    <a:pt x="-1746" y="253603"/>
                    <a:pt x="-1873" y="241538"/>
                    <a:pt x="5620" y="234172"/>
                  </a:cubicBezTo>
                  <a:lnTo>
                    <a:pt x="106458" y="133334"/>
                  </a:lnTo>
                  <a:lnTo>
                    <a:pt x="5620" y="32496"/>
                  </a:lnTo>
                  <a:cubicBezTo>
                    <a:pt x="-1873" y="25003"/>
                    <a:pt x="-1873" y="12938"/>
                    <a:pt x="5620" y="5572"/>
                  </a:cubicBezTo>
                  <a:cubicBezTo>
                    <a:pt x="13113" y="-1794"/>
                    <a:pt x="25178" y="-1921"/>
                    <a:pt x="32544" y="5572"/>
                  </a:cubicBezTo>
                  <a:lnTo>
                    <a:pt x="146844" y="119872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2571750" y="4436088"/>
            <a:ext cx="4943475" cy="428625"/>
            <a:chOff x="0" y="0"/>
            <a:chExt cx="6591300" cy="5715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591300" cy="571500"/>
            </a:xfrm>
            <a:custGeom>
              <a:avLst/>
              <a:gdLst/>
              <a:ahLst/>
              <a:cxnLst/>
              <a:rect r="r" b="b" t="t" l="l"/>
              <a:pathLst>
                <a:path h="5715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571" r="0" b="-17457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500312" y="4372308"/>
            <a:ext cx="7933066" cy="587654"/>
            <a:chOff x="0" y="0"/>
            <a:chExt cx="10577421" cy="7835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577422" cy="783539"/>
            </a:xfrm>
            <a:custGeom>
              <a:avLst/>
              <a:gdLst/>
              <a:ahLst/>
              <a:cxnLst/>
              <a:rect r="r" b="b" t="t" l="l"/>
              <a:pathLst>
                <a:path h="783539" w="10577422">
                  <a:moveTo>
                    <a:pt x="0" y="0"/>
                  </a:moveTo>
                  <a:lnTo>
                    <a:pt x="10577422" y="0"/>
                  </a:lnTo>
                  <a:lnTo>
                    <a:pt x="10577422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3188" r="37685" b="-10463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10577421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 xem có góp ý gì để cải thiện trang web?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71500" y="5321913"/>
            <a:ext cx="8429625" cy="2828925"/>
            <a:chOff x="0" y="0"/>
            <a:chExt cx="11239500" cy="37719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239500" cy="3771900"/>
            </a:xfrm>
            <a:custGeom>
              <a:avLst/>
              <a:gdLst/>
              <a:ahLst/>
              <a:cxnLst/>
              <a:rect r="r" b="b" t="t" l="l"/>
              <a:pathLst>
                <a:path h="37719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43924"/>
                    <a:pt x="11239500" y="97971"/>
                  </a:cubicBezTo>
                  <a:lnTo>
                    <a:pt x="11239500" y="3477986"/>
                  </a:lnTo>
                  <a:cubicBezTo>
                    <a:pt x="11239500" y="3640292"/>
                    <a:pt x="11137138" y="3771900"/>
                    <a:pt x="11010900" y="3771900"/>
                  </a:cubicBezTo>
                  <a:lnTo>
                    <a:pt x="228600" y="3771900"/>
                  </a:lnTo>
                  <a:cubicBezTo>
                    <a:pt x="102362" y="3771900"/>
                    <a:pt x="0" y="3640292"/>
                    <a:pt x="0" y="3477986"/>
                  </a:cubicBezTo>
                  <a:lnTo>
                    <a:pt x="0" y="97971"/>
                  </a:lnTo>
                  <a:cubicBezTo>
                    <a:pt x="0" y="4392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71500" y="5321913"/>
            <a:ext cx="8429625" cy="57150"/>
            <a:chOff x="0" y="0"/>
            <a:chExt cx="11239500" cy="76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57250" y="5636238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43895" y="5779113"/>
            <a:ext cx="257175" cy="472154"/>
            <a:chOff x="0" y="0"/>
            <a:chExt cx="342900" cy="6295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2900" cy="629539"/>
            </a:xfrm>
            <a:custGeom>
              <a:avLst/>
              <a:gdLst/>
              <a:ahLst/>
              <a:cxnLst/>
              <a:rect r="r" b="b" t="t" l="l"/>
              <a:pathLst>
                <a:path h="629539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18" t="0" r="-185722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43895" y="5736250"/>
            <a:ext cx="257175" cy="515017"/>
            <a:chOff x="0" y="0"/>
            <a:chExt cx="342900" cy="68668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2900" cy="686689"/>
            </a:xfrm>
            <a:custGeom>
              <a:avLst/>
              <a:gdLst/>
              <a:ahLst/>
              <a:cxnLst/>
              <a:rect r="r" b="b" t="t" l="l"/>
              <a:pathLst>
                <a:path h="686689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939" t="0" r="-206939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3429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7250" y="6493488"/>
            <a:ext cx="7972425" cy="757199"/>
            <a:chOff x="0" y="0"/>
            <a:chExt cx="10629900" cy="100959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29900" cy="1009650"/>
            </a:xfrm>
            <a:custGeom>
              <a:avLst/>
              <a:gdLst/>
              <a:ahLst/>
              <a:cxnLst/>
              <a:rect r="r" b="b" t="t" l="l"/>
              <a:pathLst>
                <a:path h="100965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003" r="0" b="-15499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57250" y="6348555"/>
            <a:ext cx="8301038" cy="1173632"/>
            <a:chOff x="0" y="0"/>
            <a:chExt cx="11068050" cy="156484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068050" cy="1564842"/>
            </a:xfrm>
            <a:custGeom>
              <a:avLst/>
              <a:gdLst/>
              <a:ahLst/>
              <a:cxnLst/>
              <a:rect r="r" b="b" t="t" l="l"/>
              <a:pathLst>
                <a:path h="1564842" w="11068050">
                  <a:moveTo>
                    <a:pt x="0" y="0"/>
                  </a:moveTo>
                  <a:lnTo>
                    <a:pt x="11068050" y="0"/>
                  </a:lnTo>
                  <a:lnTo>
                    <a:pt x="11068050" y="1564842"/>
                  </a:lnTo>
                  <a:lnTo>
                    <a:pt x="0" y="15648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363" r="3958" b="-6735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33350"/>
              <a:ext cx="1106805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Theo em, làm thế nào để người xem trang web có thể gửi ý kiến phản hồi cho nhóm xây dựng trang web?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286875" y="5321913"/>
            <a:ext cx="8429625" cy="2828925"/>
            <a:chOff x="0" y="0"/>
            <a:chExt cx="11239500" cy="37719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239500" cy="3771900"/>
            </a:xfrm>
            <a:custGeom>
              <a:avLst/>
              <a:gdLst/>
              <a:ahLst/>
              <a:cxnLst/>
              <a:rect r="r" b="b" t="t" l="l"/>
              <a:pathLst>
                <a:path h="37719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43924"/>
                    <a:pt x="11239500" y="97971"/>
                  </a:cubicBezTo>
                  <a:lnTo>
                    <a:pt x="11239500" y="3477986"/>
                  </a:lnTo>
                  <a:cubicBezTo>
                    <a:pt x="11239500" y="3640292"/>
                    <a:pt x="11137138" y="3771900"/>
                    <a:pt x="11010900" y="3771900"/>
                  </a:cubicBezTo>
                  <a:lnTo>
                    <a:pt x="228600" y="3771900"/>
                  </a:lnTo>
                  <a:cubicBezTo>
                    <a:pt x="102362" y="3771900"/>
                    <a:pt x="0" y="3640292"/>
                    <a:pt x="0" y="3477986"/>
                  </a:cubicBezTo>
                  <a:lnTo>
                    <a:pt x="0" y="97971"/>
                  </a:lnTo>
                  <a:cubicBezTo>
                    <a:pt x="0" y="4392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286875" y="5321913"/>
            <a:ext cx="8429625" cy="57150"/>
            <a:chOff x="0" y="0"/>
            <a:chExt cx="11239500" cy="76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572625" y="5636238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835163" y="5779113"/>
            <a:ext cx="300038" cy="472154"/>
            <a:chOff x="0" y="0"/>
            <a:chExt cx="400050" cy="629539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00050" cy="629539"/>
            </a:xfrm>
            <a:custGeom>
              <a:avLst/>
              <a:gdLst/>
              <a:ahLst/>
              <a:cxnLst/>
              <a:rect r="r" b="b" t="t" l="l"/>
              <a:pathLst>
                <a:path h="629539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044" t="0" r="-152047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835163" y="5736250"/>
            <a:ext cx="300038" cy="515017"/>
            <a:chOff x="0" y="0"/>
            <a:chExt cx="400050" cy="68668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00051" cy="686689"/>
            </a:xfrm>
            <a:custGeom>
              <a:avLst/>
              <a:gdLst/>
              <a:ahLst/>
              <a:cxnLst/>
              <a:rect r="r" b="b" t="t" l="l"/>
              <a:pathLst>
                <a:path h="686689" w="400051">
                  <a:moveTo>
                    <a:pt x="0" y="0"/>
                  </a:moveTo>
                  <a:lnTo>
                    <a:pt x="400051" y="0"/>
                  </a:lnTo>
                  <a:lnTo>
                    <a:pt x="400051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0233" t="0" r="-17023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40005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72625" y="6493488"/>
            <a:ext cx="7972425" cy="757199"/>
            <a:chOff x="0" y="0"/>
            <a:chExt cx="10629900" cy="10095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629900" cy="1009650"/>
            </a:xfrm>
            <a:custGeom>
              <a:avLst/>
              <a:gdLst/>
              <a:ahLst/>
              <a:cxnLst/>
              <a:rect r="r" b="b" t="t" l="l"/>
              <a:pathLst>
                <a:path h="100965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003" r="0" b="-154999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501188" y="6348555"/>
            <a:ext cx="8401050" cy="1173632"/>
            <a:chOff x="0" y="0"/>
            <a:chExt cx="11201400" cy="156484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1201400" cy="1564842"/>
            </a:xfrm>
            <a:custGeom>
              <a:avLst/>
              <a:gdLst/>
              <a:ahLst/>
              <a:cxnLst/>
              <a:rect r="r" b="b" t="t" l="l"/>
              <a:pathLst>
                <a:path h="1564842" w="11201400">
                  <a:moveTo>
                    <a:pt x="0" y="0"/>
                  </a:moveTo>
                  <a:lnTo>
                    <a:pt x="11201400" y="0"/>
                  </a:lnTo>
                  <a:lnTo>
                    <a:pt x="11201400" y="1564842"/>
                  </a:lnTo>
                  <a:lnTo>
                    <a:pt x="0" y="15648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363" r="5102" b="-6735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33350"/>
              <a:ext cx="1120140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Nếu chỉ đăng địa chỉ email hoặc số điện thoại trên trang web thì có thuận tiện để thu thập ý kiến không? Vì sao?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00075" y="7750788"/>
            <a:ext cx="17116425" cy="800100"/>
            <a:chOff x="0" y="0"/>
            <a:chExt cx="22821900" cy="1066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Vai trò của biểu mẫu trên trang web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28775"/>
            <a:ext cx="5529262" cy="2943225"/>
            <a:chOff x="0" y="0"/>
            <a:chExt cx="7372350" cy="3924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1500" y="1628775"/>
            <a:ext cx="5529262" cy="57150"/>
            <a:chOff x="0" y="0"/>
            <a:chExt cx="737235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76436" y="1943100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176473" y="2185988"/>
            <a:ext cx="321469" cy="428625"/>
          </a:xfrm>
          <a:custGeom>
            <a:avLst/>
            <a:gdLst/>
            <a:ahLst/>
            <a:cxnLst/>
            <a:rect r="r" b="b" t="t" l="l"/>
            <a:pathLst>
              <a:path h="428625" w="321469">
                <a:moveTo>
                  <a:pt x="0" y="0"/>
                </a:moveTo>
                <a:lnTo>
                  <a:pt x="321469" y="0"/>
                </a:lnTo>
                <a:lnTo>
                  <a:pt x="321469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0" t="0" r="-37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92956" y="3028950"/>
            <a:ext cx="5086350" cy="425510"/>
            <a:chOff x="0" y="0"/>
            <a:chExt cx="6781800" cy="567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92956" y="2978944"/>
            <a:ext cx="5086350" cy="587654"/>
            <a:chOff x="0" y="0"/>
            <a:chExt cx="6781800" cy="7835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thông tin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0100" y="3543300"/>
            <a:ext cx="5072062" cy="757199"/>
            <a:chOff x="0" y="0"/>
            <a:chExt cx="6762750" cy="1009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27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25" r="0" b="-8041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0100" y="3479006"/>
            <a:ext cx="5072062" cy="1003249"/>
            <a:chOff x="0" y="0"/>
            <a:chExt cx="6762750" cy="1337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2749" cy="1337665"/>
            </a:xfrm>
            <a:custGeom>
              <a:avLst/>
              <a:gdLst/>
              <a:ahLst/>
              <a:cxnLst/>
              <a:rect r="r" b="b" t="t" l="l"/>
              <a:pathLst>
                <a:path h="13376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5"/>
                  </a:lnTo>
                  <a:lnTo>
                    <a:pt x="0" y="13376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67" r="0" b="-394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 mẫu dùng để thu thập thông tin và phản hồi của ngườ dùng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1693" y="1628775"/>
            <a:ext cx="5529262" cy="2943225"/>
            <a:chOff x="0" y="0"/>
            <a:chExt cx="7372350" cy="3924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81693" y="1628775"/>
            <a:ext cx="5529262" cy="57150"/>
            <a:chOff x="0" y="0"/>
            <a:chExt cx="737235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86619" y="194310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013403" y="2185949"/>
            <a:ext cx="308181" cy="428615"/>
            <a:chOff x="0" y="0"/>
            <a:chExt cx="410908" cy="57148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-47"/>
              <a:ext cx="410911" cy="571486"/>
            </a:xfrm>
            <a:custGeom>
              <a:avLst/>
              <a:gdLst/>
              <a:ahLst/>
              <a:cxnLst/>
              <a:rect r="r" b="b" t="t" l="l"/>
              <a:pathLst>
                <a:path h="571486" w="410911">
                  <a:moveTo>
                    <a:pt x="14859" y="2841"/>
                  </a:moveTo>
                  <a:cubicBezTo>
                    <a:pt x="24003" y="-1731"/>
                    <a:pt x="34925" y="-715"/>
                    <a:pt x="42926" y="5381"/>
                  </a:cubicBezTo>
                  <a:lnTo>
                    <a:pt x="400177" y="273224"/>
                  </a:lnTo>
                  <a:cubicBezTo>
                    <a:pt x="409448" y="280209"/>
                    <a:pt x="413131" y="292147"/>
                    <a:pt x="409575" y="303196"/>
                  </a:cubicBezTo>
                  <a:cubicBezTo>
                    <a:pt x="406019" y="314245"/>
                    <a:pt x="395732" y="321484"/>
                    <a:pt x="384175" y="321484"/>
                  </a:cubicBezTo>
                  <a:lnTo>
                    <a:pt x="213995" y="321484"/>
                  </a:lnTo>
                  <a:lnTo>
                    <a:pt x="313182" y="519858"/>
                  </a:lnTo>
                  <a:cubicBezTo>
                    <a:pt x="321945" y="537511"/>
                    <a:pt x="314833" y="558974"/>
                    <a:pt x="297180" y="567737"/>
                  </a:cubicBezTo>
                  <a:cubicBezTo>
                    <a:pt x="279527" y="576500"/>
                    <a:pt x="258064" y="569388"/>
                    <a:pt x="249301" y="551735"/>
                  </a:cubicBezTo>
                  <a:lnTo>
                    <a:pt x="150241" y="353361"/>
                  </a:lnTo>
                  <a:lnTo>
                    <a:pt x="48260" y="489251"/>
                  </a:lnTo>
                  <a:cubicBezTo>
                    <a:pt x="41402" y="498522"/>
                    <a:pt x="29337" y="502205"/>
                    <a:pt x="18288" y="498649"/>
                  </a:cubicBezTo>
                  <a:cubicBezTo>
                    <a:pt x="7239" y="495093"/>
                    <a:pt x="0" y="484806"/>
                    <a:pt x="0" y="473249"/>
                  </a:cubicBezTo>
                  <a:lnTo>
                    <a:pt x="0" y="26844"/>
                  </a:lnTo>
                  <a:cubicBezTo>
                    <a:pt x="0" y="16684"/>
                    <a:pt x="5715" y="7413"/>
                    <a:pt x="14859" y="2841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603149" y="3028950"/>
            <a:ext cx="5086350" cy="425510"/>
            <a:chOff x="0" y="0"/>
            <a:chExt cx="6781800" cy="56734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6603149" y="2978944"/>
            <a:ext cx="5086350" cy="587654"/>
            <a:chOff x="0" y="0"/>
            <a:chExt cx="6781800" cy="78353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Nhập trực tiếp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10293" y="3543300"/>
            <a:ext cx="5072062" cy="757199"/>
            <a:chOff x="0" y="0"/>
            <a:chExt cx="6762750" cy="100959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627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25" r="0" b="-80418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10293" y="3479006"/>
            <a:ext cx="5072062" cy="1003249"/>
            <a:chOff x="0" y="0"/>
            <a:chExt cx="6762750" cy="133766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762749" cy="1337665"/>
            </a:xfrm>
            <a:custGeom>
              <a:avLst/>
              <a:gdLst/>
              <a:ahLst/>
              <a:cxnLst/>
              <a:rect r="r" b="b" t="t" l="l"/>
              <a:pathLst>
                <a:path h="13376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5"/>
                  </a:lnTo>
                  <a:lnTo>
                    <a:pt x="0" y="13376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67" r="0" b="-394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Người truy cập có thể nhập thông tin trực tiếp trên trang web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191886" y="1628775"/>
            <a:ext cx="5529262" cy="2943225"/>
            <a:chOff x="0" y="0"/>
            <a:chExt cx="7372350" cy="39243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191886" y="1628775"/>
            <a:ext cx="5529262" cy="57150"/>
            <a:chOff x="0" y="0"/>
            <a:chExt cx="7372350" cy="762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496993" y="1943100"/>
            <a:ext cx="914400" cy="914400"/>
            <a:chOff x="0" y="0"/>
            <a:chExt cx="1219200" cy="12192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4743452" y="218598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2413332" y="3028950"/>
            <a:ext cx="5086350" cy="425510"/>
            <a:chOff x="0" y="0"/>
            <a:chExt cx="6781800" cy="56734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13332" y="2978944"/>
            <a:ext cx="5086350" cy="587654"/>
            <a:chOff x="0" y="0"/>
            <a:chExt cx="6781800" cy="7835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trữ &amp; thống kê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420486" y="3543300"/>
            <a:ext cx="5072062" cy="742950"/>
            <a:chOff x="0" y="0"/>
            <a:chExt cx="6762750" cy="990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62750" cy="990600"/>
            </a:xfrm>
            <a:custGeom>
              <a:avLst/>
              <a:gdLst/>
              <a:ahLst/>
              <a:cxnLst/>
              <a:rect r="r" b="b" t="t" l="l"/>
              <a:pathLst>
                <a:path h="99060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930" r="0" b="-82929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20486" y="3479006"/>
            <a:ext cx="5072062" cy="1003249"/>
            <a:chOff x="0" y="0"/>
            <a:chExt cx="6762750" cy="133766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762749" cy="1337666"/>
            </a:xfrm>
            <a:custGeom>
              <a:avLst/>
              <a:gdLst/>
              <a:ahLst/>
              <a:cxnLst/>
              <a:rect r="r" b="b" t="t" l="l"/>
              <a:pathLst>
                <a:path h="1337666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277" r="0" b="-3874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Dữ liệu phản hồi được lưu trữ và thống kê thuận tiện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71500" y="4800600"/>
            <a:ext cx="17145000" cy="3600450"/>
            <a:chOff x="0" y="0"/>
            <a:chExt cx="22860000" cy="4800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860000" cy="4800600"/>
            </a:xfrm>
            <a:custGeom>
              <a:avLst/>
              <a:gdLst/>
              <a:ahLst/>
              <a:cxnLst/>
              <a:rect r="r" b="b" t="t" l="l"/>
              <a:pathLst>
                <a:path h="48006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4572000"/>
                  </a:lnTo>
                  <a:cubicBezTo>
                    <a:pt x="22860000" y="4698111"/>
                    <a:pt x="22757512" y="4800600"/>
                    <a:pt x="22631400" y="4800600"/>
                  </a:cubicBezTo>
                  <a:lnTo>
                    <a:pt x="228600" y="4800600"/>
                  </a:lnTo>
                  <a:cubicBezTo>
                    <a:pt x="102489" y="4800600"/>
                    <a:pt x="0" y="4698111"/>
                    <a:pt x="0" y="45720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942975" y="5143329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285875" y="5086350"/>
            <a:ext cx="16316325" cy="563918"/>
            <a:chOff x="0" y="0"/>
            <a:chExt cx="21755100" cy="75189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5875" y="5064919"/>
            <a:ext cx="16316325" cy="585349"/>
            <a:chOff x="0" y="0"/>
            <a:chExt cx="21755100" cy="78046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Lợi ích của biểu mẫu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57250" y="5771979"/>
            <a:ext cx="8172450" cy="1085850"/>
            <a:chOff x="0" y="0"/>
            <a:chExt cx="10896600" cy="1447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896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8966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28700" y="5972004"/>
            <a:ext cx="457200" cy="457200"/>
            <a:chOff x="0" y="0"/>
            <a:chExt cx="609600" cy="6096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1148363" y="6100591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95" t="0" r="-791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657350" y="5943429"/>
            <a:ext cx="5300662" cy="375056"/>
            <a:chOff x="0" y="0"/>
            <a:chExt cx="7067550" cy="50007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067550" cy="500126"/>
            </a:xfrm>
            <a:custGeom>
              <a:avLst/>
              <a:gdLst/>
              <a:ahLst/>
              <a:cxnLst/>
              <a:rect r="r" b="b" t="t" l="l"/>
              <a:pathLst>
                <a:path h="500126" w="7067550">
                  <a:moveTo>
                    <a:pt x="0" y="0"/>
                  </a:moveTo>
                  <a:lnTo>
                    <a:pt x="7067550" y="0"/>
                  </a:lnTo>
                  <a:lnTo>
                    <a:pt x="70675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67" r="0" b="-225157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657350" y="5821718"/>
            <a:ext cx="5300662" cy="547040"/>
            <a:chOff x="0" y="0"/>
            <a:chExt cx="7067550" cy="72938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067549" cy="729386"/>
            </a:xfrm>
            <a:custGeom>
              <a:avLst/>
              <a:gdLst/>
              <a:ahLst/>
              <a:cxnLst/>
              <a:rect r="r" b="b" t="t" l="l"/>
              <a:pathLst>
                <a:path h="729386" w="7067549">
                  <a:moveTo>
                    <a:pt x="0" y="0"/>
                  </a:moveTo>
                  <a:lnTo>
                    <a:pt x="7067549" y="0"/>
                  </a:lnTo>
                  <a:lnTo>
                    <a:pt x="7067549" y="729386"/>
                  </a:lnTo>
                  <a:lnTo>
                    <a:pt x="0" y="7293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953" r="0" b="-127655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85725"/>
              <a:ext cx="7067550" cy="8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6"/>
                </a:lnSpc>
              </a:pPr>
              <a:r>
                <a:rPr lang="en-US" sz="26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ý kiến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657350" y="6343479"/>
            <a:ext cx="5300662" cy="375056"/>
            <a:chOff x="0" y="0"/>
            <a:chExt cx="7067550" cy="50007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067550" cy="500126"/>
            </a:xfrm>
            <a:custGeom>
              <a:avLst/>
              <a:gdLst/>
              <a:ahLst/>
              <a:cxnLst/>
              <a:rect r="r" b="b" t="t" l="l"/>
              <a:pathLst>
                <a:path h="500126" w="7067550">
                  <a:moveTo>
                    <a:pt x="0" y="0"/>
                  </a:moveTo>
                  <a:lnTo>
                    <a:pt x="7067550" y="0"/>
                  </a:lnTo>
                  <a:lnTo>
                    <a:pt x="70675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167" r="0" b="-225157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657350" y="6343479"/>
            <a:ext cx="7029269" cy="496900"/>
            <a:chOff x="0" y="0"/>
            <a:chExt cx="9372359" cy="66253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372357" cy="662533"/>
            </a:xfrm>
            <a:custGeom>
              <a:avLst/>
              <a:gdLst/>
              <a:ahLst/>
              <a:cxnLst/>
              <a:rect r="r" b="b" t="t" l="l"/>
              <a:pathLst>
                <a:path h="662533" w="9372357">
                  <a:moveTo>
                    <a:pt x="0" y="0"/>
                  </a:moveTo>
                  <a:lnTo>
                    <a:pt x="9372357" y="0"/>
                  </a:lnTo>
                  <a:lnTo>
                    <a:pt x="9372357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5084" r="24591" b="-15062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85725"/>
              <a:ext cx="9372359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Thu thập ý kiến người dùng một cách có hệ thống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57250" y="7029279"/>
            <a:ext cx="8172450" cy="1085850"/>
            <a:chOff x="0" y="0"/>
            <a:chExt cx="10896600" cy="1447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896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8966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028700" y="7229304"/>
            <a:ext cx="457200" cy="457200"/>
            <a:chOff x="0" y="0"/>
            <a:chExt cx="609600" cy="609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1160859" y="7357891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657350" y="7200729"/>
            <a:ext cx="4429125" cy="375056"/>
            <a:chOff x="0" y="0"/>
            <a:chExt cx="5905500" cy="5000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905500" cy="500126"/>
            </a:xfrm>
            <a:custGeom>
              <a:avLst/>
              <a:gdLst/>
              <a:ahLst/>
              <a:cxnLst/>
              <a:rect r="r" b="b" t="t" l="l"/>
              <a:pathLst>
                <a:path h="500126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16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657350" y="7150722"/>
            <a:ext cx="4429125" cy="547040"/>
            <a:chOff x="0" y="0"/>
            <a:chExt cx="5905500" cy="72938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905500" cy="729386"/>
            </a:xfrm>
            <a:custGeom>
              <a:avLst/>
              <a:gdLst/>
              <a:ahLst/>
              <a:cxnLst/>
              <a:rect r="r" b="b" t="t" l="l"/>
              <a:pathLst>
                <a:path h="729386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729386"/>
                  </a:lnTo>
                  <a:lnTo>
                    <a:pt x="0" y="7293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8910" r="0" b="-9661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85725"/>
              <a:ext cx="5905500" cy="8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6"/>
                </a:lnSpc>
              </a:pPr>
              <a:r>
                <a:rPr lang="en-US" sz="26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Khảo sát hài lòng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657350" y="7600779"/>
            <a:ext cx="4429125" cy="375056"/>
            <a:chOff x="0" y="0"/>
            <a:chExt cx="5905500" cy="50007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905500" cy="500126"/>
            </a:xfrm>
            <a:custGeom>
              <a:avLst/>
              <a:gdLst/>
              <a:ahLst/>
              <a:cxnLst/>
              <a:rect r="r" b="b" t="t" l="l"/>
              <a:pathLst>
                <a:path h="500126" w="5905500">
                  <a:moveTo>
                    <a:pt x="0" y="0"/>
                  </a:moveTo>
                  <a:lnTo>
                    <a:pt x="5905500" y="0"/>
                  </a:lnTo>
                  <a:lnTo>
                    <a:pt x="59055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9923" r="0" b="-179916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657350" y="7661510"/>
            <a:ext cx="5300662" cy="496900"/>
            <a:chOff x="0" y="0"/>
            <a:chExt cx="7067550" cy="66253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067550" cy="662533"/>
            </a:xfrm>
            <a:custGeom>
              <a:avLst/>
              <a:gdLst/>
              <a:ahLst/>
              <a:cxnLst/>
              <a:rect r="r" b="b" t="t" l="l"/>
              <a:pathLst>
                <a:path h="662533" w="7067550">
                  <a:moveTo>
                    <a:pt x="0" y="0"/>
                  </a:moveTo>
                  <a:lnTo>
                    <a:pt x="7067550" y="0"/>
                  </a:lnTo>
                  <a:lnTo>
                    <a:pt x="706755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908" r="16442" b="-11645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85725"/>
              <a:ext cx="706755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Khảo sát mức độ hài lòng của người dùng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9258300" y="5771979"/>
            <a:ext cx="8172450" cy="1085850"/>
            <a:chOff x="0" y="0"/>
            <a:chExt cx="10896600" cy="1447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896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8966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429750" y="5972004"/>
            <a:ext cx="457200" cy="457200"/>
            <a:chOff x="0" y="0"/>
            <a:chExt cx="609600" cy="6096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103" id="103"/>
          <p:cNvSpPr/>
          <p:nvPr/>
        </p:nvSpPr>
        <p:spPr>
          <a:xfrm flipH="false" flipV="false" rot="0">
            <a:off x="9586912" y="6100591"/>
            <a:ext cx="150019" cy="200025"/>
          </a:xfrm>
          <a:custGeom>
            <a:avLst/>
            <a:gdLst/>
            <a:ahLst/>
            <a:cxnLst/>
            <a:rect r="r" b="b" t="t" l="l"/>
            <a:pathLst>
              <a:path h="200025" w="150019">
                <a:moveTo>
                  <a:pt x="0" y="0"/>
                </a:moveTo>
                <a:lnTo>
                  <a:pt x="150019" y="0"/>
                </a:lnTo>
                <a:lnTo>
                  <a:pt x="150019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793" t="0" r="-793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10058400" y="5943429"/>
            <a:ext cx="3786188" cy="375056"/>
            <a:chOff x="0" y="0"/>
            <a:chExt cx="5048250" cy="50007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048250" cy="500126"/>
            </a:xfrm>
            <a:custGeom>
              <a:avLst/>
              <a:gdLst/>
              <a:ahLst/>
              <a:cxnLst/>
              <a:rect r="r" b="b" t="t" l="l"/>
              <a:pathLst>
                <a:path h="50012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49" r="0" b="-146538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058400" y="5796439"/>
            <a:ext cx="3786188" cy="547040"/>
            <a:chOff x="0" y="0"/>
            <a:chExt cx="5048250" cy="72938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048251" cy="729386"/>
            </a:xfrm>
            <a:custGeom>
              <a:avLst/>
              <a:gdLst/>
              <a:ahLst/>
              <a:cxnLst/>
              <a:rect r="r" b="b" t="t" l="l"/>
              <a:pathLst>
                <a:path h="729386" w="5048251">
                  <a:moveTo>
                    <a:pt x="0" y="0"/>
                  </a:moveTo>
                  <a:lnTo>
                    <a:pt x="5048251" y="0"/>
                  </a:lnTo>
                  <a:lnTo>
                    <a:pt x="5048251" y="729386"/>
                  </a:lnTo>
                  <a:lnTo>
                    <a:pt x="0" y="7293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009" r="0" b="-73711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85725"/>
              <a:ext cx="5048250" cy="8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6"/>
                </a:lnSpc>
              </a:pPr>
              <a:r>
                <a:rPr lang="en-US" sz="26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góp ý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058400" y="6343479"/>
            <a:ext cx="3786188" cy="375056"/>
            <a:chOff x="0" y="0"/>
            <a:chExt cx="5048250" cy="50007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048250" cy="500126"/>
            </a:xfrm>
            <a:custGeom>
              <a:avLst/>
              <a:gdLst/>
              <a:ahLst/>
              <a:cxnLst/>
              <a:rect r="r" b="b" t="t" l="l"/>
              <a:pathLst>
                <a:path h="500126" w="5048250">
                  <a:moveTo>
                    <a:pt x="0" y="0"/>
                  </a:moveTo>
                  <a:lnTo>
                    <a:pt x="5048250" y="0"/>
                  </a:lnTo>
                  <a:lnTo>
                    <a:pt x="50482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49" r="0" b="-146538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970803" y="6282557"/>
            <a:ext cx="4899365" cy="496900"/>
            <a:chOff x="0" y="0"/>
            <a:chExt cx="6532486" cy="66253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6532487" cy="662533"/>
            </a:xfrm>
            <a:custGeom>
              <a:avLst/>
              <a:gdLst/>
              <a:ahLst/>
              <a:cxnLst/>
              <a:rect r="r" b="b" t="t" l="l"/>
              <a:pathLst>
                <a:path h="662533" w="6532487">
                  <a:moveTo>
                    <a:pt x="0" y="0"/>
                  </a:moveTo>
                  <a:lnTo>
                    <a:pt x="6532487" y="0"/>
                  </a:lnTo>
                  <a:lnTo>
                    <a:pt x="6532487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697" r="22720" b="-9124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85725"/>
              <a:ext cx="6532486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Thu thập góp ý cải thiện trang web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258300" y="7029279"/>
            <a:ext cx="8172450" cy="1085850"/>
            <a:chOff x="0" y="0"/>
            <a:chExt cx="10896600" cy="1447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08966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0896600">
                  <a:moveTo>
                    <a:pt x="152400" y="0"/>
                  </a:moveTo>
                  <a:lnTo>
                    <a:pt x="10744200" y="0"/>
                  </a:lnTo>
                  <a:cubicBezTo>
                    <a:pt x="10828274" y="0"/>
                    <a:pt x="10896600" y="68326"/>
                    <a:pt x="10896600" y="152400"/>
                  </a:cubicBezTo>
                  <a:lnTo>
                    <a:pt x="10896600" y="1295400"/>
                  </a:lnTo>
                  <a:cubicBezTo>
                    <a:pt x="10896600" y="1379474"/>
                    <a:pt x="10828274" y="1447800"/>
                    <a:pt x="10744200" y="1447800"/>
                  </a:cubicBezTo>
                  <a:lnTo>
                    <a:pt x="152400" y="1447800"/>
                  </a:lnTo>
                  <a:cubicBezTo>
                    <a:pt x="68326" y="1447800"/>
                    <a:pt x="0" y="1379474"/>
                    <a:pt x="0" y="12954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29750" y="7229304"/>
            <a:ext cx="457200" cy="457200"/>
            <a:chOff x="0" y="0"/>
            <a:chExt cx="609600" cy="6096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075" y="0"/>
                    <a:pt x="609600" y="136525"/>
                    <a:pt x="609600" y="304800"/>
                  </a:cubicBezTo>
                  <a:cubicBezTo>
                    <a:pt x="609600" y="473075"/>
                    <a:pt x="473075" y="609600"/>
                    <a:pt x="304800" y="609600"/>
                  </a:cubicBezTo>
                  <a:cubicBezTo>
                    <a:pt x="136525" y="609600"/>
                    <a:pt x="0" y="473075"/>
                    <a:pt x="0" y="304800"/>
                  </a:cubicBezTo>
                  <a:cubicBezTo>
                    <a:pt x="0" y="136525"/>
                    <a:pt x="136525" y="0"/>
                    <a:pt x="3048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18" id="118"/>
          <p:cNvSpPr/>
          <p:nvPr/>
        </p:nvSpPr>
        <p:spPr>
          <a:xfrm flipH="false" flipV="false" rot="0">
            <a:off x="9574416" y="7357891"/>
            <a:ext cx="175022" cy="200025"/>
          </a:xfrm>
          <a:custGeom>
            <a:avLst/>
            <a:gdLst/>
            <a:ahLst/>
            <a:cxnLst/>
            <a:rect r="r" b="b" t="t" l="l"/>
            <a:pathLst>
              <a:path h="200025" w="175022">
                <a:moveTo>
                  <a:pt x="0" y="0"/>
                </a:moveTo>
                <a:lnTo>
                  <a:pt x="175022" y="0"/>
                </a:lnTo>
                <a:lnTo>
                  <a:pt x="175022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1697" t="0" r="-1703" b="0"/>
            </a:stretch>
          </a:blipFill>
        </p:spPr>
      </p:sp>
      <p:grpSp>
        <p:nvGrpSpPr>
          <p:cNvPr name="Group 119" id="119"/>
          <p:cNvGrpSpPr/>
          <p:nvPr/>
        </p:nvGrpSpPr>
        <p:grpSpPr>
          <a:xfrm rot="0">
            <a:off x="10058400" y="7200729"/>
            <a:ext cx="4672012" cy="375056"/>
            <a:chOff x="0" y="0"/>
            <a:chExt cx="6229350" cy="50007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229350" cy="500126"/>
            </a:xfrm>
            <a:custGeom>
              <a:avLst/>
              <a:gdLst/>
              <a:ahLst/>
              <a:cxnLst/>
              <a:rect r="r" b="b" t="t" l="l"/>
              <a:pathLst>
                <a:path h="500126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534" r="0" b="-192521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058400" y="7150722"/>
            <a:ext cx="4672012" cy="547040"/>
            <a:chOff x="0" y="0"/>
            <a:chExt cx="6229350" cy="729386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229349" cy="729386"/>
            </a:xfrm>
            <a:custGeom>
              <a:avLst/>
              <a:gdLst/>
              <a:ahLst/>
              <a:cxnLst/>
              <a:rect r="r" b="b" t="t" l="l"/>
              <a:pathLst>
                <a:path h="729386" w="6229349">
                  <a:moveTo>
                    <a:pt x="0" y="0"/>
                  </a:moveTo>
                  <a:lnTo>
                    <a:pt x="6229349" y="0"/>
                  </a:lnTo>
                  <a:lnTo>
                    <a:pt x="6229349" y="729386"/>
                  </a:lnTo>
                  <a:lnTo>
                    <a:pt x="0" y="7293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561" r="0" b="-105264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85725"/>
              <a:ext cx="6229350" cy="8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56"/>
                </a:lnSpc>
              </a:pPr>
              <a:r>
                <a:rPr lang="en-US" sz="26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hợp dữ liệu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058400" y="7600779"/>
            <a:ext cx="4672012" cy="375056"/>
            <a:chOff x="0" y="0"/>
            <a:chExt cx="6229350" cy="50007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6229350" cy="500126"/>
            </a:xfrm>
            <a:custGeom>
              <a:avLst/>
              <a:gdLst/>
              <a:ahLst/>
              <a:cxnLst/>
              <a:rect r="r" b="b" t="t" l="l"/>
              <a:pathLst>
                <a:path h="500126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534" r="0" b="-192521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970803" y="7661510"/>
            <a:ext cx="6131498" cy="496900"/>
            <a:chOff x="0" y="0"/>
            <a:chExt cx="8175331" cy="66253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175330" cy="662533"/>
            </a:xfrm>
            <a:custGeom>
              <a:avLst/>
              <a:gdLst/>
              <a:ahLst/>
              <a:cxnLst/>
              <a:rect r="r" b="b" t="t" l="l"/>
              <a:pathLst>
                <a:path h="662533" w="8175330">
                  <a:moveTo>
                    <a:pt x="0" y="0"/>
                  </a:moveTo>
                  <a:lnTo>
                    <a:pt x="8175330" y="0"/>
                  </a:lnTo>
                  <a:lnTo>
                    <a:pt x="817533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33" r="23803" b="-125976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85725"/>
              <a:ext cx="8175331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Dữ liệu được tổng hợp và thống kê dễ dàng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571500" y="8629479"/>
            <a:ext cx="17145000" cy="857250"/>
            <a:chOff x="0" y="0"/>
            <a:chExt cx="22860000" cy="11430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86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3316843" y="8981665"/>
            <a:ext cx="257127" cy="192976"/>
            <a:chOff x="0" y="0"/>
            <a:chExt cx="342836" cy="25730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63"/>
              <a:ext cx="342836" cy="257302"/>
            </a:xfrm>
            <a:custGeom>
              <a:avLst/>
              <a:gdLst/>
              <a:ahLst/>
              <a:cxnLst/>
              <a:rect r="r" b="b" t="t" l="l"/>
              <a:pathLst>
                <a:path h="257302" w="342836">
                  <a:moveTo>
                    <a:pt x="336550" y="143701"/>
                  </a:moveTo>
                  <a:cubicBezTo>
                    <a:pt x="344932" y="135319"/>
                    <a:pt x="344932" y="121730"/>
                    <a:pt x="336550" y="113348"/>
                  </a:cubicBezTo>
                  <a:lnTo>
                    <a:pt x="229489" y="6287"/>
                  </a:lnTo>
                  <a:cubicBezTo>
                    <a:pt x="221107" y="-2095"/>
                    <a:pt x="207518" y="-2095"/>
                    <a:pt x="199136" y="6287"/>
                  </a:cubicBezTo>
                  <a:cubicBezTo>
                    <a:pt x="190754" y="14669"/>
                    <a:pt x="190754" y="28258"/>
                    <a:pt x="199136" y="36640"/>
                  </a:cubicBezTo>
                  <a:lnTo>
                    <a:pt x="269748" y="107252"/>
                  </a:lnTo>
                  <a:lnTo>
                    <a:pt x="21463" y="107252"/>
                  </a:lnTo>
                  <a:cubicBezTo>
                    <a:pt x="9525" y="107125"/>
                    <a:pt x="0" y="116777"/>
                    <a:pt x="0" y="128588"/>
                  </a:cubicBezTo>
                  <a:cubicBezTo>
                    <a:pt x="0" y="140399"/>
                    <a:pt x="9525" y="150051"/>
                    <a:pt x="21463" y="150051"/>
                  </a:cubicBezTo>
                  <a:lnTo>
                    <a:pt x="269748" y="150051"/>
                  </a:lnTo>
                  <a:lnTo>
                    <a:pt x="199136" y="220663"/>
                  </a:lnTo>
                  <a:cubicBezTo>
                    <a:pt x="190754" y="229045"/>
                    <a:pt x="190754" y="242634"/>
                    <a:pt x="199136" y="251016"/>
                  </a:cubicBezTo>
                  <a:cubicBezTo>
                    <a:pt x="207518" y="259398"/>
                    <a:pt x="221107" y="259398"/>
                    <a:pt x="229489" y="251016"/>
                  </a:cubicBezTo>
                  <a:lnTo>
                    <a:pt x="336550" y="1438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150144" y="8858079"/>
            <a:ext cx="16402050" cy="425510"/>
            <a:chOff x="0" y="0"/>
            <a:chExt cx="21869400" cy="567347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21869400" cy="567309"/>
            </a:xfrm>
            <a:custGeom>
              <a:avLst/>
              <a:gdLst/>
              <a:ahLst/>
              <a:cxnLst/>
              <a:rect r="r" b="b" t="t" l="l"/>
              <a:pathLst>
                <a:path h="567309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0611" r="0" b="-700615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150144" y="8808072"/>
            <a:ext cx="16402050" cy="475517"/>
            <a:chOff x="0" y="0"/>
            <a:chExt cx="21869400" cy="63402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21869400" cy="634022"/>
            </a:xfrm>
            <a:custGeom>
              <a:avLst/>
              <a:gdLst/>
              <a:ahLst/>
              <a:cxnLst/>
              <a:rect r="r" b="b" t="t" l="l"/>
              <a:pathLst>
                <a:path h="634022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634022"/>
                  </a:lnTo>
                  <a:lnTo>
                    <a:pt x="0" y="6340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2100" r="0" b="-622100"/>
              </a:stretch>
            </a:blipFill>
          </p:spPr>
        </p:sp>
        <p:sp>
          <p:nvSpPr>
            <p:cNvPr name="TextBox 137" id="137"/>
            <p:cNvSpPr txBox="true"/>
            <p:nvPr/>
          </p:nvSpPr>
          <p:spPr>
            <a:xfrm>
              <a:off x="0" y="-66675"/>
              <a:ext cx="21869400" cy="700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Tiếp theo: Tìm hiểu cách tạo biểu mẫu, nhúng biểu mẫu vào trang web và xem dữ liệu phản hồi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elearningindustry.com/28f523851726bcfcedc0c4398c7e3ea7bbd66f63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9999"/>
              </a:blip>
              <a:stretch>
                <a:fillRect l="-135" t="0" r="-13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048330" y="1871662"/>
            <a:ext cx="2185988" cy="628650"/>
            <a:chOff x="0" y="0"/>
            <a:chExt cx="2914650" cy="838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4650" cy="838200"/>
            </a:xfrm>
            <a:custGeom>
              <a:avLst/>
              <a:gdLst/>
              <a:ahLst/>
              <a:cxnLst/>
              <a:rect r="r" b="b" t="t" l="l"/>
              <a:pathLst>
                <a:path h="838200" w="2914650">
                  <a:moveTo>
                    <a:pt x="419100" y="0"/>
                  </a:moveTo>
                  <a:lnTo>
                    <a:pt x="2495550" y="0"/>
                  </a:lnTo>
                  <a:cubicBezTo>
                    <a:pt x="2726817" y="0"/>
                    <a:pt x="2914650" y="187833"/>
                    <a:pt x="2914650" y="419100"/>
                  </a:cubicBezTo>
                  <a:cubicBezTo>
                    <a:pt x="2914650" y="650367"/>
                    <a:pt x="2726817" y="838200"/>
                    <a:pt x="24955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26936" y="2020252"/>
            <a:ext cx="1633957" cy="331470"/>
            <a:chOff x="0" y="0"/>
            <a:chExt cx="2178609" cy="441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8558" cy="441960"/>
            </a:xfrm>
            <a:custGeom>
              <a:avLst/>
              <a:gdLst/>
              <a:ahLst/>
              <a:cxnLst/>
              <a:rect r="r" b="b" t="t" l="l"/>
              <a:pathLst>
                <a:path h="441960" w="2178558">
                  <a:moveTo>
                    <a:pt x="0" y="0"/>
                  </a:moveTo>
                  <a:lnTo>
                    <a:pt x="2178558" y="0"/>
                  </a:lnTo>
                  <a:lnTo>
                    <a:pt x="2178558" y="441960"/>
                  </a:lnTo>
                  <a:lnTo>
                    <a:pt x="0" y="441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82" r="-2" b="-4598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326936" y="1963103"/>
            <a:ext cx="1633957" cy="425510"/>
            <a:chOff x="0" y="0"/>
            <a:chExt cx="2178609" cy="56734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8609" cy="567347"/>
            </a:xfrm>
            <a:custGeom>
              <a:avLst/>
              <a:gdLst/>
              <a:ahLst/>
              <a:cxnLst/>
              <a:rect r="r" b="b" t="t" l="l"/>
              <a:pathLst>
                <a:path h="567347" w="2178609">
                  <a:moveTo>
                    <a:pt x="0" y="0"/>
                  </a:moveTo>
                  <a:lnTo>
                    <a:pt x="2178609" y="0"/>
                  </a:lnTo>
                  <a:lnTo>
                    <a:pt x="2178609" y="567347"/>
                  </a:lnTo>
                  <a:lnTo>
                    <a:pt x="0" y="56734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157" r="0" b="-2048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178609" cy="6340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b="true" sz="2025" spc="102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TIN HỌC 10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24499" y="3300412"/>
            <a:ext cx="3443288" cy="1285875"/>
            <a:chOff x="0" y="0"/>
            <a:chExt cx="4591050" cy="1714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91050" cy="1714500"/>
            </a:xfrm>
            <a:custGeom>
              <a:avLst/>
              <a:gdLst/>
              <a:ahLst/>
              <a:cxnLst/>
              <a:rect r="r" b="b" t="t" l="l"/>
              <a:pathLst>
                <a:path h="1714500" w="4591050">
                  <a:moveTo>
                    <a:pt x="0" y="0"/>
                  </a:moveTo>
                  <a:lnTo>
                    <a:pt x="4591050" y="0"/>
                  </a:lnTo>
                  <a:lnTo>
                    <a:pt x="4591050" y="1714500"/>
                  </a:lnTo>
                  <a:lnTo>
                    <a:pt x="0" y="1714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40" r="0" b="-214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424499" y="3300412"/>
            <a:ext cx="3443288" cy="1700898"/>
            <a:chOff x="0" y="0"/>
            <a:chExt cx="4591050" cy="22678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91051" cy="2267864"/>
            </a:xfrm>
            <a:custGeom>
              <a:avLst/>
              <a:gdLst/>
              <a:ahLst/>
              <a:cxnLst/>
              <a:rect r="r" b="b" t="t" l="l"/>
              <a:pathLst>
                <a:path h="2267864" w="4591051">
                  <a:moveTo>
                    <a:pt x="0" y="0"/>
                  </a:moveTo>
                  <a:lnTo>
                    <a:pt x="4591051" y="0"/>
                  </a:lnTo>
                  <a:lnTo>
                    <a:pt x="4591051" y="2267864"/>
                  </a:lnTo>
                  <a:lnTo>
                    <a:pt x="0" y="226786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645" r="0" b="2275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591050" cy="22678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BÀI 27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0" y="4929188"/>
            <a:ext cx="1828800" cy="57150"/>
            <a:chOff x="0" y="0"/>
            <a:chExt cx="2438400" cy="76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384834" y="5443538"/>
            <a:ext cx="9515475" cy="857250"/>
            <a:chOff x="0" y="0"/>
            <a:chExt cx="12687300" cy="1143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873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12687300">
                  <a:moveTo>
                    <a:pt x="0" y="0"/>
                  </a:moveTo>
                  <a:lnTo>
                    <a:pt x="12687300" y="0"/>
                  </a:lnTo>
                  <a:lnTo>
                    <a:pt x="126873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6133" r="0" b="-166133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384834" y="5443538"/>
            <a:ext cx="9515475" cy="1133932"/>
            <a:chOff x="0" y="0"/>
            <a:chExt cx="12687300" cy="15119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687300" cy="1511910"/>
            </a:xfrm>
            <a:custGeom>
              <a:avLst/>
              <a:gdLst/>
              <a:ahLst/>
              <a:cxnLst/>
              <a:rect r="r" b="b" t="t" l="l"/>
              <a:pathLst>
                <a:path h="1511910" w="12687300">
                  <a:moveTo>
                    <a:pt x="0" y="0"/>
                  </a:moveTo>
                  <a:lnTo>
                    <a:pt x="12687300" y="0"/>
                  </a:lnTo>
                  <a:lnTo>
                    <a:pt x="12687300" y="1511910"/>
                  </a:lnTo>
                  <a:lnTo>
                    <a:pt x="0" y="151191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5710" r="0" b="-10130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12687300" cy="1502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TRÊN TRANG WEB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5351745" y="7472362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93" t="0" r="-793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816079" y="7443788"/>
            <a:ext cx="2400300" cy="400050"/>
            <a:chOff x="0" y="0"/>
            <a:chExt cx="3200400" cy="533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00400" cy="533400"/>
            </a:xfrm>
            <a:custGeom>
              <a:avLst/>
              <a:gdLst/>
              <a:ahLst/>
              <a:cxnLst/>
              <a:rect r="r" b="b" t="t" l="l"/>
              <a:pathLst>
                <a:path h="533400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16079" y="7393781"/>
            <a:ext cx="2400300" cy="472154"/>
            <a:chOff x="0" y="0"/>
            <a:chExt cx="3200400" cy="6295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00400" cy="629539"/>
            </a:xfrm>
            <a:custGeom>
              <a:avLst/>
              <a:gdLst/>
              <a:ahLst/>
              <a:cxnLst/>
              <a:rect r="r" b="b" t="t" l="l"/>
              <a:pathLst>
                <a:path h="62953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1396" r="0" b="-467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32004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Môn học:</a:t>
              </a: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 Tin học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9622631" y="7472362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129838" y="7443788"/>
            <a:ext cx="1085850" cy="400050"/>
            <a:chOff x="0" y="0"/>
            <a:chExt cx="1447800" cy="533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47800" cy="533400"/>
            </a:xfrm>
            <a:custGeom>
              <a:avLst/>
              <a:gdLst/>
              <a:ahLst/>
              <a:cxnLst/>
              <a:rect r="r" b="b" t="t" l="l"/>
              <a:pathLst>
                <a:path h="5334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50" r="0" b="-285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129838" y="7393781"/>
            <a:ext cx="1085850" cy="472154"/>
            <a:chOff x="0" y="0"/>
            <a:chExt cx="1447800" cy="6295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47800" cy="629539"/>
            </a:xfrm>
            <a:custGeom>
              <a:avLst/>
              <a:gdLst/>
              <a:ahLst/>
              <a:cxnLst/>
              <a:rect r="r" b="b" t="t" l="l"/>
              <a:pathLst>
                <a:path h="629539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3178" t="0" r="-3178" b="468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4478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Lớp:</a:t>
              </a: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 12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9665494" y="8043862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7" y="0"/>
                </a:lnTo>
                <a:lnTo>
                  <a:pt x="300037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793" t="0" r="-793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0129838" y="8015288"/>
            <a:ext cx="2943225" cy="400050"/>
            <a:chOff x="0" y="0"/>
            <a:chExt cx="3924300" cy="533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924300" cy="533400"/>
            </a:xfrm>
            <a:custGeom>
              <a:avLst/>
              <a:gdLst/>
              <a:ahLst/>
              <a:cxnLst/>
              <a:rect r="r" b="b" t="t" l="l"/>
              <a:pathLst>
                <a:path h="533400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254" r="0" b="-93254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129838" y="7965281"/>
            <a:ext cx="2943225" cy="472154"/>
            <a:chOff x="0" y="0"/>
            <a:chExt cx="3924300" cy="6295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924300" cy="629539"/>
            </a:xfrm>
            <a:custGeom>
              <a:avLst/>
              <a:gdLst/>
              <a:ahLst/>
              <a:cxnLst/>
              <a:rect r="r" b="b" t="t" l="l"/>
              <a:pathLst>
                <a:path h="629539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3802" r="0" b="-6912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39243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Năm học:</a:t>
              </a: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 2025-2026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87900" cy="685800"/>
            <a:chOff x="0" y="0"/>
            <a:chExt cx="23317200" cy="914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523" r="0" b="-44652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64369"/>
            <a:ext cx="17487900" cy="1136599"/>
            <a:chOff x="0" y="0"/>
            <a:chExt cx="23317200" cy="15154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17200" cy="1515466"/>
            </a:xfrm>
            <a:custGeom>
              <a:avLst/>
              <a:gdLst/>
              <a:ahLst/>
              <a:cxnLst/>
              <a:rect r="r" b="b" t="t" l="l"/>
              <a:pathLst>
                <a:path h="1515466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515466"/>
                  </a:lnTo>
                  <a:lnTo>
                    <a:pt x="0" y="1515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3716" r="0" b="-22588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33350"/>
              <a:ext cx="23317200" cy="1382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 bài học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743818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38085" y="2057400"/>
            <a:ext cx="57150" cy="7429500"/>
            <a:chOff x="0" y="0"/>
            <a:chExt cx="76200" cy="990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62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9906000"/>
                  </a:lnTo>
                  <a:lnTo>
                    <a:pt x="0" y="990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979069" y="2057400"/>
            <a:ext cx="571500" cy="571500"/>
            <a:chOff x="0" y="0"/>
            <a:chExt cx="762000" cy="76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214279" y="2143125"/>
            <a:ext cx="228600" cy="400050"/>
            <a:chOff x="0" y="0"/>
            <a:chExt cx="304800" cy="533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4687" t="0" r="-174687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214279" y="2085975"/>
            <a:ext cx="228600" cy="457200"/>
            <a:chOff x="0" y="0"/>
            <a:chExt cx="3048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" cy="609600"/>
            </a:xfrm>
            <a:custGeom>
              <a:avLst/>
              <a:gdLst/>
              <a:ahLst/>
              <a:cxnLst/>
              <a:rect r="r" b="b" t="t" l="l"/>
              <a:pathLst>
                <a:path h="6096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607" t="0" r="-20660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304800" cy="676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22019" y="2143125"/>
            <a:ext cx="1443038" cy="400050"/>
            <a:chOff x="0" y="0"/>
            <a:chExt cx="1924050" cy="533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24050" cy="533400"/>
            </a:xfrm>
            <a:custGeom>
              <a:avLst/>
              <a:gdLst/>
              <a:ahLst/>
              <a:cxnLst/>
              <a:rect r="r" b="b" t="t" l="l"/>
              <a:pathLst>
                <a:path h="533400" w="1924050">
                  <a:moveTo>
                    <a:pt x="0" y="0"/>
                  </a:moveTo>
                  <a:lnTo>
                    <a:pt x="1924050" y="0"/>
                  </a:lnTo>
                  <a:lnTo>
                    <a:pt x="1924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35" r="0" b="-20238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722019" y="2100262"/>
            <a:ext cx="1443038" cy="472154"/>
            <a:chOff x="0" y="0"/>
            <a:chExt cx="1924050" cy="6295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4051" cy="629539"/>
            </a:xfrm>
            <a:custGeom>
              <a:avLst/>
              <a:gdLst/>
              <a:ahLst/>
              <a:cxnLst/>
              <a:rect r="r" b="b" t="t" l="l"/>
              <a:pathLst>
                <a:path h="629539" w="1924051">
                  <a:moveTo>
                    <a:pt x="0" y="0"/>
                  </a:moveTo>
                  <a:lnTo>
                    <a:pt x="1924051" y="0"/>
                  </a:lnTo>
                  <a:lnTo>
                    <a:pt x="1924051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48" r="0" b="-64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92405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Khởi động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979069" y="2743200"/>
            <a:ext cx="3914775" cy="371475"/>
            <a:chOff x="0" y="0"/>
            <a:chExt cx="5219700" cy="495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19700" cy="495300"/>
            </a:xfrm>
            <a:custGeom>
              <a:avLst/>
              <a:gdLst/>
              <a:ahLst/>
              <a:cxnLst/>
              <a:rect r="r" b="b" t="t" l="l"/>
              <a:pathLst>
                <a:path h="495300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200" r="0" b="-15520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979069" y="2664619"/>
            <a:ext cx="3914775" cy="450056"/>
            <a:chOff x="0" y="0"/>
            <a:chExt cx="5219700" cy="6000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9700" cy="600075"/>
            </a:xfrm>
            <a:custGeom>
              <a:avLst/>
              <a:gdLst/>
              <a:ahLst/>
              <a:cxnLst/>
              <a:rect r="r" b="b" t="t" l="l"/>
              <a:pathLst>
                <a:path h="600075" w="5219700">
                  <a:moveTo>
                    <a:pt x="0" y="0"/>
                  </a:moveTo>
                  <a:lnTo>
                    <a:pt x="5219700" y="0"/>
                  </a:lnTo>
                  <a:lnTo>
                    <a:pt x="5219700" y="600075"/>
                  </a:lnTo>
                  <a:lnTo>
                    <a:pt x="0" y="6000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9488" r="0" b="-11948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52197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Vai trò của biểu mẫu trên trang web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820150" y="2928938"/>
            <a:ext cx="590550" cy="590550"/>
          </a:xfrm>
          <a:custGeom>
            <a:avLst/>
            <a:gdLst/>
            <a:ahLst/>
            <a:cxnLst/>
            <a:rect r="r" b="b" t="t" l="l"/>
            <a:pathLst>
              <a:path h="590550" w="590550">
                <a:moveTo>
                  <a:pt x="0" y="0"/>
                </a:moveTo>
                <a:lnTo>
                  <a:pt x="590550" y="0"/>
                </a:lnTo>
                <a:lnTo>
                  <a:pt x="5905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903685" y="2354301"/>
            <a:ext cx="6400800" cy="1295400"/>
            <a:chOff x="0" y="0"/>
            <a:chExt cx="8534400" cy="1727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34400" cy="1727200"/>
            </a:xfrm>
            <a:custGeom>
              <a:avLst/>
              <a:gdLst/>
              <a:ahLst/>
              <a:cxnLst/>
              <a:rect r="r" b="b" t="t" l="l"/>
              <a:pathLst>
                <a:path h="1727200" w="8534400">
                  <a:moveTo>
                    <a:pt x="228600" y="0"/>
                  </a:moveTo>
                  <a:lnTo>
                    <a:pt x="8305800" y="0"/>
                  </a:lnTo>
                  <a:cubicBezTo>
                    <a:pt x="8431911" y="0"/>
                    <a:pt x="8534400" y="66374"/>
                    <a:pt x="8534400" y="148046"/>
                  </a:cubicBezTo>
                  <a:lnTo>
                    <a:pt x="8534400" y="1579154"/>
                  </a:lnTo>
                  <a:cubicBezTo>
                    <a:pt x="8534400" y="1660826"/>
                    <a:pt x="8431911" y="1727200"/>
                    <a:pt x="8305800" y="1727200"/>
                  </a:cubicBezTo>
                  <a:lnTo>
                    <a:pt x="228600" y="1727200"/>
                  </a:lnTo>
                  <a:cubicBezTo>
                    <a:pt x="102489" y="1727200"/>
                    <a:pt x="0" y="1660826"/>
                    <a:pt x="0" y="1579154"/>
                  </a:cubicBezTo>
                  <a:lnTo>
                    <a:pt x="0" y="148046"/>
                  </a:lnTo>
                  <a:cubicBezTo>
                    <a:pt x="0" y="66374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270988" y="2652712"/>
            <a:ext cx="571500" cy="571500"/>
            <a:chOff x="0" y="0"/>
            <a:chExt cx="762000" cy="762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461374" y="2509838"/>
            <a:ext cx="327241" cy="492166"/>
            <a:chOff x="0" y="0"/>
            <a:chExt cx="436321" cy="6562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6372" cy="656209"/>
            </a:xfrm>
            <a:custGeom>
              <a:avLst/>
              <a:gdLst/>
              <a:ahLst/>
              <a:cxnLst/>
              <a:rect r="r" b="b" t="t" l="l"/>
              <a:pathLst>
                <a:path h="656209" w="436372">
                  <a:moveTo>
                    <a:pt x="0" y="0"/>
                  </a:moveTo>
                  <a:lnTo>
                    <a:pt x="436372" y="0"/>
                  </a:lnTo>
                  <a:lnTo>
                    <a:pt x="436372" y="656209"/>
                  </a:lnTo>
                  <a:lnTo>
                    <a:pt x="0" y="6562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3082" t="0" r="-143073" b="-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74109" y="2743200"/>
            <a:ext cx="327241" cy="560295"/>
            <a:chOff x="0" y="0"/>
            <a:chExt cx="436321" cy="74706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36325" cy="747056"/>
            </a:xfrm>
            <a:custGeom>
              <a:avLst/>
              <a:gdLst/>
              <a:ahLst/>
              <a:cxnLst/>
              <a:rect r="r" b="b" t="t" l="l"/>
              <a:pathLst>
                <a:path h="747056" w="436325">
                  <a:moveTo>
                    <a:pt x="0" y="0"/>
                  </a:moveTo>
                  <a:lnTo>
                    <a:pt x="436325" y="0"/>
                  </a:lnTo>
                  <a:lnTo>
                    <a:pt x="436325" y="747056"/>
                  </a:lnTo>
                  <a:lnTo>
                    <a:pt x="0" y="747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678" t="0" r="-169677" b="-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436321" cy="8327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94"/>
                </a:lnSpc>
              </a:pPr>
              <a:r>
                <a:rPr lang="en-US" sz="2624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46685" y="2595562"/>
            <a:ext cx="2743200" cy="1143000"/>
            <a:chOff x="0" y="0"/>
            <a:chExt cx="3657600" cy="1524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96" t="0" r="-3497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087100" y="2409073"/>
            <a:ext cx="2743200" cy="1185862"/>
            <a:chOff x="0" y="0"/>
            <a:chExt cx="3657600" cy="15811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6576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81150"/>
                  </a:lnTo>
                  <a:lnTo>
                    <a:pt x="0" y="1581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464" t="0" r="-546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657600" cy="1657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557588" y="5062538"/>
            <a:ext cx="4757738" cy="1628775"/>
            <a:chOff x="0" y="0"/>
            <a:chExt cx="6343650" cy="21717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43650" cy="2171700"/>
            </a:xfrm>
            <a:custGeom>
              <a:avLst/>
              <a:gdLst/>
              <a:ahLst/>
              <a:cxnLst/>
              <a:rect r="r" b="b" t="t" l="l"/>
              <a:pathLst>
                <a:path h="2171700" w="6343650">
                  <a:moveTo>
                    <a:pt x="228600" y="0"/>
                  </a:moveTo>
                  <a:lnTo>
                    <a:pt x="6115050" y="0"/>
                  </a:lnTo>
                  <a:cubicBezTo>
                    <a:pt x="6241288" y="0"/>
                    <a:pt x="6343650" y="102362"/>
                    <a:pt x="6343650" y="228600"/>
                  </a:cubicBezTo>
                  <a:lnTo>
                    <a:pt x="6343650" y="1943100"/>
                  </a:lnTo>
                  <a:cubicBezTo>
                    <a:pt x="6343650" y="2069338"/>
                    <a:pt x="6241288" y="2171700"/>
                    <a:pt x="6115050" y="2171700"/>
                  </a:cubicBezTo>
                  <a:lnTo>
                    <a:pt x="228600" y="2171700"/>
                  </a:lnTo>
                  <a:cubicBezTo>
                    <a:pt x="102362" y="2171700"/>
                    <a:pt x="0" y="2069338"/>
                    <a:pt x="0" y="19431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635035" y="5429250"/>
            <a:ext cx="571500" cy="571500"/>
            <a:chOff x="0" y="0"/>
            <a:chExt cx="762000" cy="7620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3783816" y="5429250"/>
            <a:ext cx="346986" cy="485775"/>
            <a:chOff x="0" y="0"/>
            <a:chExt cx="462648" cy="6477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62661" cy="647700"/>
            </a:xfrm>
            <a:custGeom>
              <a:avLst/>
              <a:gdLst/>
              <a:ahLst/>
              <a:cxnLst/>
              <a:rect r="r" b="b" t="t" l="l"/>
              <a:pathLst>
                <a:path h="647700" w="462661">
                  <a:moveTo>
                    <a:pt x="0" y="0"/>
                  </a:moveTo>
                  <a:lnTo>
                    <a:pt x="462661" y="0"/>
                  </a:lnTo>
                  <a:lnTo>
                    <a:pt x="462661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744" t="0" r="-129741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783816" y="5359851"/>
            <a:ext cx="346986" cy="555171"/>
            <a:chOff x="0" y="0"/>
            <a:chExt cx="462648" cy="7402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2643" cy="740225"/>
            </a:xfrm>
            <a:custGeom>
              <a:avLst/>
              <a:gdLst/>
              <a:ahLst/>
              <a:cxnLst/>
              <a:rect r="r" b="b" t="t" l="l"/>
              <a:pathLst>
                <a:path h="740225" w="462643">
                  <a:moveTo>
                    <a:pt x="0" y="0"/>
                  </a:moveTo>
                  <a:lnTo>
                    <a:pt x="462643" y="0"/>
                  </a:lnTo>
                  <a:lnTo>
                    <a:pt x="462643" y="740225"/>
                  </a:lnTo>
                  <a:lnTo>
                    <a:pt x="0" y="7402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86" t="0" r="-155287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85725"/>
              <a:ext cx="462648" cy="8259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94"/>
                </a:lnSpc>
              </a:pPr>
              <a:r>
                <a:rPr lang="en-US" sz="2624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4583963" y="5328190"/>
            <a:ext cx="2327491" cy="844010"/>
            <a:chOff x="0" y="0"/>
            <a:chExt cx="3103321" cy="11253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3372" cy="1125347"/>
            </a:xfrm>
            <a:custGeom>
              <a:avLst/>
              <a:gdLst/>
              <a:ahLst/>
              <a:cxnLst/>
              <a:rect r="r" b="b" t="t" l="l"/>
              <a:pathLst>
                <a:path h="1125347" w="3103372">
                  <a:moveTo>
                    <a:pt x="0" y="0"/>
                  </a:moveTo>
                  <a:lnTo>
                    <a:pt x="3103372" y="0"/>
                  </a:lnTo>
                  <a:lnTo>
                    <a:pt x="3103372" y="1125347"/>
                  </a:lnTo>
                  <a:lnTo>
                    <a:pt x="0" y="1125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5" r="1" b="-369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4583963" y="5256562"/>
            <a:ext cx="3731362" cy="1251052"/>
            <a:chOff x="0" y="0"/>
            <a:chExt cx="4975149" cy="166806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975149" cy="1668068"/>
            </a:xfrm>
            <a:custGeom>
              <a:avLst/>
              <a:gdLst/>
              <a:ahLst/>
              <a:cxnLst/>
              <a:rect r="r" b="b" t="t" l="l"/>
              <a:pathLst>
                <a:path h="1668068" w="4975149">
                  <a:moveTo>
                    <a:pt x="0" y="0"/>
                  </a:moveTo>
                  <a:lnTo>
                    <a:pt x="4975149" y="0"/>
                  </a:lnTo>
                  <a:lnTo>
                    <a:pt x="4975149" y="1668068"/>
                  </a:lnTo>
                  <a:lnTo>
                    <a:pt x="0" y="1668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05" r="37623" b="283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76200"/>
              <a:ext cx="4975149" cy="1744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 Vào Trang Web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8820150" y="5581650"/>
            <a:ext cx="590550" cy="590550"/>
          </a:xfrm>
          <a:custGeom>
            <a:avLst/>
            <a:gdLst/>
            <a:ahLst/>
            <a:cxnLst/>
            <a:rect r="r" b="b" t="t" l="l"/>
            <a:pathLst>
              <a:path h="590550" w="590550">
                <a:moveTo>
                  <a:pt x="0" y="0"/>
                </a:moveTo>
                <a:lnTo>
                  <a:pt x="590550" y="0"/>
                </a:lnTo>
                <a:lnTo>
                  <a:pt x="5905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8848725" y="8234362"/>
            <a:ext cx="590550" cy="590550"/>
          </a:xfrm>
          <a:custGeom>
            <a:avLst/>
            <a:gdLst/>
            <a:ahLst/>
            <a:cxnLst/>
            <a:rect r="r" b="b" t="t" l="l"/>
            <a:pathLst>
              <a:path h="590550" w="590550">
                <a:moveTo>
                  <a:pt x="0" y="0"/>
                </a:moveTo>
                <a:lnTo>
                  <a:pt x="590550" y="0"/>
                </a:lnTo>
                <a:lnTo>
                  <a:pt x="590550" y="590550"/>
                </a:lnTo>
                <a:lnTo>
                  <a:pt x="0" y="5905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10229850" y="7715250"/>
            <a:ext cx="4972050" cy="1628775"/>
            <a:chOff x="0" y="0"/>
            <a:chExt cx="6629400" cy="21717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629400" cy="2171700"/>
            </a:xfrm>
            <a:custGeom>
              <a:avLst/>
              <a:gdLst/>
              <a:ahLst/>
              <a:cxnLst/>
              <a:rect r="r" b="b" t="t" l="l"/>
              <a:pathLst>
                <a:path h="2171700" w="6629400">
                  <a:moveTo>
                    <a:pt x="228600" y="0"/>
                  </a:moveTo>
                  <a:lnTo>
                    <a:pt x="6400800" y="0"/>
                  </a:lnTo>
                  <a:cubicBezTo>
                    <a:pt x="6527038" y="0"/>
                    <a:pt x="6629400" y="102362"/>
                    <a:pt x="6629400" y="228600"/>
                  </a:cubicBezTo>
                  <a:lnTo>
                    <a:pt x="6629400" y="1943100"/>
                  </a:lnTo>
                  <a:cubicBezTo>
                    <a:pt x="6629400" y="2069338"/>
                    <a:pt x="6527038" y="2171700"/>
                    <a:pt x="6400800" y="2171700"/>
                  </a:cubicBezTo>
                  <a:lnTo>
                    <a:pt x="228600" y="2171700"/>
                  </a:lnTo>
                  <a:cubicBezTo>
                    <a:pt x="102362" y="2171700"/>
                    <a:pt x="0" y="2069338"/>
                    <a:pt x="0" y="19431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515600" y="8001000"/>
            <a:ext cx="571500" cy="571500"/>
            <a:chOff x="0" y="0"/>
            <a:chExt cx="762000" cy="762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673239" y="8012868"/>
            <a:ext cx="338499" cy="473907"/>
            <a:chOff x="0" y="0"/>
            <a:chExt cx="451333" cy="63187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51358" cy="631825"/>
            </a:xfrm>
            <a:custGeom>
              <a:avLst/>
              <a:gdLst/>
              <a:ahLst/>
              <a:cxnLst/>
              <a:rect r="r" b="b" t="t" l="l"/>
              <a:pathLst>
                <a:path h="631825" w="451358">
                  <a:moveTo>
                    <a:pt x="0" y="0"/>
                  </a:moveTo>
                  <a:lnTo>
                    <a:pt x="451358" y="0"/>
                  </a:lnTo>
                  <a:lnTo>
                    <a:pt x="451358" y="631825"/>
                  </a:lnTo>
                  <a:lnTo>
                    <a:pt x="0" y="6318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9743" t="0" r="-129738" b="-8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673239" y="7945174"/>
            <a:ext cx="338499" cy="547354"/>
            <a:chOff x="0" y="0"/>
            <a:chExt cx="451333" cy="72980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51337" cy="729810"/>
            </a:xfrm>
            <a:custGeom>
              <a:avLst/>
              <a:gdLst/>
              <a:ahLst/>
              <a:cxnLst/>
              <a:rect r="r" b="b" t="t" l="l"/>
              <a:pathLst>
                <a:path h="729810" w="451337">
                  <a:moveTo>
                    <a:pt x="0" y="0"/>
                  </a:moveTo>
                  <a:lnTo>
                    <a:pt x="451337" y="0"/>
                  </a:lnTo>
                  <a:lnTo>
                    <a:pt x="451337" y="729810"/>
                  </a:lnTo>
                  <a:lnTo>
                    <a:pt x="0" y="7298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5284" t="0" r="-155283" b="1051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451333" cy="815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94"/>
                </a:lnSpc>
              </a:pPr>
              <a:r>
                <a:rPr lang="en-US" sz="2624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258550" y="8086725"/>
            <a:ext cx="3043161" cy="844010"/>
            <a:chOff x="0" y="0"/>
            <a:chExt cx="4057548" cy="112534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57523" cy="1125347"/>
            </a:xfrm>
            <a:custGeom>
              <a:avLst/>
              <a:gdLst/>
              <a:ahLst/>
              <a:cxnLst/>
              <a:rect r="r" b="b" t="t" l="l"/>
              <a:pathLst>
                <a:path h="1125347" w="4057523">
                  <a:moveTo>
                    <a:pt x="0" y="0"/>
                  </a:moveTo>
                  <a:lnTo>
                    <a:pt x="4057523" y="0"/>
                  </a:lnTo>
                  <a:lnTo>
                    <a:pt x="4057523" y="1125347"/>
                  </a:lnTo>
                  <a:lnTo>
                    <a:pt x="0" y="11253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06" r="0" b="-2020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046685" y="7861249"/>
            <a:ext cx="4114800" cy="1251052"/>
            <a:chOff x="0" y="0"/>
            <a:chExt cx="5486400" cy="16680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486402" cy="1668061"/>
            </a:xfrm>
            <a:custGeom>
              <a:avLst/>
              <a:gdLst/>
              <a:ahLst/>
              <a:cxnLst/>
              <a:rect r="r" b="b" t="t" l="l"/>
              <a:pathLst>
                <a:path h="1668061" w="5486402">
                  <a:moveTo>
                    <a:pt x="0" y="0"/>
                  </a:moveTo>
                  <a:lnTo>
                    <a:pt x="5486402" y="0"/>
                  </a:lnTo>
                  <a:lnTo>
                    <a:pt x="5486402" y="1668061"/>
                  </a:lnTo>
                  <a:lnTo>
                    <a:pt x="0" y="166806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03" r="26043" b="15709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5486400" cy="1744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Thống Kê Phản Hồi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A8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images.ctfassets.net/bd1167e376453ef4b1e596d805001be5fdd897e1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5583" r="0" b="-558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4A853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673553"/>
            <a:ext cx="3014662" cy="628650"/>
            <a:chOff x="0" y="0"/>
            <a:chExt cx="40195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19550" cy="838200"/>
            </a:xfrm>
            <a:custGeom>
              <a:avLst/>
              <a:gdLst/>
              <a:ahLst/>
              <a:cxnLst/>
              <a:rect r="r" b="b" t="t" l="l"/>
              <a:pathLst>
                <a:path h="838200" w="4019550">
                  <a:moveTo>
                    <a:pt x="419100" y="0"/>
                  </a:moveTo>
                  <a:lnTo>
                    <a:pt x="3600450" y="0"/>
                  </a:lnTo>
                  <a:cubicBezTo>
                    <a:pt x="3831717" y="0"/>
                    <a:pt x="4019550" y="187833"/>
                    <a:pt x="4019550" y="419100"/>
                  </a:cubicBezTo>
                  <a:cubicBezTo>
                    <a:pt x="4019550" y="650367"/>
                    <a:pt x="3831717" y="838200"/>
                    <a:pt x="36004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3873703"/>
            <a:ext cx="17573625" cy="1422178"/>
            <a:chOff x="0" y="0"/>
            <a:chExt cx="23431500" cy="18962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431500" cy="1896237"/>
            </a:xfrm>
            <a:custGeom>
              <a:avLst/>
              <a:gdLst/>
              <a:ahLst/>
              <a:cxnLst/>
              <a:rect r="r" b="b" t="t" l="l"/>
              <a:pathLst>
                <a:path h="1896237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606" r="0" b="-19060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3866559"/>
            <a:ext cx="17573625" cy="1429322"/>
            <a:chOff x="0" y="0"/>
            <a:chExt cx="23431500" cy="19057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1905762"/>
            </a:xfrm>
            <a:custGeom>
              <a:avLst/>
              <a:gdLst/>
              <a:ahLst/>
              <a:cxnLst/>
              <a:rect r="r" b="b" t="t" l="l"/>
              <a:pathLst>
                <a:path h="190576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905762"/>
                  </a:lnTo>
                  <a:lnTo>
                    <a:pt x="0" y="19057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570" r="0" b="-18957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3431500" cy="191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5288166"/>
            <a:ext cx="2286000" cy="57150"/>
            <a:chOff x="0" y="0"/>
            <a:chExt cx="3048000" cy="76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5802516"/>
            <a:ext cx="11187112" cy="705374"/>
            <a:chOff x="0" y="0"/>
            <a:chExt cx="14916150" cy="94049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916150" cy="940562"/>
            </a:xfrm>
            <a:custGeom>
              <a:avLst/>
              <a:gdLst/>
              <a:ahLst/>
              <a:cxnLst/>
              <a:rect r="r" b="b" t="t" l="l"/>
              <a:pathLst>
                <a:path h="940562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940562"/>
                  </a:lnTo>
                  <a:lnTo>
                    <a:pt x="0" y="9405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796" r="0" b="-25879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71500" y="5688216"/>
            <a:ext cx="11187112" cy="819674"/>
            <a:chOff x="0" y="0"/>
            <a:chExt cx="14916150" cy="10928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16150" cy="1092899"/>
            </a:xfrm>
            <a:custGeom>
              <a:avLst/>
              <a:gdLst/>
              <a:ahLst/>
              <a:cxnLst/>
              <a:rect r="r" b="b" t="t" l="l"/>
              <a:pathLst>
                <a:path h="1092899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1092899"/>
                  </a:lnTo>
                  <a:lnTo>
                    <a:pt x="0" y="10928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936" r="0" b="-2159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52400"/>
              <a:ext cx="14916150" cy="1245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tạo biểu mẫu bằng Google Forms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5881" y="7199109"/>
            <a:ext cx="2271712" cy="472154"/>
            <a:chOff x="0" y="0"/>
            <a:chExt cx="3028950" cy="6295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28950" cy="629539"/>
            </a:xfrm>
            <a:custGeom>
              <a:avLst/>
              <a:gdLst/>
              <a:ahLst/>
              <a:cxnLst/>
              <a:rect r="r" b="b" t="t" l="l"/>
              <a:pathLst>
                <a:path h="629539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85" r="0" b="-4368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Chuẩn bị nội dung biểu mẫu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2071688"/>
            <a:chOff x="0" y="0"/>
            <a:chExt cx="22821900" cy="2762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2533650"/>
                  </a:lnTo>
                  <a:cubicBezTo>
                    <a:pt x="22821900" y="2659888"/>
                    <a:pt x="22719537" y="2762250"/>
                    <a:pt x="22593300" y="2762250"/>
                  </a:cubicBezTo>
                  <a:lnTo>
                    <a:pt x="76200" y="2762250"/>
                  </a:lnTo>
                  <a:cubicBezTo>
                    <a:pt x="34163" y="2762250"/>
                    <a:pt x="0" y="2728087"/>
                    <a:pt x="0" y="2686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2071688"/>
            <a:chOff x="0" y="0"/>
            <a:chExt cx="76200" cy="2762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762250"/>
            </a:xfrm>
            <a:custGeom>
              <a:avLst/>
              <a:gdLst/>
              <a:ahLst/>
              <a:cxnLst/>
              <a:rect r="r" b="b" t="t" l="l"/>
              <a:pathLst>
                <a:path h="2762250" w="76200">
                  <a:moveTo>
                    <a:pt x="76200" y="0"/>
                  </a:moveTo>
                  <a:lnTo>
                    <a:pt x="76200" y="2762250"/>
                  </a:lnTo>
                  <a:cubicBezTo>
                    <a:pt x="34163" y="2762250"/>
                    <a:pt x="0" y="2728087"/>
                    <a:pt x="0" y="26860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43000" y="211455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43100" y="1885950"/>
            <a:ext cx="15659100" cy="563918"/>
            <a:chOff x="0" y="0"/>
            <a:chExt cx="20878800" cy="751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78800" cy="751840"/>
            </a:xfrm>
            <a:custGeom>
              <a:avLst/>
              <a:gdLst/>
              <a:ahLst/>
              <a:cxnLst/>
              <a:rect r="r" b="b" t="t" l="l"/>
              <a:pathLst>
                <a:path h="751840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724" r="0" b="-4907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71675" y="1771822"/>
            <a:ext cx="15659100" cy="671169"/>
            <a:chOff x="0" y="0"/>
            <a:chExt cx="20878800" cy="8948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8800" cy="894892"/>
            </a:xfrm>
            <a:custGeom>
              <a:avLst/>
              <a:gdLst/>
              <a:ahLst/>
              <a:cxnLst/>
              <a:rect r="r" b="b" t="t" l="l"/>
              <a:pathLst>
                <a:path h="894892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894892"/>
                  </a:lnTo>
                  <a:lnTo>
                    <a:pt x="0" y="894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000" r="0" b="-39821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20878800" cy="942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3"/>
                </a:lnSpc>
              </a:pPr>
              <a:r>
                <a:rPr lang="en-US" sz="31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khảo sát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71675" y="2514429"/>
            <a:ext cx="15459075" cy="871538"/>
            <a:chOff x="0" y="0"/>
            <a:chExt cx="20612100" cy="11620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12100" cy="1162050"/>
            </a:xfrm>
            <a:custGeom>
              <a:avLst/>
              <a:gdLst/>
              <a:ahLst/>
              <a:cxnLst/>
              <a:rect r="r" b="b" t="t" l="l"/>
              <a:pathLst>
                <a:path h="1162050" w="20612100">
                  <a:moveTo>
                    <a:pt x="76200" y="0"/>
                  </a:moveTo>
                  <a:lnTo>
                    <a:pt x="20459700" y="0"/>
                  </a:lnTo>
                  <a:cubicBezTo>
                    <a:pt x="20543774" y="0"/>
                    <a:pt x="20612100" y="68326"/>
                    <a:pt x="20612100" y="152400"/>
                  </a:cubicBezTo>
                  <a:lnTo>
                    <a:pt x="20612100" y="1009650"/>
                  </a:lnTo>
                  <a:cubicBezTo>
                    <a:pt x="20612100" y="1093724"/>
                    <a:pt x="20543774" y="1162050"/>
                    <a:pt x="20459700" y="1162050"/>
                  </a:cubicBezTo>
                  <a:lnTo>
                    <a:pt x="76200" y="1162050"/>
                  </a:lnTo>
                  <a:cubicBezTo>
                    <a:pt x="34163" y="1162050"/>
                    <a:pt x="0" y="1127887"/>
                    <a:pt x="0" y="1085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71675" y="2514429"/>
            <a:ext cx="57150" cy="871538"/>
            <a:chOff x="0" y="0"/>
            <a:chExt cx="76200" cy="11620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1162050"/>
            </a:xfrm>
            <a:custGeom>
              <a:avLst/>
              <a:gdLst/>
              <a:ahLst/>
              <a:cxnLst/>
              <a:rect r="r" b="b" t="t" l="l"/>
              <a:pathLst>
                <a:path h="1162050" w="76200">
                  <a:moveTo>
                    <a:pt x="76200" y="0"/>
                  </a:moveTo>
                  <a:lnTo>
                    <a:pt x="76200" y="1162050"/>
                  </a:lnTo>
                  <a:cubicBezTo>
                    <a:pt x="34163" y="1162050"/>
                    <a:pt x="0" y="1127887"/>
                    <a:pt x="0" y="10858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050256" y="2514429"/>
            <a:ext cx="15559088" cy="871538"/>
            <a:chOff x="0" y="0"/>
            <a:chExt cx="20745450" cy="1162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454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20745450">
                  <a:moveTo>
                    <a:pt x="0" y="0"/>
                  </a:moveTo>
                  <a:lnTo>
                    <a:pt x="20745450" y="0"/>
                  </a:lnTo>
                  <a:lnTo>
                    <a:pt x="20745450" y="1162050"/>
                  </a:lnTo>
                  <a:lnTo>
                    <a:pt x="0" y="11620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614" r="0" b="-297614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050256" y="2442991"/>
            <a:ext cx="15559088" cy="942976"/>
            <a:chOff x="0" y="0"/>
            <a:chExt cx="20745450" cy="12573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45450" cy="1257301"/>
            </a:xfrm>
            <a:custGeom>
              <a:avLst/>
              <a:gdLst/>
              <a:ahLst/>
              <a:cxnLst/>
              <a:rect r="r" b="b" t="t" l="l"/>
              <a:pathLst>
                <a:path h="1257301" w="20745450">
                  <a:moveTo>
                    <a:pt x="0" y="0"/>
                  </a:moveTo>
                  <a:lnTo>
                    <a:pt x="20745450" y="0"/>
                  </a:lnTo>
                  <a:lnTo>
                    <a:pt x="20745450" y="1257301"/>
                  </a:lnTo>
                  <a:lnTo>
                    <a:pt x="0" y="1257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1502" r="0" b="-27150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33350"/>
              <a:ext cx="20745450" cy="13906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80"/>
                </a:lnSpc>
              </a:pPr>
              <a:r>
                <a:rPr lang="en-US" sz="3024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Những thông tin chúng tôi cung cấp trên trang web này có hữu ích đối với bạn không?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1500" y="3903888"/>
            <a:ext cx="17145000" cy="3543300"/>
            <a:chOff x="0" y="0"/>
            <a:chExt cx="22860000" cy="472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60000" cy="4724400"/>
            </a:xfrm>
            <a:custGeom>
              <a:avLst/>
              <a:gdLst/>
              <a:ahLst/>
              <a:cxnLst/>
              <a:rect r="r" b="b" t="t" l="l"/>
              <a:pathLst>
                <a:path h="47244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489"/>
                    <a:pt x="22860000" y="228600"/>
                  </a:cubicBezTo>
                  <a:lnTo>
                    <a:pt x="22860000" y="4495800"/>
                  </a:lnTo>
                  <a:cubicBezTo>
                    <a:pt x="22860000" y="4622038"/>
                    <a:pt x="22757512" y="4724400"/>
                    <a:pt x="22631400" y="4724400"/>
                  </a:cubicBezTo>
                  <a:lnTo>
                    <a:pt x="228600" y="4724400"/>
                  </a:lnTo>
                  <a:cubicBezTo>
                    <a:pt x="102362" y="4724400"/>
                    <a:pt x="0" y="4621911"/>
                    <a:pt x="0" y="4495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00112" y="424660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85875" y="4189638"/>
            <a:ext cx="16316325" cy="563918"/>
            <a:chOff x="0" y="0"/>
            <a:chExt cx="21755100" cy="7518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400175" y="4082387"/>
            <a:ext cx="16316325" cy="671169"/>
            <a:chOff x="0" y="0"/>
            <a:chExt cx="21755100" cy="8948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55100" cy="894892"/>
            </a:xfrm>
            <a:custGeom>
              <a:avLst/>
              <a:gdLst/>
              <a:ahLst/>
              <a:cxnLst/>
              <a:rect r="r" b="b" t="t" l="l"/>
              <a:pathLst>
                <a:path h="894892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894892"/>
                  </a:lnTo>
                  <a:lnTo>
                    <a:pt x="0" y="8948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0080" r="0" b="-4172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21755100" cy="9425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23"/>
                </a:lnSpc>
              </a:pPr>
              <a:r>
                <a:rPr lang="en-US" sz="3199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lời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85825" y="4875257"/>
            <a:ext cx="57150" cy="1028700"/>
            <a:chOff x="0" y="0"/>
            <a:chExt cx="7620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43000" y="5103857"/>
            <a:ext cx="571500" cy="571500"/>
            <a:chOff x="0" y="0"/>
            <a:chExt cx="7620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53388" y="5218157"/>
            <a:ext cx="271462" cy="375056"/>
            <a:chOff x="0" y="0"/>
            <a:chExt cx="361950" cy="5000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53388" y="5168151"/>
            <a:ext cx="271462" cy="425063"/>
            <a:chOff x="0" y="0"/>
            <a:chExt cx="361950" cy="5667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85950" y="5103857"/>
            <a:ext cx="5200650" cy="428625"/>
            <a:chOff x="0" y="0"/>
            <a:chExt cx="6934200" cy="571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934200" cy="571500"/>
            </a:xfrm>
            <a:custGeom>
              <a:avLst/>
              <a:gdLst/>
              <a:ahLst/>
              <a:cxnLst/>
              <a:rect r="r" b="b" t="t" l="l"/>
              <a:pathLst>
                <a:path h="571500" w="6934200">
                  <a:moveTo>
                    <a:pt x="0" y="0"/>
                  </a:moveTo>
                  <a:lnTo>
                    <a:pt x="6934200" y="0"/>
                  </a:lnTo>
                  <a:lnTo>
                    <a:pt x="69342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3" r="0" b="-186255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885950" y="4829756"/>
            <a:ext cx="5943600" cy="1173632"/>
            <a:chOff x="0" y="0"/>
            <a:chExt cx="7924800" cy="156484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924800" cy="1564843"/>
            </a:xfrm>
            <a:custGeom>
              <a:avLst/>
              <a:gdLst/>
              <a:ahLst/>
              <a:cxnLst/>
              <a:rect r="r" b="b" t="t" l="l"/>
              <a:pathLst>
                <a:path h="1564843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1564843"/>
                  </a:lnTo>
                  <a:lnTo>
                    <a:pt x="0" y="1564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343" r="12500" b="-73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33350"/>
              <a:ext cx="792480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hữu ích với tôi và có thể với nhiều người khác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86875" y="4875257"/>
            <a:ext cx="57150" cy="1028700"/>
            <a:chOff x="0" y="0"/>
            <a:chExt cx="76200" cy="1371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44050" y="5103857"/>
            <a:ext cx="571500" cy="571500"/>
            <a:chOff x="0" y="0"/>
            <a:chExt cx="76200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54076" y="5218157"/>
            <a:ext cx="271462" cy="375056"/>
            <a:chOff x="0" y="0"/>
            <a:chExt cx="361950" cy="5000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54076" y="5168151"/>
            <a:ext cx="271462" cy="425063"/>
            <a:chOff x="0" y="0"/>
            <a:chExt cx="361950" cy="5667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87000" y="5103857"/>
            <a:ext cx="2900362" cy="428625"/>
            <a:chOff x="0" y="0"/>
            <a:chExt cx="3867150" cy="5715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867150" cy="571500"/>
            </a:xfrm>
            <a:custGeom>
              <a:avLst/>
              <a:gdLst/>
              <a:ahLst/>
              <a:cxnLst/>
              <a:rect r="r" b="b" t="t" l="l"/>
              <a:pathLst>
                <a:path h="5715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757" r="0" b="-81755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315575" y="5114144"/>
            <a:ext cx="4336308" cy="583082"/>
            <a:chOff x="0" y="0"/>
            <a:chExt cx="5781744" cy="77744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781742" cy="777443"/>
            </a:xfrm>
            <a:custGeom>
              <a:avLst/>
              <a:gdLst/>
              <a:ahLst/>
              <a:cxnLst/>
              <a:rect r="r" b="b" t="t" l="l"/>
              <a:pathLst>
                <a:path h="777443" w="5781742">
                  <a:moveTo>
                    <a:pt x="0" y="0"/>
                  </a:moveTo>
                  <a:lnTo>
                    <a:pt x="5781742" y="0"/>
                  </a:lnTo>
                  <a:lnTo>
                    <a:pt x="5781742" y="777443"/>
                  </a:lnTo>
                  <a:lnTo>
                    <a:pt x="0" y="7774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653" r="33114" b="-3919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33350"/>
              <a:ext cx="5781744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nhiều thông tin hữu ích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5825" y="6132557"/>
            <a:ext cx="57150" cy="1028700"/>
            <a:chOff x="0" y="0"/>
            <a:chExt cx="76200" cy="137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43000" y="6361157"/>
            <a:ext cx="571500" cy="571500"/>
            <a:chOff x="0" y="0"/>
            <a:chExt cx="762000" cy="762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48921" y="6475457"/>
            <a:ext cx="271462" cy="375056"/>
            <a:chOff x="0" y="0"/>
            <a:chExt cx="361950" cy="5000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48921" y="6425451"/>
            <a:ext cx="271462" cy="425063"/>
            <a:chOff x="0" y="0"/>
            <a:chExt cx="361950" cy="5667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885950" y="6361157"/>
            <a:ext cx="3043238" cy="428625"/>
            <a:chOff x="0" y="0"/>
            <a:chExt cx="4057650" cy="571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4057650" cy="571500"/>
            </a:xfrm>
            <a:custGeom>
              <a:avLst/>
              <a:gdLst/>
              <a:ahLst/>
              <a:cxnLst/>
              <a:rect r="r" b="b" t="t" l="l"/>
              <a:pathLst>
                <a:path h="571500" w="4057650">
                  <a:moveTo>
                    <a:pt x="0" y="0"/>
                  </a:moveTo>
                  <a:lnTo>
                    <a:pt x="4057650" y="0"/>
                  </a:lnTo>
                  <a:lnTo>
                    <a:pt x="40576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246" r="0" b="-88248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885950" y="6296863"/>
            <a:ext cx="3043238" cy="1173632"/>
            <a:chOff x="0" y="0"/>
            <a:chExt cx="4057650" cy="156484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057651" cy="1564843"/>
            </a:xfrm>
            <a:custGeom>
              <a:avLst/>
              <a:gdLst/>
              <a:ahLst/>
              <a:cxnLst/>
              <a:rect r="r" b="b" t="t" l="l"/>
              <a:pathLst>
                <a:path h="1564843" w="4057651">
                  <a:moveTo>
                    <a:pt x="0" y="0"/>
                  </a:moveTo>
                  <a:lnTo>
                    <a:pt x="4057651" y="0"/>
                  </a:lnTo>
                  <a:lnTo>
                    <a:pt x="4057651" y="1564843"/>
                  </a:lnTo>
                  <a:lnTo>
                    <a:pt x="0" y="1564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525" r="0" b="2847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33350"/>
              <a:ext cx="405765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một số thông tin hữu ích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286875" y="6132557"/>
            <a:ext cx="57150" cy="1028700"/>
            <a:chOff x="0" y="0"/>
            <a:chExt cx="76200" cy="1371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EA433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44050" y="6361157"/>
            <a:ext cx="571500" cy="571500"/>
            <a:chOff x="0" y="0"/>
            <a:chExt cx="762000" cy="762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A4335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744970" y="6475457"/>
            <a:ext cx="285750" cy="375056"/>
            <a:chOff x="0" y="0"/>
            <a:chExt cx="381000" cy="50007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81000" cy="500126"/>
            </a:xfrm>
            <a:custGeom>
              <a:avLst/>
              <a:gdLst/>
              <a:ahLst/>
              <a:cxnLst/>
              <a:rect r="r" b="b" t="t" l="l"/>
              <a:pathLst>
                <a:path h="50012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519" t="0" r="-118519" b="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44970" y="6425451"/>
            <a:ext cx="285750" cy="425063"/>
            <a:chOff x="0" y="0"/>
            <a:chExt cx="381000" cy="5667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81000" cy="566750"/>
            </a:xfrm>
            <a:custGeom>
              <a:avLst/>
              <a:gdLst/>
              <a:ahLst/>
              <a:cxnLst/>
              <a:rect r="r" b="b" t="t" l="l"/>
              <a:pathLst>
                <a:path h="5667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0855" t="0" r="-14085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38100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87000" y="6361157"/>
            <a:ext cx="3900488" cy="428625"/>
            <a:chOff x="0" y="0"/>
            <a:chExt cx="5200650" cy="5715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00650" cy="571500"/>
            </a:xfrm>
            <a:custGeom>
              <a:avLst/>
              <a:gdLst/>
              <a:ahLst/>
              <a:cxnLst/>
              <a:rect r="r" b="b" t="t" l="l"/>
              <a:pathLst>
                <a:path h="571500" w="5200650">
                  <a:moveTo>
                    <a:pt x="0" y="0"/>
                  </a:moveTo>
                  <a:lnTo>
                    <a:pt x="5200650" y="0"/>
                  </a:lnTo>
                  <a:lnTo>
                    <a:pt x="52006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91" r="0" b="-127191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287000" y="6296863"/>
            <a:ext cx="3900488" cy="1173632"/>
            <a:chOff x="0" y="0"/>
            <a:chExt cx="5200650" cy="156484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200651" cy="1564843"/>
            </a:xfrm>
            <a:custGeom>
              <a:avLst/>
              <a:gdLst/>
              <a:ahLst/>
              <a:cxnLst/>
              <a:rect r="r" b="b" t="t" l="l"/>
              <a:pathLst>
                <a:path h="1564843" w="5200651">
                  <a:moveTo>
                    <a:pt x="0" y="0"/>
                  </a:moveTo>
                  <a:lnTo>
                    <a:pt x="5200651" y="0"/>
                  </a:lnTo>
                  <a:lnTo>
                    <a:pt x="5200651" y="1564843"/>
                  </a:lnTo>
                  <a:lnTo>
                    <a:pt x="0" y="1564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57" r="0" b="1424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33350"/>
              <a:ext cx="520065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ít thông tin có ý nghĩa đối với tôi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00075" y="7675607"/>
            <a:ext cx="17116425" cy="800100"/>
            <a:chOff x="0" y="0"/>
            <a:chExt cx="22821900" cy="1066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00075" y="7675607"/>
            <a:ext cx="57150" cy="800100"/>
            <a:chOff x="0" y="0"/>
            <a:chExt cx="76200" cy="1066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900112" y="790420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457325" y="7904207"/>
            <a:ext cx="12744450" cy="375056"/>
            <a:chOff x="0" y="0"/>
            <a:chExt cx="16992600" cy="5000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6992600" cy="500126"/>
            </a:xfrm>
            <a:custGeom>
              <a:avLst/>
              <a:gdLst/>
              <a:ahLst/>
              <a:cxnLst/>
              <a:rect r="r" b="b" t="t" l="l"/>
              <a:pathLst>
                <a:path h="500126" w="16992600">
                  <a:moveTo>
                    <a:pt x="0" y="0"/>
                  </a:moveTo>
                  <a:lnTo>
                    <a:pt x="16992600" y="0"/>
                  </a:lnTo>
                  <a:lnTo>
                    <a:pt x="169926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582" r="0" b="-611569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57325" y="7854201"/>
            <a:ext cx="12744450" cy="963625"/>
            <a:chOff x="0" y="0"/>
            <a:chExt cx="16992600" cy="128483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992600" cy="1284832"/>
            </a:xfrm>
            <a:custGeom>
              <a:avLst/>
              <a:gdLst/>
              <a:ahLst/>
              <a:cxnLst/>
              <a:rect r="r" b="b" t="t" l="l"/>
              <a:pathLst>
                <a:path h="1284832" w="16992600">
                  <a:moveTo>
                    <a:pt x="0" y="0"/>
                  </a:moveTo>
                  <a:lnTo>
                    <a:pt x="16992600" y="0"/>
                  </a:lnTo>
                  <a:lnTo>
                    <a:pt x="16992600" y="1284832"/>
                  </a:lnTo>
                  <a:lnTo>
                    <a:pt x="0" y="1284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5644" r="0" b="-17975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85725"/>
              <a:ext cx="16992600" cy="1370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ý: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Trước khi tạo biểu mẫu, cần chuẩn bị sẵn nội dung câu hỏi và các phương án trả lời phù hợp với mục đích khảo sát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tạo biểu mẫu trong Google Forms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00200"/>
            <a:ext cx="914400" cy="914400"/>
            <a:chOff x="0" y="0"/>
            <a:chExt cx="1219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5775" y="1600200"/>
            <a:ext cx="1085850" cy="914400"/>
            <a:chOff x="0" y="0"/>
            <a:chExt cx="14478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775" y="1578769"/>
            <a:ext cx="1085850" cy="935831"/>
            <a:chOff x="0" y="0"/>
            <a:chExt cx="1447800" cy="12477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0125" y="2628900"/>
            <a:ext cx="57150" cy="914400"/>
            <a:chOff x="0" y="0"/>
            <a:chExt cx="762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00225" y="1600200"/>
            <a:ext cx="15916275" cy="1457325"/>
            <a:chOff x="0" y="0"/>
            <a:chExt cx="21221700" cy="1943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00225" y="1600200"/>
            <a:ext cx="57150" cy="1457325"/>
            <a:chOff x="0" y="0"/>
            <a:chExt cx="76200" cy="1943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14550" y="1885950"/>
            <a:ext cx="15459075" cy="472154"/>
            <a:chOff x="0" y="0"/>
            <a:chExt cx="20612100" cy="629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114550" y="1730273"/>
            <a:ext cx="15459075" cy="670027"/>
            <a:chOff x="0" y="0"/>
            <a:chExt cx="20612100" cy="893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Truy cập Google Forms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14550" y="2400300"/>
            <a:ext cx="15430500" cy="376199"/>
            <a:chOff x="0" y="0"/>
            <a:chExt cx="20574000" cy="5015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114550" y="2336006"/>
            <a:ext cx="15430500" cy="583082"/>
            <a:chOff x="0" y="0"/>
            <a:chExt cx="20574000" cy="7774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Truy cập kho ứng dụng Google → Chọn ứng dụng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Forms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→ Quan sát giao diện tạo biểu mẫu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71500" y="3771900"/>
            <a:ext cx="914400" cy="914400"/>
            <a:chOff x="0" y="0"/>
            <a:chExt cx="1219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85775" y="3771900"/>
            <a:ext cx="1085850" cy="914400"/>
            <a:chOff x="0" y="0"/>
            <a:chExt cx="14478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85775" y="3750469"/>
            <a:ext cx="1085850" cy="935831"/>
            <a:chOff x="0" y="0"/>
            <a:chExt cx="1447800" cy="12477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0125" y="4800600"/>
            <a:ext cx="57150" cy="914400"/>
            <a:chOff x="0" y="0"/>
            <a:chExt cx="762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00225" y="3771900"/>
            <a:ext cx="15916275" cy="1457325"/>
            <a:chOff x="0" y="0"/>
            <a:chExt cx="21221700" cy="1943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800225" y="3771900"/>
            <a:ext cx="57150" cy="1457325"/>
            <a:chOff x="0" y="0"/>
            <a:chExt cx="76200" cy="1943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114550" y="4057650"/>
            <a:ext cx="15459075" cy="472154"/>
            <a:chOff x="0" y="0"/>
            <a:chExt cx="20612100" cy="6295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114550" y="3901973"/>
            <a:ext cx="15459075" cy="670027"/>
            <a:chOff x="0" y="0"/>
            <a:chExt cx="20612100" cy="893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 mới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14550" y="4572000"/>
            <a:ext cx="15430500" cy="376199"/>
            <a:chOff x="0" y="0"/>
            <a:chExt cx="20574000" cy="5015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114550" y="4507706"/>
            <a:ext cx="15430500" cy="583082"/>
            <a:chOff x="0" y="0"/>
            <a:chExt cx="20574000" cy="7774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Nhấn nút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"+"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tạo biểu mẫu mới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71500" y="5943600"/>
            <a:ext cx="914400" cy="914400"/>
            <a:chOff x="0" y="0"/>
            <a:chExt cx="1219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85775" y="5943600"/>
            <a:ext cx="1085850" cy="914400"/>
            <a:chOff x="0" y="0"/>
            <a:chExt cx="14478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85775" y="5922169"/>
            <a:ext cx="1085850" cy="935831"/>
            <a:chOff x="0" y="0"/>
            <a:chExt cx="1447800" cy="12477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0125" y="6972300"/>
            <a:ext cx="57150" cy="914400"/>
            <a:chOff x="0" y="0"/>
            <a:chExt cx="762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800225" y="5943600"/>
            <a:ext cx="15916275" cy="1457325"/>
            <a:chOff x="0" y="0"/>
            <a:chExt cx="21221700" cy="1943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800225" y="5943600"/>
            <a:ext cx="57150" cy="1457325"/>
            <a:chOff x="0" y="0"/>
            <a:chExt cx="76200" cy="1943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114550" y="6229350"/>
            <a:ext cx="15459075" cy="472154"/>
            <a:chOff x="0" y="0"/>
            <a:chExt cx="20612100" cy="6295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114550" y="6073673"/>
            <a:ext cx="15459075" cy="670027"/>
            <a:chOff x="0" y="0"/>
            <a:chExt cx="20612100" cy="8933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Nhập tiêu đề và mô tả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114550" y="6743700"/>
            <a:ext cx="15430500" cy="376199"/>
            <a:chOff x="0" y="0"/>
            <a:chExt cx="20574000" cy="5015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114550" y="6679406"/>
            <a:ext cx="15430500" cy="583082"/>
            <a:chOff x="0" y="0"/>
            <a:chExt cx="20574000" cy="77744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Nhập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và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mô tả biểu mẫu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(nếu cần)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71500" y="8115300"/>
            <a:ext cx="914400" cy="914400"/>
            <a:chOff x="0" y="0"/>
            <a:chExt cx="12192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85775" y="8115300"/>
            <a:ext cx="1085850" cy="914400"/>
            <a:chOff x="0" y="0"/>
            <a:chExt cx="144780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85775" y="8093869"/>
            <a:ext cx="1085850" cy="935831"/>
            <a:chOff x="0" y="0"/>
            <a:chExt cx="1447800" cy="12477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800225" y="8115300"/>
            <a:ext cx="15916275" cy="1457325"/>
            <a:chOff x="0" y="0"/>
            <a:chExt cx="21221700" cy="19431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800225" y="8115300"/>
            <a:ext cx="57150" cy="1457325"/>
            <a:chOff x="0" y="0"/>
            <a:chExt cx="76200" cy="19431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114550" y="8401050"/>
            <a:ext cx="15459075" cy="472154"/>
            <a:chOff x="0" y="0"/>
            <a:chExt cx="20612100" cy="62953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114550" y="8245373"/>
            <a:ext cx="15459075" cy="670027"/>
            <a:chOff x="0" y="0"/>
            <a:chExt cx="20612100" cy="8933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Thêm câu hỏi và phương án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114550" y="8915400"/>
            <a:ext cx="15430500" cy="376199"/>
            <a:chOff x="0" y="0"/>
            <a:chExt cx="20574000" cy="50159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2114550" y="8851106"/>
            <a:ext cx="15430500" cy="583082"/>
            <a:chOff x="0" y="0"/>
            <a:chExt cx="20574000" cy="77744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Thêm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trắc nghiệm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→ Nhập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thành phần của biểu mẫu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28775"/>
            <a:ext cx="8429625" cy="2771775"/>
            <a:chOff x="0" y="0"/>
            <a:chExt cx="11239500" cy="3695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395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467100"/>
                  </a:lnTo>
                  <a:cubicBezTo>
                    <a:pt x="11239500" y="3593338"/>
                    <a:pt x="11137138" y="3695700"/>
                    <a:pt x="1101090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1500" y="1628775"/>
            <a:ext cx="8429625" cy="57150"/>
            <a:chOff x="0" y="0"/>
            <a:chExt cx="112395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57250" y="194310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75134" y="2143125"/>
            <a:ext cx="250031" cy="285750"/>
          </a:xfrm>
          <a:custGeom>
            <a:avLst/>
            <a:gdLst/>
            <a:ahLst/>
            <a:cxnLst/>
            <a:rect r="r" b="b" t="t" l="l"/>
            <a:pathLst>
              <a:path h="285750" w="250031">
                <a:moveTo>
                  <a:pt x="0" y="0"/>
                </a:moveTo>
                <a:lnTo>
                  <a:pt x="250032" y="0"/>
                </a:lnTo>
                <a:lnTo>
                  <a:pt x="25003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428" t="0" r="-1428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14500" y="2085975"/>
            <a:ext cx="2271712" cy="472154"/>
            <a:chOff x="0" y="0"/>
            <a:chExt cx="3028950" cy="6295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28950" cy="629539"/>
            </a:xfrm>
            <a:custGeom>
              <a:avLst/>
              <a:gdLst/>
              <a:ahLst/>
              <a:cxnLst/>
              <a:rect r="r" b="b" t="t" l="l"/>
              <a:pathLst>
                <a:path h="629539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685" r="0" b="-4368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14500" y="1899199"/>
            <a:ext cx="2271712" cy="1251052"/>
            <a:chOff x="0" y="0"/>
            <a:chExt cx="3028950" cy="16680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28949" cy="1668068"/>
            </a:xfrm>
            <a:custGeom>
              <a:avLst/>
              <a:gdLst/>
              <a:ahLst/>
              <a:cxnLst/>
              <a:rect r="r" b="b" t="t" l="l"/>
              <a:pathLst>
                <a:path h="1668068" w="3028949">
                  <a:moveTo>
                    <a:pt x="0" y="0"/>
                  </a:moveTo>
                  <a:lnTo>
                    <a:pt x="3028949" y="0"/>
                  </a:lnTo>
                  <a:lnTo>
                    <a:pt x="3028949" y="1668068"/>
                  </a:lnTo>
                  <a:lnTo>
                    <a:pt x="0" y="1668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798" r="0" b="4403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3028950" cy="1744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85850" y="3028950"/>
            <a:ext cx="7515225" cy="375056"/>
            <a:chOff x="0" y="0"/>
            <a:chExt cx="10020300" cy="5000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20300" cy="500126"/>
            </a:xfrm>
            <a:custGeom>
              <a:avLst/>
              <a:gdLst/>
              <a:ahLst/>
              <a:cxnLst/>
              <a:rect r="r" b="b" t="t" l="l"/>
              <a:pathLst>
                <a:path h="500126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26" r="0" b="-34011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85850" y="2978944"/>
            <a:ext cx="7515225" cy="587654"/>
            <a:chOff x="0" y="0"/>
            <a:chExt cx="10020300" cy="78353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20300" cy="783538"/>
            </a:xfrm>
            <a:custGeom>
              <a:avLst/>
              <a:gdLst/>
              <a:ahLst/>
              <a:cxnLst/>
              <a:rect r="r" b="b" t="t" l="l"/>
              <a:pathLst>
                <a:path h="783538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018" r="0" b="-1853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0"/>
              <a:ext cx="100203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Ví dụ: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85850" y="3486150"/>
            <a:ext cx="7529512" cy="425510"/>
            <a:chOff x="0" y="0"/>
            <a:chExt cx="10039350" cy="56734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39350" cy="567309"/>
            </a:xfrm>
            <a:custGeom>
              <a:avLst/>
              <a:gdLst/>
              <a:ahLst/>
              <a:cxnLst/>
              <a:rect r="r" b="b" t="t" l="l"/>
              <a:pathLst>
                <a:path h="567309" w="10039350">
                  <a:moveTo>
                    <a:pt x="0" y="0"/>
                  </a:moveTo>
                  <a:lnTo>
                    <a:pt x="10039350" y="0"/>
                  </a:lnTo>
                  <a:lnTo>
                    <a:pt x="1003935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573" r="0" b="-29457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85850" y="3436144"/>
            <a:ext cx="7529512" cy="496900"/>
            <a:chOff x="0" y="0"/>
            <a:chExt cx="10039350" cy="6625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39349" cy="662533"/>
            </a:xfrm>
            <a:custGeom>
              <a:avLst/>
              <a:gdLst/>
              <a:ahLst/>
              <a:cxnLst/>
              <a:rect r="r" b="b" t="t" l="l"/>
              <a:pathLst>
                <a:path h="662533" w="10039349">
                  <a:moveTo>
                    <a:pt x="0" y="0"/>
                  </a:moveTo>
                  <a:lnTo>
                    <a:pt x="10039349" y="0"/>
                  </a:lnTo>
                  <a:lnTo>
                    <a:pt x="10039349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7408" r="0" b="-2431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003935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kiến phản hồi của bạn"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86875" y="1628775"/>
            <a:ext cx="8429625" cy="2771775"/>
            <a:chOff x="0" y="0"/>
            <a:chExt cx="11239500" cy="36957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39500" cy="3695700"/>
            </a:xfrm>
            <a:custGeom>
              <a:avLst/>
              <a:gdLst/>
              <a:ahLst/>
              <a:cxnLst/>
              <a:rect r="r" b="b" t="t" l="l"/>
              <a:pathLst>
                <a:path h="36957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3467100"/>
                  </a:lnTo>
                  <a:cubicBezTo>
                    <a:pt x="11239500" y="3593338"/>
                    <a:pt x="11137138" y="3695700"/>
                    <a:pt x="11010900" y="3695700"/>
                  </a:cubicBezTo>
                  <a:lnTo>
                    <a:pt x="228600" y="3695700"/>
                  </a:lnTo>
                  <a:cubicBezTo>
                    <a:pt x="102362" y="3695700"/>
                    <a:pt x="0" y="3593338"/>
                    <a:pt x="0" y="3467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286875" y="1628775"/>
            <a:ext cx="8429625" cy="57150"/>
            <a:chOff x="0" y="0"/>
            <a:chExt cx="11239500" cy="76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572625" y="1943100"/>
            <a:ext cx="685800" cy="685800"/>
            <a:chOff x="0" y="0"/>
            <a:chExt cx="914400" cy="914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9826228" y="2143125"/>
            <a:ext cx="178594" cy="285750"/>
          </a:xfrm>
          <a:custGeom>
            <a:avLst/>
            <a:gdLst/>
            <a:ahLst/>
            <a:cxnLst/>
            <a:rect r="r" b="b" t="t" l="l"/>
            <a:pathLst>
              <a:path h="285750" w="178594">
                <a:moveTo>
                  <a:pt x="0" y="0"/>
                </a:moveTo>
                <a:lnTo>
                  <a:pt x="178594" y="0"/>
                </a:lnTo>
                <a:lnTo>
                  <a:pt x="178594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66" t="0" r="-666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0429875" y="2085975"/>
            <a:ext cx="2486025" cy="472154"/>
            <a:chOff x="0" y="0"/>
            <a:chExt cx="3314700" cy="6295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14700" cy="629539"/>
            </a:xfrm>
            <a:custGeom>
              <a:avLst/>
              <a:gdLst/>
              <a:ahLst/>
              <a:cxnLst/>
              <a:rect r="r" b="b" t="t" l="l"/>
              <a:pathLst>
                <a:path h="629539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523" r="0" b="-5252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9875" y="1899199"/>
            <a:ext cx="2486025" cy="1251052"/>
            <a:chOff x="0" y="0"/>
            <a:chExt cx="3314700" cy="166806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314700" cy="1668068"/>
            </a:xfrm>
            <a:custGeom>
              <a:avLst/>
              <a:gdLst/>
              <a:ahLst/>
              <a:cxnLst/>
              <a:rect r="r" b="b" t="t" l="l"/>
              <a:pathLst>
                <a:path h="1668068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1668068"/>
                  </a:lnTo>
                  <a:lnTo>
                    <a:pt x="0" y="16680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136" r="0" b="4069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314700" cy="1744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 biểu mẫu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801225" y="3028950"/>
            <a:ext cx="7515225" cy="375056"/>
            <a:chOff x="0" y="0"/>
            <a:chExt cx="10020300" cy="5000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020300" cy="500126"/>
            </a:xfrm>
            <a:custGeom>
              <a:avLst/>
              <a:gdLst/>
              <a:ahLst/>
              <a:cxnLst/>
              <a:rect r="r" b="b" t="t" l="l"/>
              <a:pathLst>
                <a:path h="500126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26" r="0" b="-34011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801225" y="2978944"/>
            <a:ext cx="7515225" cy="587654"/>
            <a:chOff x="0" y="0"/>
            <a:chExt cx="10020300" cy="7835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20300" cy="783538"/>
            </a:xfrm>
            <a:custGeom>
              <a:avLst/>
              <a:gdLst/>
              <a:ahLst/>
              <a:cxnLst/>
              <a:rect r="r" b="b" t="t" l="l"/>
              <a:pathLst>
                <a:path h="783538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018" r="0" b="-1853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100203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khảo sát: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801225" y="3486150"/>
            <a:ext cx="7515225" cy="375056"/>
            <a:chOff x="0" y="0"/>
            <a:chExt cx="10020300" cy="5000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020300" cy="500126"/>
            </a:xfrm>
            <a:custGeom>
              <a:avLst/>
              <a:gdLst/>
              <a:ahLst/>
              <a:cxnLst/>
              <a:rect r="r" b="b" t="t" l="l"/>
              <a:pathLst>
                <a:path h="500126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126" r="0" b="-34011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801225" y="3436144"/>
            <a:ext cx="7515225" cy="496900"/>
            <a:chOff x="0" y="0"/>
            <a:chExt cx="10020300" cy="6625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20300" cy="662533"/>
            </a:xfrm>
            <a:custGeom>
              <a:avLst/>
              <a:gdLst/>
              <a:ahLst/>
              <a:cxnLst/>
              <a:rect r="r" b="b" t="t" l="l"/>
              <a:pathLst>
                <a:path h="662533" w="10020300">
                  <a:moveTo>
                    <a:pt x="0" y="0"/>
                  </a:moveTo>
                  <a:lnTo>
                    <a:pt x="10020300" y="0"/>
                  </a:lnTo>
                  <a:lnTo>
                    <a:pt x="100203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924" r="0" b="-23746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00203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Những thông tin chúng tôi cung cấp có hữu ích không?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71500" y="4629150"/>
            <a:ext cx="17145000" cy="2514600"/>
            <a:chOff x="0" y="0"/>
            <a:chExt cx="22860000" cy="335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860000" cy="3352800"/>
            </a:xfrm>
            <a:custGeom>
              <a:avLst/>
              <a:gdLst/>
              <a:ahLst/>
              <a:cxnLst/>
              <a:rect r="r" b="b" t="t" l="l"/>
              <a:pathLst>
                <a:path h="33528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3124200"/>
                  </a:lnTo>
                  <a:cubicBezTo>
                    <a:pt x="22860000" y="3250438"/>
                    <a:pt x="22757637" y="3352800"/>
                    <a:pt x="22631400" y="3352800"/>
                  </a:cubicBezTo>
                  <a:lnTo>
                    <a:pt x="228600" y="3352800"/>
                  </a:lnTo>
                  <a:cubicBezTo>
                    <a:pt x="102362" y="3352800"/>
                    <a:pt x="0" y="3250438"/>
                    <a:pt x="0" y="31242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55" id="55"/>
          <p:cNvSpPr/>
          <p:nvPr/>
        </p:nvSpPr>
        <p:spPr>
          <a:xfrm flipH="false" flipV="false" rot="0">
            <a:off x="892969" y="497205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214438" y="4914900"/>
            <a:ext cx="16359188" cy="472154"/>
            <a:chOff x="0" y="0"/>
            <a:chExt cx="21812250" cy="629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1812250" cy="629539"/>
            </a:xfrm>
            <a:custGeom>
              <a:avLst/>
              <a:gdLst/>
              <a:ahLst/>
              <a:cxnLst/>
              <a:rect r="r" b="b" t="t" l="l"/>
              <a:pathLst>
                <a:path h="629539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647" r="0" b="-62464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14438" y="4728124"/>
            <a:ext cx="16359188" cy="670027"/>
            <a:chOff x="0" y="0"/>
            <a:chExt cx="21812250" cy="893369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812250" cy="893368"/>
            </a:xfrm>
            <a:custGeom>
              <a:avLst/>
              <a:gdLst/>
              <a:ahLst/>
              <a:cxnLst/>
              <a:rect r="r" b="b" t="t" l="l"/>
              <a:pathLst>
                <a:path h="893368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7309" r="0" b="-41417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76200"/>
              <a:ext cx="2181225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phương án trả lời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557462" y="5715000"/>
            <a:ext cx="571500" cy="571500"/>
            <a:chOff x="0" y="0"/>
            <a:chExt cx="762000" cy="762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2710701" y="5829300"/>
            <a:ext cx="271462" cy="375056"/>
            <a:chOff x="0" y="0"/>
            <a:chExt cx="361950" cy="50007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2710701" y="5779294"/>
            <a:ext cx="271462" cy="425063"/>
            <a:chOff x="0" y="0"/>
            <a:chExt cx="361950" cy="56675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78694" y="6400800"/>
            <a:ext cx="3729038" cy="329555"/>
            <a:chOff x="0" y="0"/>
            <a:chExt cx="4972050" cy="43940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972050" cy="439420"/>
            </a:xfrm>
            <a:custGeom>
              <a:avLst/>
              <a:gdLst/>
              <a:ahLst/>
              <a:cxnLst/>
              <a:rect r="r" b="b" t="t" l="l"/>
              <a:pathLst>
                <a:path h="43942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320" r="0" b="-17032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78694" y="6372225"/>
            <a:ext cx="3729038" cy="504901"/>
            <a:chOff x="0" y="0"/>
            <a:chExt cx="4972050" cy="67320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72051" cy="673201"/>
            </a:xfrm>
            <a:custGeom>
              <a:avLst/>
              <a:gdLst/>
              <a:ahLst/>
              <a:cxnLst/>
              <a:rect r="r" b="b" t="t" l="l"/>
              <a:pathLst>
                <a:path h="673201" w="4972051">
                  <a:moveTo>
                    <a:pt x="0" y="0"/>
                  </a:moveTo>
                  <a:lnTo>
                    <a:pt x="4972051" y="0"/>
                  </a:lnTo>
                  <a:lnTo>
                    <a:pt x="49720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444" r="0" b="-7937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49720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hữu ích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757988" y="5715000"/>
            <a:ext cx="571500" cy="571500"/>
            <a:chOff x="0" y="0"/>
            <a:chExt cx="762000" cy="7620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910864" y="5829300"/>
            <a:ext cx="271462" cy="375056"/>
            <a:chOff x="0" y="0"/>
            <a:chExt cx="361950" cy="5000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910864" y="5779294"/>
            <a:ext cx="271462" cy="425063"/>
            <a:chOff x="0" y="0"/>
            <a:chExt cx="361950" cy="56675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5179219" y="6400800"/>
            <a:ext cx="3729038" cy="329555"/>
            <a:chOff x="0" y="0"/>
            <a:chExt cx="4972050" cy="4394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972050" cy="439420"/>
            </a:xfrm>
            <a:custGeom>
              <a:avLst/>
              <a:gdLst/>
              <a:ahLst/>
              <a:cxnLst/>
              <a:rect r="r" b="b" t="t" l="l"/>
              <a:pathLst>
                <a:path h="43942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320" r="0" b="-17032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5179219" y="6372225"/>
            <a:ext cx="3729038" cy="504901"/>
            <a:chOff x="0" y="0"/>
            <a:chExt cx="4972050" cy="67320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972051" cy="673201"/>
            </a:xfrm>
            <a:custGeom>
              <a:avLst/>
              <a:gdLst/>
              <a:ahLst/>
              <a:cxnLst/>
              <a:rect r="r" b="b" t="t" l="l"/>
              <a:pathLst>
                <a:path h="673201" w="4972051">
                  <a:moveTo>
                    <a:pt x="0" y="0"/>
                  </a:moveTo>
                  <a:lnTo>
                    <a:pt x="4972051" y="0"/>
                  </a:lnTo>
                  <a:lnTo>
                    <a:pt x="49720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444" r="0" b="-7937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49720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nhiều thông tin hữu ích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958512" y="5715000"/>
            <a:ext cx="571500" cy="571500"/>
            <a:chOff x="0" y="0"/>
            <a:chExt cx="762000" cy="762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107283" y="5829300"/>
            <a:ext cx="271462" cy="375056"/>
            <a:chOff x="0" y="0"/>
            <a:chExt cx="361950" cy="50007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1950" cy="500126"/>
            </a:xfrm>
            <a:custGeom>
              <a:avLst/>
              <a:gdLst/>
              <a:ahLst/>
              <a:cxnLst/>
              <a:rect r="r" b="b" t="t" l="l"/>
              <a:pathLst>
                <a:path h="500126" w="361950">
                  <a:moveTo>
                    <a:pt x="0" y="0"/>
                  </a:moveTo>
                  <a:lnTo>
                    <a:pt x="361950" y="0"/>
                  </a:lnTo>
                  <a:lnTo>
                    <a:pt x="3619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7389" t="0" r="-127389" b="1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1107283" y="5779294"/>
            <a:ext cx="271462" cy="425063"/>
            <a:chOff x="0" y="0"/>
            <a:chExt cx="361950" cy="56675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1949" cy="566750"/>
            </a:xfrm>
            <a:custGeom>
              <a:avLst/>
              <a:gdLst/>
              <a:ahLst/>
              <a:cxnLst/>
              <a:rect r="r" b="b" t="t" l="l"/>
              <a:pathLst>
                <a:path h="566750" w="361949">
                  <a:moveTo>
                    <a:pt x="0" y="0"/>
                  </a:moveTo>
                  <a:lnTo>
                    <a:pt x="361949" y="0"/>
                  </a:lnTo>
                  <a:lnTo>
                    <a:pt x="361949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50901" t="0" r="-150901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66675"/>
              <a:ext cx="3619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79744" y="6400800"/>
            <a:ext cx="3729038" cy="329555"/>
            <a:chOff x="0" y="0"/>
            <a:chExt cx="4972050" cy="439407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972050" cy="439420"/>
            </a:xfrm>
            <a:custGeom>
              <a:avLst/>
              <a:gdLst/>
              <a:ahLst/>
              <a:cxnLst/>
              <a:rect r="r" b="b" t="t" l="l"/>
              <a:pathLst>
                <a:path h="43942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320" r="0" b="-170320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379744" y="6372225"/>
            <a:ext cx="3729038" cy="504901"/>
            <a:chOff x="0" y="0"/>
            <a:chExt cx="4972050" cy="67320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972051" cy="673201"/>
            </a:xfrm>
            <a:custGeom>
              <a:avLst/>
              <a:gdLst/>
              <a:ahLst/>
              <a:cxnLst/>
              <a:rect r="r" b="b" t="t" l="l"/>
              <a:pathLst>
                <a:path h="673201" w="4972051">
                  <a:moveTo>
                    <a:pt x="0" y="0"/>
                  </a:moveTo>
                  <a:lnTo>
                    <a:pt x="4972051" y="0"/>
                  </a:lnTo>
                  <a:lnTo>
                    <a:pt x="49720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444" r="0" b="-7937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49720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một số thông tin hữu ích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5159038" y="5715000"/>
            <a:ext cx="571500" cy="571500"/>
            <a:chOff x="0" y="0"/>
            <a:chExt cx="762000" cy="7620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EA4335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302808" y="5829300"/>
            <a:ext cx="285750" cy="375056"/>
            <a:chOff x="0" y="0"/>
            <a:chExt cx="381000" cy="5000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1000" cy="500126"/>
            </a:xfrm>
            <a:custGeom>
              <a:avLst/>
              <a:gdLst/>
              <a:ahLst/>
              <a:cxnLst/>
              <a:rect r="r" b="b" t="t" l="l"/>
              <a:pathLst>
                <a:path h="500126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8519" t="0" r="-118519" b="1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5302808" y="5779294"/>
            <a:ext cx="285750" cy="425063"/>
            <a:chOff x="0" y="0"/>
            <a:chExt cx="381000" cy="56675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81000" cy="566750"/>
            </a:xfrm>
            <a:custGeom>
              <a:avLst/>
              <a:gdLst/>
              <a:ahLst/>
              <a:cxnLst/>
              <a:rect r="r" b="b" t="t" l="l"/>
              <a:pathLst>
                <a:path h="5667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0855" t="0" r="-140855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66675"/>
              <a:ext cx="38100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580269" y="6400800"/>
            <a:ext cx="3729038" cy="329555"/>
            <a:chOff x="0" y="0"/>
            <a:chExt cx="4972050" cy="43940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972050" cy="439420"/>
            </a:xfrm>
            <a:custGeom>
              <a:avLst/>
              <a:gdLst/>
              <a:ahLst/>
              <a:cxnLst/>
              <a:rect r="r" b="b" t="t" l="l"/>
              <a:pathLst>
                <a:path h="43942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320" r="0" b="-17032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580269" y="6372225"/>
            <a:ext cx="3729038" cy="504901"/>
            <a:chOff x="0" y="0"/>
            <a:chExt cx="4972050" cy="673202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972051" cy="673201"/>
            </a:xfrm>
            <a:custGeom>
              <a:avLst/>
              <a:gdLst/>
              <a:ahLst/>
              <a:cxnLst/>
              <a:rect r="r" b="b" t="t" l="l"/>
              <a:pathLst>
                <a:path h="673201" w="4972051">
                  <a:moveTo>
                    <a:pt x="0" y="0"/>
                  </a:moveTo>
                  <a:lnTo>
                    <a:pt x="4972051" y="0"/>
                  </a:lnTo>
                  <a:lnTo>
                    <a:pt x="49720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8444" r="0" b="-7937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9720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Rất ít thông tin có ý nghĩa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600075" y="7372350"/>
            <a:ext cx="17116425" cy="1485900"/>
            <a:chOff x="0" y="0"/>
            <a:chExt cx="22821900" cy="19812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28219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1752600"/>
                  </a:lnTo>
                  <a:cubicBezTo>
                    <a:pt x="22821900" y="1878711"/>
                    <a:pt x="22719412" y="1981200"/>
                    <a:pt x="22593300" y="1981200"/>
                  </a:cubicBezTo>
                  <a:lnTo>
                    <a:pt x="76200" y="1981200"/>
                  </a:lnTo>
                  <a:cubicBezTo>
                    <a:pt x="34163" y="1981200"/>
                    <a:pt x="0" y="1947037"/>
                    <a:pt x="0" y="1905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600075" y="7372350"/>
            <a:ext cx="57150" cy="1485900"/>
            <a:chOff x="0" y="0"/>
            <a:chExt cx="76200" cy="19812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6200" cy="1981200"/>
            </a:xfrm>
            <a:custGeom>
              <a:avLst/>
              <a:gdLst/>
              <a:ahLst/>
              <a:cxnLst/>
              <a:rect r="r" b="b" t="t" l="l"/>
              <a:pathLst>
                <a:path h="1981200" w="76200">
                  <a:moveTo>
                    <a:pt x="76200" y="0"/>
                  </a:moveTo>
                  <a:lnTo>
                    <a:pt x="76200" y="1981200"/>
                  </a:lnTo>
                  <a:cubicBezTo>
                    <a:pt x="34163" y="1981200"/>
                    <a:pt x="0" y="1947037"/>
                    <a:pt x="0" y="19050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13" id="113"/>
          <p:cNvSpPr/>
          <p:nvPr/>
        </p:nvSpPr>
        <p:spPr>
          <a:xfrm flipH="false" flipV="false" rot="0">
            <a:off x="932259" y="7715250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9" y="0"/>
                </a:lnTo>
                <a:lnTo>
                  <a:pt x="321469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70" t="0" r="-37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271588" y="7658100"/>
            <a:ext cx="16302038" cy="472154"/>
            <a:chOff x="0" y="0"/>
            <a:chExt cx="21736050" cy="629539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736050" cy="629539"/>
            </a:xfrm>
            <a:custGeom>
              <a:avLst/>
              <a:gdLst/>
              <a:ahLst/>
              <a:cxnLst/>
              <a:rect r="r" b="b" t="t" l="l"/>
              <a:pathLst>
                <a:path h="629539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2291" r="0" b="-622289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314450" y="7559164"/>
            <a:ext cx="16302038" cy="670027"/>
            <a:chOff x="0" y="0"/>
            <a:chExt cx="21736050" cy="893369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1736050" cy="893368"/>
            </a:xfrm>
            <a:custGeom>
              <a:avLst/>
              <a:gdLst/>
              <a:ahLst/>
              <a:cxnLst/>
              <a:rect r="r" b="b" t="t" l="l"/>
              <a:pathLst>
                <a:path h="893368" w="21736050">
                  <a:moveTo>
                    <a:pt x="0" y="0"/>
                  </a:moveTo>
                  <a:lnTo>
                    <a:pt x="21736050" y="0"/>
                  </a:lnTo>
                  <a:lnTo>
                    <a:pt x="2173605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647" r="0" b="-412512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76200"/>
              <a:ext cx="2173605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hiển thị đầy đủ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942975" y="8286750"/>
            <a:ext cx="228600" cy="228600"/>
            <a:chOff x="0" y="0"/>
            <a:chExt cx="304800" cy="304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14450" y="8229600"/>
            <a:ext cx="1943100" cy="375056"/>
            <a:chOff x="0" y="0"/>
            <a:chExt cx="2590800" cy="50007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590800" cy="500126"/>
            </a:xfrm>
            <a:custGeom>
              <a:avLst/>
              <a:gdLst/>
              <a:ahLst/>
              <a:cxnLst/>
              <a:rect r="r" b="b" t="t" l="l"/>
              <a:pathLst>
                <a:path h="500126" w="2590800">
                  <a:moveTo>
                    <a:pt x="0" y="0"/>
                  </a:moveTo>
                  <a:lnTo>
                    <a:pt x="2590800" y="0"/>
                  </a:lnTo>
                  <a:lnTo>
                    <a:pt x="25908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73" r="0" b="-50863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314450" y="8152600"/>
            <a:ext cx="2339766" cy="496900"/>
            <a:chOff x="0" y="0"/>
            <a:chExt cx="3119688" cy="66253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119688" cy="662533"/>
            </a:xfrm>
            <a:custGeom>
              <a:avLst/>
              <a:gdLst/>
              <a:ahLst/>
              <a:cxnLst/>
              <a:rect r="r" b="b" t="t" l="l"/>
              <a:pathLst>
                <a:path h="662533" w="3119688">
                  <a:moveTo>
                    <a:pt x="0" y="0"/>
                  </a:moveTo>
                  <a:lnTo>
                    <a:pt x="3119688" y="0"/>
                  </a:lnTo>
                  <a:lnTo>
                    <a:pt x="3119688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423" r="16953" b="-1896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85725"/>
              <a:ext cx="3119688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Tiêu đề biểu mẫu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6524568" y="8286750"/>
            <a:ext cx="228600" cy="228600"/>
            <a:chOff x="0" y="0"/>
            <a:chExt cx="304800" cy="304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6896043" y="8229600"/>
            <a:ext cx="1857375" cy="375056"/>
            <a:chOff x="0" y="0"/>
            <a:chExt cx="2476500" cy="50007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476500" cy="500126"/>
            </a:xfrm>
            <a:custGeom>
              <a:avLst/>
              <a:gdLst/>
              <a:ahLst/>
              <a:cxnLst/>
              <a:rect r="r" b="b" t="t" l="l"/>
              <a:pathLst>
                <a:path h="500126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422" r="0" b="-46414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6947655" y="8152600"/>
            <a:ext cx="2236541" cy="496900"/>
            <a:chOff x="0" y="0"/>
            <a:chExt cx="2982055" cy="662534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982055" cy="662533"/>
            </a:xfrm>
            <a:custGeom>
              <a:avLst/>
              <a:gdLst/>
              <a:ahLst/>
              <a:cxnLst/>
              <a:rect r="r" b="b" t="t" l="l"/>
              <a:pathLst>
                <a:path h="662533" w="2982055">
                  <a:moveTo>
                    <a:pt x="0" y="0"/>
                  </a:moveTo>
                  <a:lnTo>
                    <a:pt x="2982055" y="0"/>
                  </a:lnTo>
                  <a:lnTo>
                    <a:pt x="2982055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062" r="16953" b="-1560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85725"/>
              <a:ext cx="2982055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Câu hỏi khảo sát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106161" y="8286750"/>
            <a:ext cx="228600" cy="228600"/>
            <a:chOff x="0" y="0"/>
            <a:chExt cx="304800" cy="3048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304800" cy="304800"/>
            </a:xfrm>
            <a:custGeom>
              <a:avLst/>
              <a:gdLst/>
              <a:ahLst/>
              <a:cxnLst/>
              <a:rect r="r" b="b" t="t" l="l"/>
              <a:pathLst>
                <a:path h="304800" w="304800">
                  <a:moveTo>
                    <a:pt x="152400" y="304800"/>
                  </a:moveTo>
                  <a:cubicBezTo>
                    <a:pt x="236474" y="304800"/>
                    <a:pt x="304800" y="236474"/>
                    <a:pt x="304800" y="152400"/>
                  </a:cubicBezTo>
                  <a:cubicBezTo>
                    <a:pt x="304800" y="68326"/>
                    <a:pt x="236474" y="0"/>
                    <a:pt x="152400" y="0"/>
                  </a:cubicBezTo>
                  <a:cubicBezTo>
                    <a:pt x="68326" y="0"/>
                    <a:pt x="0" y="68326"/>
                    <a:pt x="0" y="152400"/>
                  </a:cubicBezTo>
                  <a:cubicBezTo>
                    <a:pt x="0" y="236474"/>
                    <a:pt x="68326" y="304800"/>
                    <a:pt x="152400" y="304800"/>
                  </a:cubicBezTo>
                  <a:close/>
                  <a:moveTo>
                    <a:pt x="202692" y="126619"/>
                  </a:moveTo>
                  <a:lnTo>
                    <a:pt x="155067" y="202819"/>
                  </a:lnTo>
                  <a:cubicBezTo>
                    <a:pt x="152527" y="206756"/>
                    <a:pt x="148336" y="209296"/>
                    <a:pt x="143637" y="209550"/>
                  </a:cubicBezTo>
                  <a:cubicBezTo>
                    <a:pt x="138938" y="209804"/>
                    <a:pt x="134366" y="207645"/>
                    <a:pt x="131572" y="203835"/>
                  </a:cubicBezTo>
                  <a:lnTo>
                    <a:pt x="102997" y="165735"/>
                  </a:lnTo>
                  <a:cubicBezTo>
                    <a:pt x="98298" y="159385"/>
                    <a:pt x="99568" y="150495"/>
                    <a:pt x="105918" y="145796"/>
                  </a:cubicBezTo>
                  <a:cubicBezTo>
                    <a:pt x="112268" y="141097"/>
                    <a:pt x="121158" y="142367"/>
                    <a:pt x="125857" y="148717"/>
                  </a:cubicBezTo>
                  <a:lnTo>
                    <a:pt x="141986" y="170180"/>
                  </a:lnTo>
                  <a:lnTo>
                    <a:pt x="178562" y="111633"/>
                  </a:lnTo>
                  <a:cubicBezTo>
                    <a:pt x="182753" y="104902"/>
                    <a:pt x="191516" y="102870"/>
                    <a:pt x="198247" y="107061"/>
                  </a:cubicBezTo>
                  <a:cubicBezTo>
                    <a:pt x="204978" y="111252"/>
                    <a:pt x="207010" y="120015"/>
                    <a:pt x="202819" y="126746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12477636" y="8229600"/>
            <a:ext cx="2671762" cy="375056"/>
            <a:chOff x="0" y="0"/>
            <a:chExt cx="3562350" cy="500075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3562350" cy="500126"/>
            </a:xfrm>
            <a:custGeom>
              <a:avLst/>
              <a:gdLst/>
              <a:ahLst/>
              <a:cxnLst/>
              <a:rect r="r" b="b" t="t" l="l"/>
              <a:pathLst>
                <a:path h="500126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699" r="0" b="-88687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12513359" y="8152600"/>
            <a:ext cx="3217178" cy="496900"/>
            <a:chOff x="0" y="0"/>
            <a:chExt cx="4289571" cy="662534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4289570" cy="662533"/>
            </a:xfrm>
            <a:custGeom>
              <a:avLst/>
              <a:gdLst/>
              <a:ahLst/>
              <a:cxnLst/>
              <a:rect r="r" b="b" t="t" l="l"/>
              <a:pathLst>
                <a:path h="662533" w="4289570">
                  <a:moveTo>
                    <a:pt x="0" y="0"/>
                  </a:moveTo>
                  <a:lnTo>
                    <a:pt x="4289570" y="0"/>
                  </a:lnTo>
                  <a:lnTo>
                    <a:pt x="428957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996" r="16953" b="-4753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85725"/>
              <a:ext cx="4289571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phương án lựa chọn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BC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www.bepublishing.com/eb1ed7b62693edd1d92358287d574962409109dd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63695" r="0" b="-6369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BBC04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432447"/>
            <a:ext cx="3071812" cy="628650"/>
            <a:chOff x="0" y="0"/>
            <a:chExt cx="40957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95750" cy="838200"/>
            </a:xfrm>
            <a:custGeom>
              <a:avLst/>
              <a:gdLst/>
              <a:ahLst/>
              <a:cxnLst/>
              <a:rect r="r" b="b" t="t" l="l"/>
              <a:pathLst>
                <a:path h="838200" w="4095750">
                  <a:moveTo>
                    <a:pt x="419100" y="0"/>
                  </a:moveTo>
                  <a:lnTo>
                    <a:pt x="3676650" y="0"/>
                  </a:lnTo>
                  <a:cubicBezTo>
                    <a:pt x="3907917" y="0"/>
                    <a:pt x="4095750" y="187833"/>
                    <a:pt x="4095750" y="419100"/>
                  </a:cubicBezTo>
                  <a:cubicBezTo>
                    <a:pt x="4095750" y="650367"/>
                    <a:pt x="3907917" y="838200"/>
                    <a:pt x="36766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558177"/>
            <a:ext cx="2526744" cy="472154"/>
            <a:chOff x="0" y="0"/>
            <a:chExt cx="3368992" cy="629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68929" cy="629539"/>
            </a:xfrm>
            <a:custGeom>
              <a:avLst/>
              <a:gdLst/>
              <a:ahLst/>
              <a:cxnLst/>
              <a:rect r="r" b="b" t="t" l="l"/>
              <a:pathLst>
                <a:path h="629539" w="3368929">
                  <a:moveTo>
                    <a:pt x="0" y="0"/>
                  </a:moveTo>
                  <a:lnTo>
                    <a:pt x="3368929" y="0"/>
                  </a:lnTo>
                  <a:lnTo>
                    <a:pt x="3368929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274" r="-1" b="-5427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3632597"/>
            <a:ext cx="17487900" cy="1133932"/>
            <a:chOff x="0" y="0"/>
            <a:chExt cx="23317200" cy="15119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17200" cy="1511935"/>
            </a:xfrm>
            <a:custGeom>
              <a:avLst/>
              <a:gdLst/>
              <a:ahLst/>
              <a:cxnLst/>
              <a:rect r="r" b="b" t="t" l="l"/>
              <a:pathLst>
                <a:path h="1511935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511935"/>
                  </a:lnTo>
                  <a:lnTo>
                    <a:pt x="0" y="15119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0292" r="0" b="-25028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3639741"/>
            <a:ext cx="17487900" cy="1126788"/>
            <a:chOff x="0" y="0"/>
            <a:chExt cx="23317200" cy="15023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17200" cy="1502384"/>
            </a:xfrm>
            <a:custGeom>
              <a:avLst/>
              <a:gdLst/>
              <a:ahLst/>
              <a:cxnLst/>
              <a:rect r="r" b="b" t="t" l="l"/>
              <a:pathLst>
                <a:path h="1502384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502384"/>
                  </a:lnTo>
                  <a:lnTo>
                    <a:pt x="0" y="15023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2410" r="0" b="-2524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3317200" cy="1492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 VÀO TRANG WEB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4832747"/>
            <a:ext cx="2286000" cy="57150"/>
            <a:chOff x="0" y="0"/>
            <a:chExt cx="30480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71500" y="5347097"/>
            <a:ext cx="11187112" cy="1419749"/>
            <a:chOff x="0" y="0"/>
            <a:chExt cx="14916150" cy="18929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16150" cy="1893062"/>
            </a:xfrm>
            <a:custGeom>
              <a:avLst/>
              <a:gdLst/>
              <a:ahLst/>
              <a:cxnLst/>
              <a:rect r="r" b="b" t="t" l="l"/>
              <a:pathLst>
                <a:path h="1893062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1893062"/>
                  </a:lnTo>
                  <a:lnTo>
                    <a:pt x="0" y="18930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3424" r="0" b="-10342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71500" y="5232797"/>
            <a:ext cx="11187112" cy="1534049"/>
            <a:chOff x="0" y="0"/>
            <a:chExt cx="14916150" cy="2045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16150" cy="2045399"/>
            </a:xfrm>
            <a:custGeom>
              <a:avLst/>
              <a:gdLst/>
              <a:ahLst/>
              <a:cxnLst/>
              <a:rect r="r" b="b" t="t" l="l"/>
              <a:pathLst>
                <a:path h="2045399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2045399"/>
                  </a:lnTo>
                  <a:lnTo>
                    <a:pt x="0" y="20453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2095" r="0" b="-920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14916150" cy="2197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nhúng biểu mẫu vào trang web bằng Google Sites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5881" y="7440216"/>
            <a:ext cx="2271712" cy="472154"/>
            <a:chOff x="0" y="0"/>
            <a:chExt cx="3028950" cy="629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28950" cy="629539"/>
            </a:xfrm>
            <a:custGeom>
              <a:avLst/>
              <a:gdLst/>
              <a:ahLst/>
              <a:cxnLst/>
              <a:rect r="r" b="b" t="t" l="l"/>
              <a:pathLst>
                <a:path h="629539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3685" r="0" b="-4368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933" y="528933"/>
            <a:ext cx="17468145" cy="780469"/>
            <a:chOff x="0" y="0"/>
            <a:chExt cx="23290860" cy="1040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90912" cy="1040638"/>
            </a:xfrm>
            <a:custGeom>
              <a:avLst/>
              <a:gdLst/>
              <a:ahLst/>
              <a:cxnLst/>
              <a:rect r="r" b="b" t="t" l="l"/>
              <a:pathLst>
                <a:path h="1040638" w="23290912">
                  <a:moveTo>
                    <a:pt x="0" y="0"/>
                  </a:moveTo>
                  <a:lnTo>
                    <a:pt x="23290912" y="0"/>
                  </a:lnTo>
                  <a:lnTo>
                    <a:pt x="23290912" y="1040638"/>
                  </a:lnTo>
                  <a:lnTo>
                    <a:pt x="0" y="10406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798" r="0" b="-38579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55384" y="469009"/>
            <a:ext cx="17468145" cy="850089"/>
            <a:chOff x="0" y="0"/>
            <a:chExt cx="23290860" cy="1133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90861" cy="1133457"/>
            </a:xfrm>
            <a:custGeom>
              <a:avLst/>
              <a:gdLst/>
              <a:ahLst/>
              <a:cxnLst/>
              <a:rect r="r" b="b" t="t" l="l"/>
              <a:pathLst>
                <a:path h="1133457" w="23290861">
                  <a:moveTo>
                    <a:pt x="0" y="0"/>
                  </a:moveTo>
                  <a:lnTo>
                    <a:pt x="23290861" y="0"/>
                  </a:lnTo>
                  <a:lnTo>
                    <a:pt x="23290861" y="1133457"/>
                  </a:lnTo>
                  <a:lnTo>
                    <a:pt x="0" y="11334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585" r="0" b="-344191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90860" cy="10763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2"/>
                </a:lnSpc>
              </a:pPr>
              <a:r>
                <a:rPr lang="en-US" sz="4047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nhúng biểu mẫu vào trang web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28933" y="1163660"/>
            <a:ext cx="1269492" cy="52864"/>
            <a:chOff x="0" y="0"/>
            <a:chExt cx="1692656" cy="704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92656" cy="70485"/>
            </a:xfrm>
            <a:custGeom>
              <a:avLst/>
              <a:gdLst/>
              <a:ahLst/>
              <a:cxnLst/>
              <a:rect r="r" b="b" t="t" l="l"/>
              <a:pathLst>
                <a:path h="70485" w="1692656">
                  <a:moveTo>
                    <a:pt x="0" y="0"/>
                  </a:moveTo>
                  <a:lnTo>
                    <a:pt x="1692656" y="0"/>
                  </a:lnTo>
                  <a:lnTo>
                    <a:pt x="1692656" y="70485"/>
                  </a:lnTo>
                  <a:lnTo>
                    <a:pt x="0" y="70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28933" y="1481023"/>
            <a:ext cx="740473" cy="740473"/>
            <a:chOff x="0" y="0"/>
            <a:chExt cx="987298" cy="987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7298" cy="987298"/>
            </a:xfrm>
            <a:custGeom>
              <a:avLst/>
              <a:gdLst/>
              <a:ahLst/>
              <a:cxnLst/>
              <a:rect r="r" b="b" t="t" l="l"/>
              <a:pathLst>
                <a:path h="987298" w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2820" y="1481023"/>
            <a:ext cx="872747" cy="740512"/>
            <a:chOff x="0" y="0"/>
            <a:chExt cx="1163663" cy="9873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63701" cy="987298"/>
            </a:xfrm>
            <a:custGeom>
              <a:avLst/>
              <a:gdLst/>
              <a:ahLst/>
              <a:cxnLst/>
              <a:rect r="r" b="b" t="t" l="l"/>
              <a:pathLst>
                <a:path h="987298" w="1163701">
                  <a:moveTo>
                    <a:pt x="0" y="0"/>
                  </a:moveTo>
                  <a:lnTo>
                    <a:pt x="1163701" y="0"/>
                  </a:lnTo>
                  <a:lnTo>
                    <a:pt x="1163701" y="987298"/>
                  </a:lnTo>
                  <a:lnTo>
                    <a:pt x="0" y="987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37" t="0" r="-58934" b="-5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62820" y="1452448"/>
            <a:ext cx="872747" cy="769087"/>
            <a:chOff x="0" y="0"/>
            <a:chExt cx="1163663" cy="102544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3663" cy="1025449"/>
            </a:xfrm>
            <a:custGeom>
              <a:avLst/>
              <a:gdLst/>
              <a:ahLst/>
              <a:cxnLst/>
              <a:rect r="r" b="b" t="t" l="l"/>
              <a:pathLst>
                <a:path h="1025449" w="1163663">
                  <a:moveTo>
                    <a:pt x="0" y="0"/>
                  </a:moveTo>
                  <a:lnTo>
                    <a:pt x="1163663" y="0"/>
                  </a:lnTo>
                  <a:lnTo>
                    <a:pt x="1163663" y="1025449"/>
                  </a:lnTo>
                  <a:lnTo>
                    <a:pt x="0" y="10254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64" t="0" r="-63064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63663" cy="10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082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72747" y="2327319"/>
            <a:ext cx="52864" cy="528923"/>
            <a:chOff x="0" y="0"/>
            <a:chExt cx="70485" cy="705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85" cy="705231"/>
            </a:xfrm>
            <a:custGeom>
              <a:avLst/>
              <a:gdLst/>
              <a:ahLst/>
              <a:cxnLst/>
              <a:rect r="r" b="b" t="t" l="l"/>
              <a:pathLst>
                <a:path h="705231" w="70485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507474" y="1481023"/>
            <a:ext cx="16251555" cy="1190149"/>
            <a:chOff x="0" y="0"/>
            <a:chExt cx="21668740" cy="15868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668741" cy="1586865"/>
            </a:xfrm>
            <a:custGeom>
              <a:avLst/>
              <a:gdLst/>
              <a:ahLst/>
              <a:cxnLst/>
              <a:rect r="r" b="b" t="t" l="l"/>
              <a:pathLst>
                <a:path h="1586865" w="21668741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507474" y="1481023"/>
            <a:ext cx="52864" cy="1190149"/>
            <a:chOff x="0" y="0"/>
            <a:chExt cx="70485" cy="15868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485" cy="1586865"/>
            </a:xfrm>
            <a:custGeom>
              <a:avLst/>
              <a:gdLst/>
              <a:ahLst/>
              <a:cxnLst/>
              <a:rect r="r" b="b" t="t" l="l"/>
              <a:pathLst>
                <a:path h="1586865" w="7048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745494" y="1692602"/>
            <a:ext cx="15921009" cy="385505"/>
            <a:chOff x="0" y="0"/>
            <a:chExt cx="21228012" cy="51400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228050" cy="513969"/>
            </a:xfrm>
            <a:custGeom>
              <a:avLst/>
              <a:gdLst/>
              <a:ahLst/>
              <a:cxnLst/>
              <a:rect r="r" b="b" t="t" l="l"/>
              <a:pathLst>
                <a:path h="513969" w="21228050">
                  <a:moveTo>
                    <a:pt x="0" y="0"/>
                  </a:moveTo>
                  <a:lnTo>
                    <a:pt x="21228050" y="0"/>
                  </a:lnTo>
                  <a:lnTo>
                    <a:pt x="21228050" y="513969"/>
                  </a:lnTo>
                  <a:lnTo>
                    <a:pt x="0" y="513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210" r="0" b="-75421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45494" y="1446893"/>
            <a:ext cx="15921009" cy="668858"/>
            <a:chOff x="0" y="0"/>
            <a:chExt cx="21228012" cy="8918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228013" cy="891811"/>
            </a:xfrm>
            <a:custGeom>
              <a:avLst/>
              <a:gdLst/>
              <a:ahLst/>
              <a:cxnLst/>
              <a:rect r="r" b="b" t="t" l="l"/>
              <a:pathLst>
                <a:path h="891811" w="21228013">
                  <a:moveTo>
                    <a:pt x="0" y="0"/>
                  </a:moveTo>
                  <a:lnTo>
                    <a:pt x="21228013" y="0"/>
                  </a:lnTo>
                  <a:lnTo>
                    <a:pt x="21228013" y="891811"/>
                  </a:lnTo>
                  <a:lnTo>
                    <a:pt x="0" y="891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251" r="0" b="-39636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21228012" cy="99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Mở trang web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745494" y="2115750"/>
            <a:ext cx="15907788" cy="347986"/>
            <a:chOff x="0" y="0"/>
            <a:chExt cx="21210384" cy="46398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210397" cy="463931"/>
            </a:xfrm>
            <a:custGeom>
              <a:avLst/>
              <a:gdLst/>
              <a:ahLst/>
              <a:cxnLst/>
              <a:rect r="r" b="b" t="t" l="l"/>
              <a:pathLst>
                <a:path h="463931" w="21210397">
                  <a:moveTo>
                    <a:pt x="0" y="0"/>
                  </a:moveTo>
                  <a:lnTo>
                    <a:pt x="21210397" y="0"/>
                  </a:lnTo>
                  <a:lnTo>
                    <a:pt x="21210397" y="463931"/>
                  </a:lnTo>
                  <a:lnTo>
                    <a:pt x="0" y="463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08" r="0" b="-84021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745494" y="2065744"/>
            <a:ext cx="15907788" cy="583057"/>
            <a:chOff x="0" y="0"/>
            <a:chExt cx="21210384" cy="7774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1210384" cy="777413"/>
            </a:xfrm>
            <a:custGeom>
              <a:avLst/>
              <a:gdLst/>
              <a:ahLst/>
              <a:cxnLst/>
              <a:rect r="r" b="b" t="t" l="l"/>
              <a:pathLst>
                <a:path h="777413" w="21210384">
                  <a:moveTo>
                    <a:pt x="0" y="0"/>
                  </a:moveTo>
                  <a:lnTo>
                    <a:pt x="21210384" y="0"/>
                  </a:lnTo>
                  <a:lnTo>
                    <a:pt x="21210384" y="777413"/>
                  </a:lnTo>
                  <a:lnTo>
                    <a:pt x="0" y="777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7486" r="0" b="-4657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33350"/>
              <a:ext cx="21210384" cy="910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4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Mở trang web cần chỉnh sửa trong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Sites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28933" y="3014939"/>
            <a:ext cx="740473" cy="740473"/>
            <a:chOff x="0" y="0"/>
            <a:chExt cx="987298" cy="98729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7298" cy="987298"/>
            </a:xfrm>
            <a:custGeom>
              <a:avLst/>
              <a:gdLst/>
              <a:ahLst/>
              <a:cxnLst/>
              <a:rect r="r" b="b" t="t" l="l"/>
              <a:pathLst>
                <a:path h="987298" w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62820" y="3014939"/>
            <a:ext cx="872747" cy="740512"/>
            <a:chOff x="0" y="0"/>
            <a:chExt cx="1163663" cy="98734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3701" cy="987298"/>
            </a:xfrm>
            <a:custGeom>
              <a:avLst/>
              <a:gdLst/>
              <a:ahLst/>
              <a:cxnLst/>
              <a:rect r="r" b="b" t="t" l="l"/>
              <a:pathLst>
                <a:path h="987298" w="1163701">
                  <a:moveTo>
                    <a:pt x="0" y="0"/>
                  </a:moveTo>
                  <a:lnTo>
                    <a:pt x="1163701" y="0"/>
                  </a:lnTo>
                  <a:lnTo>
                    <a:pt x="1163701" y="987298"/>
                  </a:lnTo>
                  <a:lnTo>
                    <a:pt x="0" y="987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37" t="0" r="-58934" b="-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62820" y="2986364"/>
            <a:ext cx="872747" cy="769087"/>
            <a:chOff x="0" y="0"/>
            <a:chExt cx="1163663" cy="102544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63663" cy="1025449"/>
            </a:xfrm>
            <a:custGeom>
              <a:avLst/>
              <a:gdLst/>
              <a:ahLst/>
              <a:cxnLst/>
              <a:rect r="r" b="b" t="t" l="l"/>
              <a:pathLst>
                <a:path h="1025449" w="1163663">
                  <a:moveTo>
                    <a:pt x="0" y="0"/>
                  </a:moveTo>
                  <a:lnTo>
                    <a:pt x="1163663" y="0"/>
                  </a:lnTo>
                  <a:lnTo>
                    <a:pt x="1163663" y="1025449"/>
                  </a:lnTo>
                  <a:lnTo>
                    <a:pt x="0" y="10254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64" t="0" r="-6306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163663" cy="10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082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72747" y="3861244"/>
            <a:ext cx="52864" cy="528923"/>
            <a:chOff x="0" y="0"/>
            <a:chExt cx="70485" cy="7052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0485" cy="705231"/>
            </a:xfrm>
            <a:custGeom>
              <a:avLst/>
              <a:gdLst/>
              <a:ahLst/>
              <a:cxnLst/>
              <a:rect r="r" b="b" t="t" l="l"/>
              <a:pathLst>
                <a:path h="705231" w="70485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07474" y="3014939"/>
            <a:ext cx="16251555" cy="1190149"/>
            <a:chOff x="0" y="0"/>
            <a:chExt cx="21668740" cy="15868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668741" cy="1586865"/>
            </a:xfrm>
            <a:custGeom>
              <a:avLst/>
              <a:gdLst/>
              <a:ahLst/>
              <a:cxnLst/>
              <a:rect r="r" b="b" t="t" l="l"/>
              <a:pathLst>
                <a:path h="1586865" w="21668741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507474" y="3014939"/>
            <a:ext cx="52864" cy="1190149"/>
            <a:chOff x="0" y="0"/>
            <a:chExt cx="70485" cy="15868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0485" cy="1586865"/>
            </a:xfrm>
            <a:custGeom>
              <a:avLst/>
              <a:gdLst/>
              <a:ahLst/>
              <a:cxnLst/>
              <a:rect r="r" b="b" t="t" l="l"/>
              <a:pathLst>
                <a:path h="1586865" w="7048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745494" y="3226518"/>
            <a:ext cx="15921009" cy="385505"/>
            <a:chOff x="0" y="0"/>
            <a:chExt cx="21228012" cy="5140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228050" cy="513969"/>
            </a:xfrm>
            <a:custGeom>
              <a:avLst/>
              <a:gdLst/>
              <a:ahLst/>
              <a:cxnLst/>
              <a:rect r="r" b="b" t="t" l="l"/>
              <a:pathLst>
                <a:path h="513969" w="21228050">
                  <a:moveTo>
                    <a:pt x="0" y="0"/>
                  </a:moveTo>
                  <a:lnTo>
                    <a:pt x="21228050" y="0"/>
                  </a:lnTo>
                  <a:lnTo>
                    <a:pt x="21228050" y="513969"/>
                  </a:lnTo>
                  <a:lnTo>
                    <a:pt x="0" y="513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210" r="0" b="-754217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745494" y="2980808"/>
            <a:ext cx="15921009" cy="668858"/>
            <a:chOff x="0" y="0"/>
            <a:chExt cx="21228012" cy="89181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228013" cy="891811"/>
            </a:xfrm>
            <a:custGeom>
              <a:avLst/>
              <a:gdLst/>
              <a:ahLst/>
              <a:cxnLst/>
              <a:rect r="r" b="b" t="t" l="l"/>
              <a:pathLst>
                <a:path h="891811" w="21228013">
                  <a:moveTo>
                    <a:pt x="0" y="0"/>
                  </a:moveTo>
                  <a:lnTo>
                    <a:pt x="21228013" y="0"/>
                  </a:lnTo>
                  <a:lnTo>
                    <a:pt x="21228013" y="891811"/>
                  </a:lnTo>
                  <a:lnTo>
                    <a:pt x="0" y="891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251" r="0" b="-3963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04775"/>
              <a:ext cx="21228012" cy="99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Chọn công cụ Chèn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745494" y="3649666"/>
            <a:ext cx="15907788" cy="347986"/>
            <a:chOff x="0" y="0"/>
            <a:chExt cx="21210384" cy="46398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1210397" cy="463931"/>
            </a:xfrm>
            <a:custGeom>
              <a:avLst/>
              <a:gdLst/>
              <a:ahLst/>
              <a:cxnLst/>
              <a:rect r="r" b="b" t="t" l="l"/>
              <a:pathLst>
                <a:path h="463931" w="21210397">
                  <a:moveTo>
                    <a:pt x="0" y="0"/>
                  </a:moveTo>
                  <a:lnTo>
                    <a:pt x="21210397" y="0"/>
                  </a:lnTo>
                  <a:lnTo>
                    <a:pt x="21210397" y="463931"/>
                  </a:lnTo>
                  <a:lnTo>
                    <a:pt x="0" y="463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08" r="0" b="-84021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745494" y="3599659"/>
            <a:ext cx="15907788" cy="583057"/>
            <a:chOff x="0" y="0"/>
            <a:chExt cx="21210384" cy="77740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1210384" cy="777413"/>
            </a:xfrm>
            <a:custGeom>
              <a:avLst/>
              <a:gdLst/>
              <a:ahLst/>
              <a:cxnLst/>
              <a:rect r="r" b="b" t="t" l="l"/>
              <a:pathLst>
                <a:path h="777413" w="21210384">
                  <a:moveTo>
                    <a:pt x="0" y="0"/>
                  </a:moveTo>
                  <a:lnTo>
                    <a:pt x="21210384" y="0"/>
                  </a:lnTo>
                  <a:lnTo>
                    <a:pt x="21210384" y="777413"/>
                  </a:lnTo>
                  <a:lnTo>
                    <a:pt x="0" y="777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7486" r="0" b="-46574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33350"/>
              <a:ext cx="21210384" cy="910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4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công cụ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"Biểu mẫu"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trong bảng chọn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"Chèn"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28933" y="4548864"/>
            <a:ext cx="740473" cy="740473"/>
            <a:chOff x="0" y="0"/>
            <a:chExt cx="987298" cy="98729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87298" cy="987298"/>
            </a:xfrm>
            <a:custGeom>
              <a:avLst/>
              <a:gdLst/>
              <a:ahLst/>
              <a:cxnLst/>
              <a:rect r="r" b="b" t="t" l="l"/>
              <a:pathLst>
                <a:path h="987298" w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62820" y="4548864"/>
            <a:ext cx="872747" cy="740512"/>
            <a:chOff x="0" y="0"/>
            <a:chExt cx="1163663" cy="98734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63701" cy="987298"/>
            </a:xfrm>
            <a:custGeom>
              <a:avLst/>
              <a:gdLst/>
              <a:ahLst/>
              <a:cxnLst/>
              <a:rect r="r" b="b" t="t" l="l"/>
              <a:pathLst>
                <a:path h="987298" w="1163701">
                  <a:moveTo>
                    <a:pt x="0" y="0"/>
                  </a:moveTo>
                  <a:lnTo>
                    <a:pt x="1163701" y="0"/>
                  </a:lnTo>
                  <a:lnTo>
                    <a:pt x="1163701" y="987298"/>
                  </a:lnTo>
                  <a:lnTo>
                    <a:pt x="0" y="987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38" t="0" r="-58933" b="-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62820" y="4520289"/>
            <a:ext cx="872747" cy="769087"/>
            <a:chOff x="0" y="0"/>
            <a:chExt cx="1163663" cy="102544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63663" cy="1025451"/>
            </a:xfrm>
            <a:custGeom>
              <a:avLst/>
              <a:gdLst/>
              <a:ahLst/>
              <a:cxnLst/>
              <a:rect r="r" b="b" t="t" l="l"/>
              <a:pathLst>
                <a:path h="1025451" w="1163663">
                  <a:moveTo>
                    <a:pt x="0" y="0"/>
                  </a:moveTo>
                  <a:lnTo>
                    <a:pt x="1163663" y="0"/>
                  </a:lnTo>
                  <a:lnTo>
                    <a:pt x="1163663" y="1025451"/>
                  </a:lnTo>
                  <a:lnTo>
                    <a:pt x="0" y="1025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64" t="0" r="-6306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1163663" cy="10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082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72747" y="5395160"/>
            <a:ext cx="52864" cy="528923"/>
            <a:chOff x="0" y="0"/>
            <a:chExt cx="70485" cy="7052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485" cy="705231"/>
            </a:xfrm>
            <a:custGeom>
              <a:avLst/>
              <a:gdLst/>
              <a:ahLst/>
              <a:cxnLst/>
              <a:rect r="r" b="b" t="t" l="l"/>
              <a:pathLst>
                <a:path h="705231" w="70485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07474" y="4548864"/>
            <a:ext cx="16251555" cy="1190149"/>
            <a:chOff x="0" y="0"/>
            <a:chExt cx="21668740" cy="158686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668741" cy="1586865"/>
            </a:xfrm>
            <a:custGeom>
              <a:avLst/>
              <a:gdLst/>
              <a:ahLst/>
              <a:cxnLst/>
              <a:rect r="r" b="b" t="t" l="l"/>
              <a:pathLst>
                <a:path h="1586865" w="21668741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07474" y="4548864"/>
            <a:ext cx="52864" cy="1190149"/>
            <a:chOff x="0" y="0"/>
            <a:chExt cx="70485" cy="158686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0485" cy="1586865"/>
            </a:xfrm>
            <a:custGeom>
              <a:avLst/>
              <a:gdLst/>
              <a:ahLst/>
              <a:cxnLst/>
              <a:rect r="r" b="b" t="t" l="l"/>
              <a:pathLst>
                <a:path h="1586865" w="7048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745494" y="4760433"/>
            <a:ext cx="15921009" cy="385505"/>
            <a:chOff x="0" y="0"/>
            <a:chExt cx="21228012" cy="51400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1228050" cy="513969"/>
            </a:xfrm>
            <a:custGeom>
              <a:avLst/>
              <a:gdLst/>
              <a:ahLst/>
              <a:cxnLst/>
              <a:rect r="r" b="b" t="t" l="l"/>
              <a:pathLst>
                <a:path h="513969" w="21228050">
                  <a:moveTo>
                    <a:pt x="0" y="0"/>
                  </a:moveTo>
                  <a:lnTo>
                    <a:pt x="21228050" y="0"/>
                  </a:lnTo>
                  <a:lnTo>
                    <a:pt x="21228050" y="513969"/>
                  </a:lnTo>
                  <a:lnTo>
                    <a:pt x="0" y="513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210" r="0" b="-754217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745494" y="4514724"/>
            <a:ext cx="15921009" cy="668858"/>
            <a:chOff x="0" y="0"/>
            <a:chExt cx="21228012" cy="8918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228013" cy="891811"/>
            </a:xfrm>
            <a:custGeom>
              <a:avLst/>
              <a:gdLst/>
              <a:ahLst/>
              <a:cxnLst/>
              <a:rect r="r" b="b" t="t" l="l"/>
              <a:pathLst>
                <a:path h="891811" w="21228013">
                  <a:moveTo>
                    <a:pt x="0" y="0"/>
                  </a:moveTo>
                  <a:lnTo>
                    <a:pt x="21228013" y="0"/>
                  </a:lnTo>
                  <a:lnTo>
                    <a:pt x="21228013" y="891811"/>
                  </a:lnTo>
                  <a:lnTo>
                    <a:pt x="0" y="891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251" r="0" b="-39636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104775"/>
              <a:ext cx="21228012" cy="99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Chọn biểu mẫu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745494" y="5183581"/>
            <a:ext cx="15907788" cy="347986"/>
            <a:chOff x="0" y="0"/>
            <a:chExt cx="21210384" cy="46398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1210397" cy="463931"/>
            </a:xfrm>
            <a:custGeom>
              <a:avLst/>
              <a:gdLst/>
              <a:ahLst/>
              <a:cxnLst/>
              <a:rect r="r" b="b" t="t" l="l"/>
              <a:pathLst>
                <a:path h="463931" w="21210397">
                  <a:moveTo>
                    <a:pt x="0" y="0"/>
                  </a:moveTo>
                  <a:lnTo>
                    <a:pt x="21210397" y="0"/>
                  </a:lnTo>
                  <a:lnTo>
                    <a:pt x="21210397" y="463931"/>
                  </a:lnTo>
                  <a:lnTo>
                    <a:pt x="0" y="463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08" r="0" b="-840219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745494" y="5133575"/>
            <a:ext cx="15907788" cy="583057"/>
            <a:chOff x="0" y="0"/>
            <a:chExt cx="21210384" cy="77740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1210384" cy="777413"/>
            </a:xfrm>
            <a:custGeom>
              <a:avLst/>
              <a:gdLst/>
              <a:ahLst/>
              <a:cxnLst/>
              <a:rect r="r" b="b" t="t" l="l"/>
              <a:pathLst>
                <a:path h="777413" w="21210384">
                  <a:moveTo>
                    <a:pt x="0" y="0"/>
                  </a:moveTo>
                  <a:lnTo>
                    <a:pt x="21210384" y="0"/>
                  </a:lnTo>
                  <a:lnTo>
                    <a:pt x="21210384" y="777413"/>
                  </a:lnTo>
                  <a:lnTo>
                    <a:pt x="0" y="777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7486" r="0" b="-46574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33350"/>
              <a:ext cx="21210384" cy="910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4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biểu mẫu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kiến phản hồi của bạn"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đã tạo trước đó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28933" y="6082779"/>
            <a:ext cx="740473" cy="740473"/>
            <a:chOff x="0" y="0"/>
            <a:chExt cx="987298" cy="98729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87298" cy="987298"/>
            </a:xfrm>
            <a:custGeom>
              <a:avLst/>
              <a:gdLst/>
              <a:ahLst/>
              <a:cxnLst/>
              <a:rect r="r" b="b" t="t" l="l"/>
              <a:pathLst>
                <a:path h="987298" w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62820" y="6082779"/>
            <a:ext cx="872747" cy="740512"/>
            <a:chOff x="0" y="0"/>
            <a:chExt cx="1163663" cy="98734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63701" cy="987298"/>
            </a:xfrm>
            <a:custGeom>
              <a:avLst/>
              <a:gdLst/>
              <a:ahLst/>
              <a:cxnLst/>
              <a:rect r="r" b="b" t="t" l="l"/>
              <a:pathLst>
                <a:path h="987298" w="1163701">
                  <a:moveTo>
                    <a:pt x="0" y="0"/>
                  </a:moveTo>
                  <a:lnTo>
                    <a:pt x="1163701" y="0"/>
                  </a:lnTo>
                  <a:lnTo>
                    <a:pt x="1163701" y="987298"/>
                  </a:lnTo>
                  <a:lnTo>
                    <a:pt x="0" y="987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37" t="0" r="-58934" b="-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62820" y="6054204"/>
            <a:ext cx="872747" cy="769087"/>
            <a:chOff x="0" y="0"/>
            <a:chExt cx="1163663" cy="102544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63663" cy="1025449"/>
            </a:xfrm>
            <a:custGeom>
              <a:avLst/>
              <a:gdLst/>
              <a:ahLst/>
              <a:cxnLst/>
              <a:rect r="r" b="b" t="t" l="l"/>
              <a:pathLst>
                <a:path h="1025449" w="1163663">
                  <a:moveTo>
                    <a:pt x="0" y="0"/>
                  </a:moveTo>
                  <a:lnTo>
                    <a:pt x="1163663" y="0"/>
                  </a:lnTo>
                  <a:lnTo>
                    <a:pt x="1163663" y="1025449"/>
                  </a:lnTo>
                  <a:lnTo>
                    <a:pt x="0" y="102544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64" t="0" r="-6306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1163663" cy="10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082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872747" y="6929076"/>
            <a:ext cx="52864" cy="528923"/>
            <a:chOff x="0" y="0"/>
            <a:chExt cx="70485" cy="7052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0485" cy="705231"/>
            </a:xfrm>
            <a:custGeom>
              <a:avLst/>
              <a:gdLst/>
              <a:ahLst/>
              <a:cxnLst/>
              <a:rect r="r" b="b" t="t" l="l"/>
              <a:pathLst>
                <a:path h="705231" w="70485">
                  <a:moveTo>
                    <a:pt x="0" y="0"/>
                  </a:moveTo>
                  <a:lnTo>
                    <a:pt x="70485" y="0"/>
                  </a:lnTo>
                  <a:lnTo>
                    <a:pt x="70485" y="705231"/>
                  </a:lnTo>
                  <a:lnTo>
                    <a:pt x="0" y="7052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507474" y="6082779"/>
            <a:ext cx="16251555" cy="1190149"/>
            <a:chOff x="0" y="0"/>
            <a:chExt cx="21668740" cy="158686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668741" cy="1586865"/>
            </a:xfrm>
            <a:custGeom>
              <a:avLst/>
              <a:gdLst/>
              <a:ahLst/>
              <a:cxnLst/>
              <a:rect r="r" b="b" t="t" l="l"/>
              <a:pathLst>
                <a:path h="1586865" w="21668741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507474" y="6082779"/>
            <a:ext cx="52864" cy="1190149"/>
            <a:chOff x="0" y="0"/>
            <a:chExt cx="70485" cy="158686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0485" cy="1586865"/>
            </a:xfrm>
            <a:custGeom>
              <a:avLst/>
              <a:gdLst/>
              <a:ahLst/>
              <a:cxnLst/>
              <a:rect r="r" b="b" t="t" l="l"/>
              <a:pathLst>
                <a:path h="1586865" w="7048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745494" y="6294349"/>
            <a:ext cx="15921009" cy="385505"/>
            <a:chOff x="0" y="0"/>
            <a:chExt cx="21228012" cy="51400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228050" cy="513969"/>
            </a:xfrm>
            <a:custGeom>
              <a:avLst/>
              <a:gdLst/>
              <a:ahLst/>
              <a:cxnLst/>
              <a:rect r="r" b="b" t="t" l="l"/>
              <a:pathLst>
                <a:path h="513969" w="21228050">
                  <a:moveTo>
                    <a:pt x="0" y="0"/>
                  </a:moveTo>
                  <a:lnTo>
                    <a:pt x="21228050" y="0"/>
                  </a:lnTo>
                  <a:lnTo>
                    <a:pt x="21228050" y="513969"/>
                  </a:lnTo>
                  <a:lnTo>
                    <a:pt x="0" y="513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210" r="0" b="-754217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745494" y="6048639"/>
            <a:ext cx="15921009" cy="668858"/>
            <a:chOff x="0" y="0"/>
            <a:chExt cx="21228012" cy="89181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1228013" cy="891811"/>
            </a:xfrm>
            <a:custGeom>
              <a:avLst/>
              <a:gdLst/>
              <a:ahLst/>
              <a:cxnLst/>
              <a:rect r="r" b="b" t="t" l="l"/>
              <a:pathLst>
                <a:path h="891811" w="21228013">
                  <a:moveTo>
                    <a:pt x="0" y="0"/>
                  </a:moveTo>
                  <a:lnTo>
                    <a:pt x="21228013" y="0"/>
                  </a:lnTo>
                  <a:lnTo>
                    <a:pt x="21228013" y="891811"/>
                  </a:lnTo>
                  <a:lnTo>
                    <a:pt x="0" y="891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251" r="0" b="-39636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04775"/>
              <a:ext cx="21228012" cy="99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Chèn biểu mẫu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745494" y="6717497"/>
            <a:ext cx="15907788" cy="347986"/>
            <a:chOff x="0" y="0"/>
            <a:chExt cx="21210384" cy="46398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1210397" cy="463931"/>
            </a:xfrm>
            <a:custGeom>
              <a:avLst/>
              <a:gdLst/>
              <a:ahLst/>
              <a:cxnLst/>
              <a:rect r="r" b="b" t="t" l="l"/>
              <a:pathLst>
                <a:path h="463931" w="21210397">
                  <a:moveTo>
                    <a:pt x="0" y="0"/>
                  </a:moveTo>
                  <a:lnTo>
                    <a:pt x="21210397" y="0"/>
                  </a:lnTo>
                  <a:lnTo>
                    <a:pt x="21210397" y="463931"/>
                  </a:lnTo>
                  <a:lnTo>
                    <a:pt x="0" y="463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08" r="0" b="-840219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745494" y="6667490"/>
            <a:ext cx="15907788" cy="583057"/>
            <a:chOff x="0" y="0"/>
            <a:chExt cx="21210384" cy="777409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1210384" cy="777413"/>
            </a:xfrm>
            <a:custGeom>
              <a:avLst/>
              <a:gdLst/>
              <a:ahLst/>
              <a:cxnLst/>
              <a:rect r="r" b="b" t="t" l="l"/>
              <a:pathLst>
                <a:path h="777413" w="21210384">
                  <a:moveTo>
                    <a:pt x="0" y="0"/>
                  </a:moveTo>
                  <a:lnTo>
                    <a:pt x="21210384" y="0"/>
                  </a:lnTo>
                  <a:lnTo>
                    <a:pt x="21210384" y="777413"/>
                  </a:lnTo>
                  <a:lnTo>
                    <a:pt x="0" y="777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7486" r="0" b="-46574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33350"/>
              <a:ext cx="21210384" cy="910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4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Nhấn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"Chèn"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đưa biểu mẫu vào trang web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28933" y="7616695"/>
            <a:ext cx="740473" cy="740473"/>
            <a:chOff x="0" y="0"/>
            <a:chExt cx="987298" cy="98729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87298" cy="987298"/>
            </a:xfrm>
            <a:custGeom>
              <a:avLst/>
              <a:gdLst/>
              <a:ahLst/>
              <a:cxnLst/>
              <a:rect r="r" b="b" t="t" l="l"/>
              <a:pathLst>
                <a:path h="987298" w="987298">
                  <a:moveTo>
                    <a:pt x="493649" y="0"/>
                  </a:moveTo>
                  <a:cubicBezTo>
                    <a:pt x="766191" y="0"/>
                    <a:pt x="987298" y="221234"/>
                    <a:pt x="987298" y="493649"/>
                  </a:cubicBezTo>
                  <a:cubicBezTo>
                    <a:pt x="987298" y="766064"/>
                    <a:pt x="766191" y="987298"/>
                    <a:pt x="493649" y="987298"/>
                  </a:cubicBezTo>
                  <a:cubicBezTo>
                    <a:pt x="221107" y="987298"/>
                    <a:pt x="0" y="766191"/>
                    <a:pt x="0" y="493649"/>
                  </a:cubicBezTo>
                  <a:cubicBezTo>
                    <a:pt x="0" y="221107"/>
                    <a:pt x="221234" y="0"/>
                    <a:pt x="493649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62820" y="7616695"/>
            <a:ext cx="872747" cy="740512"/>
            <a:chOff x="0" y="0"/>
            <a:chExt cx="1163663" cy="987349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163701" cy="987298"/>
            </a:xfrm>
            <a:custGeom>
              <a:avLst/>
              <a:gdLst/>
              <a:ahLst/>
              <a:cxnLst/>
              <a:rect r="r" b="b" t="t" l="l"/>
              <a:pathLst>
                <a:path h="987298" w="1163701">
                  <a:moveTo>
                    <a:pt x="0" y="0"/>
                  </a:moveTo>
                  <a:lnTo>
                    <a:pt x="1163701" y="0"/>
                  </a:lnTo>
                  <a:lnTo>
                    <a:pt x="1163701" y="987298"/>
                  </a:lnTo>
                  <a:lnTo>
                    <a:pt x="0" y="987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38" t="0" r="-58933" b="-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462820" y="7588120"/>
            <a:ext cx="872747" cy="769087"/>
            <a:chOff x="0" y="0"/>
            <a:chExt cx="1163663" cy="102544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163663" cy="1025451"/>
            </a:xfrm>
            <a:custGeom>
              <a:avLst/>
              <a:gdLst/>
              <a:ahLst/>
              <a:cxnLst/>
              <a:rect r="r" b="b" t="t" l="l"/>
              <a:pathLst>
                <a:path h="1025451" w="1163663">
                  <a:moveTo>
                    <a:pt x="0" y="0"/>
                  </a:moveTo>
                  <a:lnTo>
                    <a:pt x="1163663" y="0"/>
                  </a:lnTo>
                  <a:lnTo>
                    <a:pt x="1163663" y="1025451"/>
                  </a:lnTo>
                  <a:lnTo>
                    <a:pt x="0" y="102545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3064" t="0" r="-6306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38100"/>
              <a:ext cx="1163663" cy="10635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8"/>
                </a:lnSpc>
              </a:pPr>
              <a:r>
                <a:rPr lang="en-US" sz="2082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5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507474" y="7616695"/>
            <a:ext cx="16251555" cy="1190149"/>
            <a:chOff x="0" y="0"/>
            <a:chExt cx="21668740" cy="1586865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668741" cy="1586865"/>
            </a:xfrm>
            <a:custGeom>
              <a:avLst/>
              <a:gdLst/>
              <a:ahLst/>
              <a:cxnLst/>
              <a:rect r="r" b="b" t="t" l="l"/>
              <a:pathLst>
                <a:path h="1586865" w="21668741">
                  <a:moveTo>
                    <a:pt x="70485" y="0"/>
                  </a:moveTo>
                  <a:lnTo>
                    <a:pt x="21457158" y="0"/>
                  </a:lnTo>
                  <a:cubicBezTo>
                    <a:pt x="21573998" y="0"/>
                    <a:pt x="21668741" y="94742"/>
                    <a:pt x="21668741" y="211582"/>
                  </a:cubicBezTo>
                  <a:lnTo>
                    <a:pt x="21668741" y="1375283"/>
                  </a:lnTo>
                  <a:cubicBezTo>
                    <a:pt x="21668741" y="1492123"/>
                    <a:pt x="21573998" y="1586865"/>
                    <a:pt x="21457158" y="1586865"/>
                  </a:cubicBez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507474" y="7616695"/>
            <a:ext cx="52864" cy="1190149"/>
            <a:chOff x="0" y="0"/>
            <a:chExt cx="70485" cy="1586865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0485" cy="1586865"/>
            </a:xfrm>
            <a:custGeom>
              <a:avLst/>
              <a:gdLst/>
              <a:ahLst/>
              <a:cxnLst/>
              <a:rect r="r" b="b" t="t" l="l"/>
              <a:pathLst>
                <a:path h="1586865" w="70485">
                  <a:moveTo>
                    <a:pt x="70485" y="0"/>
                  </a:moveTo>
                  <a:lnTo>
                    <a:pt x="70485" y="1586865"/>
                  </a:lnTo>
                  <a:cubicBezTo>
                    <a:pt x="31496" y="1586865"/>
                    <a:pt x="0" y="1555242"/>
                    <a:pt x="0" y="1516380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745494" y="7828274"/>
            <a:ext cx="15921009" cy="385505"/>
            <a:chOff x="0" y="0"/>
            <a:chExt cx="21228012" cy="514007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1228050" cy="513969"/>
            </a:xfrm>
            <a:custGeom>
              <a:avLst/>
              <a:gdLst/>
              <a:ahLst/>
              <a:cxnLst/>
              <a:rect r="r" b="b" t="t" l="l"/>
              <a:pathLst>
                <a:path h="513969" w="21228050">
                  <a:moveTo>
                    <a:pt x="0" y="0"/>
                  </a:moveTo>
                  <a:lnTo>
                    <a:pt x="21228050" y="0"/>
                  </a:lnTo>
                  <a:lnTo>
                    <a:pt x="21228050" y="513969"/>
                  </a:lnTo>
                  <a:lnTo>
                    <a:pt x="0" y="5139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4210" r="0" b="-754217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745494" y="7582564"/>
            <a:ext cx="15921009" cy="668858"/>
            <a:chOff x="0" y="0"/>
            <a:chExt cx="21228012" cy="89181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1228013" cy="891811"/>
            </a:xfrm>
            <a:custGeom>
              <a:avLst/>
              <a:gdLst/>
              <a:ahLst/>
              <a:cxnLst/>
              <a:rect r="r" b="b" t="t" l="l"/>
              <a:pathLst>
                <a:path h="891811" w="21228013">
                  <a:moveTo>
                    <a:pt x="0" y="0"/>
                  </a:moveTo>
                  <a:lnTo>
                    <a:pt x="21228013" y="0"/>
                  </a:lnTo>
                  <a:lnTo>
                    <a:pt x="21228013" y="891811"/>
                  </a:lnTo>
                  <a:lnTo>
                    <a:pt x="0" y="891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1251" r="0" b="-396363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04775"/>
              <a:ext cx="21228012" cy="996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Xuất bản trang web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745494" y="8251422"/>
            <a:ext cx="15907788" cy="347986"/>
            <a:chOff x="0" y="0"/>
            <a:chExt cx="21210384" cy="463982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1210397" cy="463931"/>
            </a:xfrm>
            <a:custGeom>
              <a:avLst/>
              <a:gdLst/>
              <a:ahLst/>
              <a:cxnLst/>
              <a:rect r="r" b="b" t="t" l="l"/>
              <a:pathLst>
                <a:path h="463931" w="21210397">
                  <a:moveTo>
                    <a:pt x="0" y="0"/>
                  </a:moveTo>
                  <a:lnTo>
                    <a:pt x="21210397" y="0"/>
                  </a:lnTo>
                  <a:lnTo>
                    <a:pt x="21210397" y="463931"/>
                  </a:lnTo>
                  <a:lnTo>
                    <a:pt x="0" y="4639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0208" r="0" b="-840219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745494" y="8201416"/>
            <a:ext cx="15907788" cy="583057"/>
            <a:chOff x="0" y="0"/>
            <a:chExt cx="21210384" cy="777409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1210384" cy="777413"/>
            </a:xfrm>
            <a:custGeom>
              <a:avLst/>
              <a:gdLst/>
              <a:ahLst/>
              <a:cxnLst/>
              <a:rect r="r" b="b" t="t" l="l"/>
              <a:pathLst>
                <a:path h="777413" w="21210384">
                  <a:moveTo>
                    <a:pt x="0" y="0"/>
                  </a:moveTo>
                  <a:lnTo>
                    <a:pt x="21210384" y="0"/>
                  </a:lnTo>
                  <a:lnTo>
                    <a:pt x="21210384" y="777413"/>
                  </a:lnTo>
                  <a:lnTo>
                    <a:pt x="0" y="77741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7486" r="0" b="-465744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133350"/>
              <a:ext cx="21210384" cy="9107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4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Xuất bản trang web để biểu mẫu hiển thị khi truy cập → Truy cập địa chỉ URL và thử trả lờ biểu mẫu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555384" y="9018375"/>
            <a:ext cx="17203674" cy="740473"/>
            <a:chOff x="0" y="0"/>
            <a:chExt cx="22938232" cy="987298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2938232" cy="987298"/>
            </a:xfrm>
            <a:custGeom>
              <a:avLst/>
              <a:gdLst/>
              <a:ahLst/>
              <a:cxnLst/>
              <a:rect r="r" b="b" t="t" l="l"/>
              <a:pathLst>
                <a:path h="987298" w="22938232">
                  <a:moveTo>
                    <a:pt x="70485" y="0"/>
                  </a:moveTo>
                  <a:lnTo>
                    <a:pt x="22726650" y="0"/>
                  </a:lnTo>
                  <a:cubicBezTo>
                    <a:pt x="22843489" y="0"/>
                    <a:pt x="22938232" y="94742"/>
                    <a:pt x="22938232" y="211582"/>
                  </a:cubicBezTo>
                  <a:lnTo>
                    <a:pt x="22938232" y="775716"/>
                  </a:lnTo>
                  <a:cubicBezTo>
                    <a:pt x="22938232" y="892556"/>
                    <a:pt x="22843489" y="987298"/>
                    <a:pt x="22726650" y="987298"/>
                  </a:cubicBezTo>
                  <a:lnTo>
                    <a:pt x="70485" y="987298"/>
                  </a:lnTo>
                  <a:cubicBezTo>
                    <a:pt x="31623" y="987298"/>
                    <a:pt x="0" y="955802"/>
                    <a:pt x="0" y="916813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555384" y="9018375"/>
            <a:ext cx="52864" cy="740473"/>
            <a:chOff x="0" y="0"/>
            <a:chExt cx="70485" cy="987298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70485" cy="987298"/>
            </a:xfrm>
            <a:custGeom>
              <a:avLst/>
              <a:gdLst/>
              <a:ahLst/>
              <a:cxnLst/>
              <a:rect r="r" b="b" t="t" l="l"/>
              <a:pathLst>
                <a:path h="987298" w="70485">
                  <a:moveTo>
                    <a:pt x="70485" y="0"/>
                  </a:moveTo>
                  <a:lnTo>
                    <a:pt x="70485" y="987298"/>
                  </a:lnTo>
                  <a:cubicBezTo>
                    <a:pt x="31623" y="987298"/>
                    <a:pt x="0" y="955802"/>
                    <a:pt x="0" y="916813"/>
                  </a:cubicBezTo>
                  <a:lnTo>
                    <a:pt x="0" y="70485"/>
                  </a:lnTo>
                  <a:cubicBezTo>
                    <a:pt x="0" y="31623"/>
                    <a:pt x="31623" y="0"/>
                    <a:pt x="70485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126" id="126"/>
          <p:cNvSpPr/>
          <p:nvPr/>
        </p:nvSpPr>
        <p:spPr>
          <a:xfrm flipH="false" flipV="false" rot="0">
            <a:off x="872747" y="9229954"/>
            <a:ext cx="238020" cy="317363"/>
          </a:xfrm>
          <a:custGeom>
            <a:avLst/>
            <a:gdLst/>
            <a:ahLst/>
            <a:cxnLst/>
            <a:rect r="r" b="b" t="t" l="l"/>
            <a:pathLst>
              <a:path h="317363" w="238020">
                <a:moveTo>
                  <a:pt x="0" y="0"/>
                </a:moveTo>
                <a:lnTo>
                  <a:pt x="238020" y="0"/>
                </a:lnTo>
                <a:lnTo>
                  <a:pt x="238020" y="317363"/>
                </a:lnTo>
                <a:lnTo>
                  <a:pt x="0" y="3173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99" r="0" b="-999"/>
            </a:stretch>
          </a:blipFill>
        </p:spPr>
      </p:sp>
      <p:grpSp>
        <p:nvGrpSpPr>
          <p:cNvPr name="Group 127" id="127"/>
          <p:cNvGrpSpPr/>
          <p:nvPr/>
        </p:nvGrpSpPr>
        <p:grpSpPr>
          <a:xfrm rot="0">
            <a:off x="1348788" y="9229954"/>
            <a:ext cx="11663067" cy="344805"/>
            <a:chOff x="0" y="0"/>
            <a:chExt cx="15550756" cy="45974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5550769" cy="459740"/>
            </a:xfrm>
            <a:custGeom>
              <a:avLst/>
              <a:gdLst/>
              <a:ahLst/>
              <a:cxnLst/>
              <a:rect r="r" b="b" t="t" l="l"/>
              <a:pathLst>
                <a:path h="459740" w="15550769">
                  <a:moveTo>
                    <a:pt x="0" y="0"/>
                  </a:moveTo>
                  <a:lnTo>
                    <a:pt x="15550769" y="0"/>
                  </a:lnTo>
                  <a:lnTo>
                    <a:pt x="15550769" y="459740"/>
                  </a:lnTo>
                  <a:lnTo>
                    <a:pt x="0" y="459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8624" r="0" b="-608624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48788" y="9149744"/>
            <a:ext cx="15910512" cy="496893"/>
            <a:chOff x="0" y="0"/>
            <a:chExt cx="21214016" cy="662524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214017" cy="662520"/>
            </a:xfrm>
            <a:custGeom>
              <a:avLst/>
              <a:gdLst/>
              <a:ahLst/>
              <a:cxnLst/>
              <a:rect r="r" b="b" t="t" l="l"/>
              <a:pathLst>
                <a:path h="662520" w="21214017">
                  <a:moveTo>
                    <a:pt x="0" y="0"/>
                  </a:moveTo>
                  <a:lnTo>
                    <a:pt x="21214017" y="0"/>
                  </a:lnTo>
                  <a:lnTo>
                    <a:pt x="21214017" y="662520"/>
                  </a:lnTo>
                  <a:lnTo>
                    <a:pt x="0" y="662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9064" r="26695" b="-395645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85725"/>
              <a:ext cx="21214016" cy="748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Mẹo: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Biểu mẫu có thể được chèn ở bất kỳ vị trí nào trên trang web, thường đặt ở cuối trang để thu thập ý kiến phản hồi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421329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Kết quả sau khi nhúng biểu mẫu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28775"/>
            <a:ext cx="5529262" cy="2943225"/>
            <a:chOff x="0" y="0"/>
            <a:chExt cx="7372350" cy="3924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1500" y="1628775"/>
            <a:ext cx="5529262" cy="57150"/>
            <a:chOff x="0" y="0"/>
            <a:chExt cx="737235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76436" y="1943100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122895" y="218598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92956" y="3028950"/>
            <a:ext cx="5086350" cy="425510"/>
            <a:chOff x="0" y="0"/>
            <a:chExt cx="6781800" cy="56734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92956" y="2978944"/>
            <a:ext cx="5086350" cy="587654"/>
            <a:chOff x="0" y="0"/>
            <a:chExt cx="6781800" cy="7835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Trang web đã chèn biểu mẫu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0100" y="3543300"/>
            <a:ext cx="5072062" cy="757199"/>
            <a:chOff x="0" y="0"/>
            <a:chExt cx="6762750" cy="1009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27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25" r="0" b="-8041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0100" y="3479006"/>
            <a:ext cx="5072062" cy="1003249"/>
            <a:chOff x="0" y="0"/>
            <a:chExt cx="6762750" cy="1337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2749" cy="1337665"/>
            </a:xfrm>
            <a:custGeom>
              <a:avLst/>
              <a:gdLst/>
              <a:ahLst/>
              <a:cxnLst/>
              <a:rect r="r" b="b" t="t" l="l"/>
              <a:pathLst>
                <a:path h="13376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5"/>
                  </a:lnTo>
                  <a:lnTo>
                    <a:pt x="0" y="13376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67" r="0" b="-394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Trang web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"Việt Nam vẻ đẹp tiềm ẩn"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hiển thị biểu mẫu khảo sát ở cuối trang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1693" y="1628775"/>
            <a:ext cx="5529262" cy="2943225"/>
            <a:chOff x="0" y="0"/>
            <a:chExt cx="7372350" cy="39243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81693" y="1628775"/>
            <a:ext cx="5529262" cy="57150"/>
            <a:chOff x="0" y="0"/>
            <a:chExt cx="737235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86619" y="194310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933078" y="218598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603149" y="3028950"/>
            <a:ext cx="5086350" cy="425510"/>
            <a:chOff x="0" y="0"/>
            <a:chExt cx="6781800" cy="56734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03149" y="2978944"/>
            <a:ext cx="5086350" cy="587654"/>
            <a:chOff x="0" y="0"/>
            <a:chExt cx="6781800" cy="7835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hiển thị đầy đủ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10293" y="3543300"/>
            <a:ext cx="5072062" cy="757199"/>
            <a:chOff x="0" y="0"/>
            <a:chExt cx="6762750" cy="10095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627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25" r="0" b="-8041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10293" y="3479006"/>
            <a:ext cx="5072062" cy="1003249"/>
            <a:chOff x="0" y="0"/>
            <a:chExt cx="6762750" cy="13376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62749" cy="1337665"/>
            </a:xfrm>
            <a:custGeom>
              <a:avLst/>
              <a:gdLst/>
              <a:ahLst/>
              <a:cxnLst/>
              <a:rect r="r" b="b" t="t" l="l"/>
              <a:pathLst>
                <a:path h="13376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5"/>
                  </a:lnTo>
                  <a:lnTo>
                    <a:pt x="0" y="13376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67" r="0" b="-394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Ngườ truy cập có thể nhập phản hồi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trực tiếp trên trang web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91886" y="1628775"/>
            <a:ext cx="5529262" cy="2943225"/>
            <a:chOff x="0" y="0"/>
            <a:chExt cx="7372350" cy="39243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72350" cy="3924300"/>
            </a:xfrm>
            <a:custGeom>
              <a:avLst/>
              <a:gdLst/>
              <a:ahLst/>
              <a:cxnLst/>
              <a:rect r="r" b="b" t="t" l="l"/>
              <a:pathLst>
                <a:path h="39243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695700"/>
                  </a:lnTo>
                  <a:cubicBezTo>
                    <a:pt x="7372350" y="3821938"/>
                    <a:pt x="7269988" y="3924300"/>
                    <a:pt x="7143750" y="3924300"/>
                  </a:cubicBezTo>
                  <a:lnTo>
                    <a:pt x="228600" y="3924300"/>
                  </a:lnTo>
                  <a:cubicBezTo>
                    <a:pt x="102362" y="3924300"/>
                    <a:pt x="0" y="3821938"/>
                    <a:pt x="0" y="36957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91886" y="1628775"/>
            <a:ext cx="5529262" cy="57150"/>
            <a:chOff x="0" y="0"/>
            <a:chExt cx="7372350" cy="76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496993" y="1943100"/>
            <a:ext cx="914400" cy="914400"/>
            <a:chOff x="0" y="0"/>
            <a:chExt cx="1219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4770237" y="2185988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6" y="0"/>
                </a:lnTo>
                <a:lnTo>
                  <a:pt x="375046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92" t="0" r="-794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413332" y="3028950"/>
            <a:ext cx="5086350" cy="425510"/>
            <a:chOff x="0" y="0"/>
            <a:chExt cx="6781800" cy="567347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81800" cy="567309"/>
            </a:xfrm>
            <a:custGeom>
              <a:avLst/>
              <a:gdLst/>
              <a:ahLst/>
              <a:cxnLst/>
              <a:rect r="r" b="b" t="t" l="l"/>
              <a:pathLst>
                <a:path h="56730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2764" r="0" b="-18277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413332" y="2978944"/>
            <a:ext cx="5086350" cy="587654"/>
            <a:chOff x="0" y="0"/>
            <a:chExt cx="6781800" cy="7835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81800" cy="783539"/>
            </a:xfrm>
            <a:custGeom>
              <a:avLst/>
              <a:gdLst/>
              <a:ahLst/>
              <a:cxnLst/>
              <a:rect r="r" b="b" t="t" l="l"/>
              <a:pathLst>
                <a:path h="783539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190" r="0" b="-10910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67818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được lưu lại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20486" y="3543300"/>
            <a:ext cx="5072062" cy="757199"/>
            <a:chOff x="0" y="0"/>
            <a:chExt cx="6762750" cy="10095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62750" cy="1009650"/>
            </a:xfrm>
            <a:custGeom>
              <a:avLst/>
              <a:gdLst/>
              <a:ahLst/>
              <a:cxnLst/>
              <a:rect r="r" b="b" t="t" l="l"/>
              <a:pathLst>
                <a:path h="1009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1009650"/>
                  </a:lnTo>
                  <a:lnTo>
                    <a:pt x="0" y="100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425" r="0" b="-80418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420486" y="3479006"/>
            <a:ext cx="5072062" cy="1003249"/>
            <a:chOff x="0" y="0"/>
            <a:chExt cx="6762750" cy="13376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62749" cy="1337665"/>
            </a:xfrm>
            <a:custGeom>
              <a:avLst/>
              <a:gdLst/>
              <a:ahLst/>
              <a:cxnLst/>
              <a:rect r="r" b="b" t="t" l="l"/>
              <a:pathLst>
                <a:path h="13376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5"/>
                  </a:lnTo>
                  <a:lnTo>
                    <a:pt x="0" y="13376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7567" r="0" b="-3945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Thông tin phản hồi được lưu trong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Forms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thống kê và phân tích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71500" y="4800600"/>
            <a:ext cx="17145000" cy="2628900"/>
            <a:chOff x="0" y="0"/>
            <a:chExt cx="22860000" cy="3505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8600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3276600"/>
                  </a:lnTo>
                  <a:cubicBezTo>
                    <a:pt x="22860000" y="3402838"/>
                    <a:pt x="22757637" y="3505200"/>
                    <a:pt x="22631400" y="3505200"/>
                  </a:cubicBezTo>
                  <a:lnTo>
                    <a:pt x="228600" y="3505200"/>
                  </a:lnTo>
                  <a:cubicBezTo>
                    <a:pt x="102362" y="3505200"/>
                    <a:pt x="0" y="3402838"/>
                    <a:pt x="0" y="3276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900112" y="514331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285875" y="5086350"/>
            <a:ext cx="16316325" cy="563918"/>
            <a:chOff x="0" y="0"/>
            <a:chExt cx="21755100" cy="7518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85875" y="5064919"/>
            <a:ext cx="16316325" cy="585349"/>
            <a:chOff x="0" y="0"/>
            <a:chExt cx="21755100" cy="7804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Quy trình hoạt động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311003" y="5771969"/>
            <a:ext cx="914400" cy="914400"/>
            <a:chOff x="0" y="0"/>
            <a:chExt cx="121920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628852" y="6063053"/>
            <a:ext cx="278702" cy="337661"/>
            <a:chOff x="0" y="0"/>
            <a:chExt cx="371602" cy="45021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1602" cy="450215"/>
            </a:xfrm>
            <a:custGeom>
              <a:avLst/>
              <a:gdLst/>
              <a:ahLst/>
              <a:cxnLst/>
              <a:rect r="r" b="b" t="t" l="l"/>
              <a:pathLst>
                <a:path h="450215" w="371602">
                  <a:moveTo>
                    <a:pt x="185801" y="214376"/>
                  </a:moveTo>
                  <a:cubicBezTo>
                    <a:pt x="244983" y="214376"/>
                    <a:pt x="292989" y="166370"/>
                    <a:pt x="292989" y="107188"/>
                  </a:cubicBezTo>
                  <a:cubicBezTo>
                    <a:pt x="292989" y="48006"/>
                    <a:pt x="244983" y="0"/>
                    <a:pt x="185801" y="0"/>
                  </a:cubicBezTo>
                  <a:cubicBezTo>
                    <a:pt x="126619" y="0"/>
                    <a:pt x="78613" y="48006"/>
                    <a:pt x="78613" y="107188"/>
                  </a:cubicBezTo>
                  <a:cubicBezTo>
                    <a:pt x="78613" y="166370"/>
                    <a:pt x="126619" y="214376"/>
                    <a:pt x="185801" y="214376"/>
                  </a:cubicBezTo>
                  <a:close/>
                  <a:moveTo>
                    <a:pt x="159258" y="264414"/>
                  </a:moveTo>
                  <a:cubicBezTo>
                    <a:pt x="71247" y="264414"/>
                    <a:pt x="0" y="335661"/>
                    <a:pt x="0" y="423672"/>
                  </a:cubicBezTo>
                  <a:cubicBezTo>
                    <a:pt x="0" y="438277"/>
                    <a:pt x="11938" y="450215"/>
                    <a:pt x="26543" y="450215"/>
                  </a:cubicBezTo>
                  <a:lnTo>
                    <a:pt x="345059" y="450215"/>
                  </a:lnTo>
                  <a:cubicBezTo>
                    <a:pt x="359664" y="450215"/>
                    <a:pt x="371602" y="438277"/>
                    <a:pt x="371602" y="423672"/>
                  </a:cubicBezTo>
                  <a:cubicBezTo>
                    <a:pt x="371602" y="335661"/>
                    <a:pt x="300355" y="264414"/>
                    <a:pt x="212344" y="264414"/>
                  </a:cubicBezTo>
                  <a:lnTo>
                    <a:pt x="159258" y="26441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00100" y="6800669"/>
            <a:ext cx="3943350" cy="375056"/>
            <a:chOff x="0" y="0"/>
            <a:chExt cx="5257800" cy="50007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5257800" cy="500126"/>
            </a:xfrm>
            <a:custGeom>
              <a:avLst/>
              <a:gdLst/>
              <a:ahLst/>
              <a:cxnLst/>
              <a:rect r="r" b="b" t="t" l="l"/>
              <a:pathLst>
                <a:path h="500126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07" r="0" b="-154697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00100" y="6750663"/>
            <a:ext cx="3943350" cy="496900"/>
            <a:chOff x="0" y="0"/>
            <a:chExt cx="5257800" cy="66253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57800" cy="662533"/>
            </a:xfrm>
            <a:custGeom>
              <a:avLst/>
              <a:gdLst/>
              <a:ahLst/>
              <a:cxnLst/>
              <a:rect r="r" b="b" t="t" l="l"/>
              <a:pathLst>
                <a:path h="662533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859" r="0" b="-97402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85725"/>
              <a:ext cx="52578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Người dùng truy cập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4722019" y="6329086"/>
            <a:ext cx="342900" cy="257366"/>
            <a:chOff x="0" y="0"/>
            <a:chExt cx="457200" cy="34315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57200" cy="343154"/>
            </a:xfrm>
            <a:custGeom>
              <a:avLst/>
              <a:gdLst/>
              <a:ahLst/>
              <a:cxnLst/>
              <a:rect r="r" b="b" t="t" l="l"/>
              <a:pathLst>
                <a:path h="343154" w="457200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561534" y="5771969"/>
            <a:ext cx="914400" cy="914400"/>
            <a:chOff x="0" y="0"/>
            <a:chExt cx="1219200" cy="12192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81" id="81"/>
          <p:cNvSpPr/>
          <p:nvPr/>
        </p:nvSpPr>
        <p:spPr>
          <a:xfrm flipH="false" flipV="false" rot="0">
            <a:off x="6847284" y="605771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2" id="82"/>
          <p:cNvGrpSpPr/>
          <p:nvPr/>
        </p:nvGrpSpPr>
        <p:grpSpPr>
          <a:xfrm rot="0">
            <a:off x="5050631" y="6800669"/>
            <a:ext cx="3943350" cy="375056"/>
            <a:chOff x="0" y="0"/>
            <a:chExt cx="5257800" cy="5000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257800" cy="500126"/>
            </a:xfrm>
            <a:custGeom>
              <a:avLst/>
              <a:gdLst/>
              <a:ahLst/>
              <a:cxnLst/>
              <a:rect r="r" b="b" t="t" l="l"/>
              <a:pathLst>
                <a:path h="500126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07" r="0" b="-15469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5050631" y="6750663"/>
            <a:ext cx="3943350" cy="496900"/>
            <a:chOff x="0" y="0"/>
            <a:chExt cx="5257800" cy="66253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257800" cy="662533"/>
            </a:xfrm>
            <a:custGeom>
              <a:avLst/>
              <a:gdLst/>
              <a:ahLst/>
              <a:cxnLst/>
              <a:rect r="r" b="b" t="t" l="l"/>
              <a:pathLst>
                <a:path h="662533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859" r="0" b="-9740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85725"/>
              <a:ext cx="52578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Điền biểu mẫu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8972550" y="6329086"/>
            <a:ext cx="342900" cy="257366"/>
            <a:chOff x="0" y="0"/>
            <a:chExt cx="457200" cy="34315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200" cy="343154"/>
            </a:xfrm>
            <a:custGeom>
              <a:avLst/>
              <a:gdLst/>
              <a:ahLst/>
              <a:cxnLst/>
              <a:rect r="r" b="b" t="t" l="l"/>
              <a:pathLst>
                <a:path h="343154" w="457200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812066" y="5771969"/>
            <a:ext cx="914400" cy="914400"/>
            <a:chOff x="0" y="0"/>
            <a:chExt cx="1219200" cy="12192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91" id="91"/>
          <p:cNvSpPr/>
          <p:nvPr/>
        </p:nvSpPr>
        <p:spPr>
          <a:xfrm flipH="false" flipV="false" rot="0">
            <a:off x="11076384" y="6057719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9301162" y="6800669"/>
            <a:ext cx="3943350" cy="375056"/>
            <a:chOff x="0" y="0"/>
            <a:chExt cx="5257800" cy="5000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57800" cy="500126"/>
            </a:xfrm>
            <a:custGeom>
              <a:avLst/>
              <a:gdLst/>
              <a:ahLst/>
              <a:cxnLst/>
              <a:rect r="r" b="b" t="t" l="l"/>
              <a:pathLst>
                <a:path h="500126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07" r="0" b="-154697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301162" y="6750663"/>
            <a:ext cx="3943350" cy="496900"/>
            <a:chOff x="0" y="0"/>
            <a:chExt cx="5257800" cy="66253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257800" cy="662533"/>
            </a:xfrm>
            <a:custGeom>
              <a:avLst/>
              <a:gdLst/>
              <a:ahLst/>
              <a:cxnLst/>
              <a:rect r="r" b="b" t="t" l="l"/>
              <a:pathLst>
                <a:path h="662533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859" r="0" b="-9740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85725"/>
              <a:ext cx="52578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Gửi phản hồi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223081" y="6329086"/>
            <a:ext cx="342900" cy="257366"/>
            <a:chOff x="0" y="0"/>
            <a:chExt cx="457200" cy="34315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57200" cy="343154"/>
            </a:xfrm>
            <a:custGeom>
              <a:avLst/>
              <a:gdLst/>
              <a:ahLst/>
              <a:cxnLst/>
              <a:rect r="r" b="b" t="t" l="l"/>
              <a:pathLst>
                <a:path h="343154" w="457200">
                  <a:moveTo>
                    <a:pt x="448818" y="191770"/>
                  </a:moveTo>
                  <a:cubicBezTo>
                    <a:pt x="459994" y="180594"/>
                    <a:pt x="459994" y="162433"/>
                    <a:pt x="448818" y="151257"/>
                  </a:cubicBezTo>
                  <a:lnTo>
                    <a:pt x="305943" y="8382"/>
                  </a:lnTo>
                  <a:cubicBezTo>
                    <a:pt x="294767" y="-2794"/>
                    <a:pt x="276606" y="-2794"/>
                    <a:pt x="265430" y="8382"/>
                  </a:cubicBezTo>
                  <a:cubicBezTo>
                    <a:pt x="254254" y="19558"/>
                    <a:pt x="254254" y="37719"/>
                    <a:pt x="265430" y="48895"/>
                  </a:cubicBezTo>
                  <a:lnTo>
                    <a:pt x="359537" y="143002"/>
                  </a:lnTo>
                  <a:lnTo>
                    <a:pt x="28575" y="143002"/>
                  </a:lnTo>
                  <a:cubicBezTo>
                    <a:pt x="12827" y="143002"/>
                    <a:pt x="0" y="155829"/>
                    <a:pt x="0" y="171577"/>
                  </a:cubicBezTo>
                  <a:cubicBezTo>
                    <a:pt x="0" y="187325"/>
                    <a:pt x="12827" y="200152"/>
                    <a:pt x="28575" y="200152"/>
                  </a:cubicBezTo>
                  <a:lnTo>
                    <a:pt x="359537" y="200152"/>
                  </a:lnTo>
                  <a:lnTo>
                    <a:pt x="265430" y="294259"/>
                  </a:lnTo>
                  <a:cubicBezTo>
                    <a:pt x="254254" y="305435"/>
                    <a:pt x="254254" y="323596"/>
                    <a:pt x="265430" y="334772"/>
                  </a:cubicBezTo>
                  <a:cubicBezTo>
                    <a:pt x="276606" y="345948"/>
                    <a:pt x="294767" y="345948"/>
                    <a:pt x="305943" y="334772"/>
                  </a:cubicBezTo>
                  <a:lnTo>
                    <a:pt x="448818" y="191897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5062597" y="5771969"/>
            <a:ext cx="914400" cy="914400"/>
            <a:chOff x="0" y="0"/>
            <a:chExt cx="1219200" cy="12192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15348347" y="605771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13551694" y="6800669"/>
            <a:ext cx="3943350" cy="375056"/>
            <a:chOff x="0" y="0"/>
            <a:chExt cx="5257800" cy="50007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257800" cy="500126"/>
            </a:xfrm>
            <a:custGeom>
              <a:avLst/>
              <a:gdLst/>
              <a:ahLst/>
              <a:cxnLst/>
              <a:rect r="r" b="b" t="t" l="l"/>
              <a:pathLst>
                <a:path h="500126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707" r="0" b="-154697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551694" y="6750663"/>
            <a:ext cx="3943350" cy="496900"/>
            <a:chOff x="0" y="0"/>
            <a:chExt cx="5257800" cy="66253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257800" cy="662533"/>
            </a:xfrm>
            <a:custGeom>
              <a:avLst/>
              <a:gdLst/>
              <a:ahLst/>
              <a:cxnLst/>
              <a:rect r="r" b="b" t="t" l="l"/>
              <a:pathLst>
                <a:path h="662533" w="5257800">
                  <a:moveTo>
                    <a:pt x="0" y="0"/>
                  </a:moveTo>
                  <a:lnTo>
                    <a:pt x="5257800" y="0"/>
                  </a:lnTo>
                  <a:lnTo>
                    <a:pt x="52578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859" r="0" b="-9740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85725"/>
              <a:ext cx="52578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được lưu trữ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571500" y="7657919"/>
            <a:ext cx="17145000" cy="857250"/>
            <a:chOff x="0" y="0"/>
            <a:chExt cx="22860000" cy="11430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286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914400"/>
                  </a:lnTo>
                  <a:cubicBezTo>
                    <a:pt x="22860000" y="1040511"/>
                    <a:pt x="22757512" y="1143000"/>
                    <a:pt x="22631400" y="1143000"/>
                  </a:cubicBezTo>
                  <a:lnTo>
                    <a:pt x="228600" y="1143000"/>
                  </a:lnTo>
                  <a:cubicBezTo>
                    <a:pt x="102489" y="1143000"/>
                    <a:pt x="0" y="1040511"/>
                    <a:pt x="0" y="914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735773" y="8010115"/>
            <a:ext cx="257127" cy="192976"/>
            <a:chOff x="0" y="0"/>
            <a:chExt cx="342836" cy="25730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63"/>
              <a:ext cx="342836" cy="257302"/>
            </a:xfrm>
            <a:custGeom>
              <a:avLst/>
              <a:gdLst/>
              <a:ahLst/>
              <a:cxnLst/>
              <a:rect r="r" b="b" t="t" l="l"/>
              <a:pathLst>
                <a:path h="257302" w="342836">
                  <a:moveTo>
                    <a:pt x="336550" y="143701"/>
                  </a:moveTo>
                  <a:cubicBezTo>
                    <a:pt x="344932" y="135319"/>
                    <a:pt x="344932" y="121730"/>
                    <a:pt x="336550" y="113348"/>
                  </a:cubicBezTo>
                  <a:lnTo>
                    <a:pt x="229489" y="6287"/>
                  </a:lnTo>
                  <a:cubicBezTo>
                    <a:pt x="221107" y="-2095"/>
                    <a:pt x="207518" y="-2095"/>
                    <a:pt x="199136" y="6287"/>
                  </a:cubicBezTo>
                  <a:cubicBezTo>
                    <a:pt x="190754" y="14669"/>
                    <a:pt x="190754" y="28258"/>
                    <a:pt x="199136" y="36640"/>
                  </a:cubicBezTo>
                  <a:lnTo>
                    <a:pt x="269748" y="107252"/>
                  </a:lnTo>
                  <a:lnTo>
                    <a:pt x="21463" y="107252"/>
                  </a:lnTo>
                  <a:cubicBezTo>
                    <a:pt x="9525" y="107125"/>
                    <a:pt x="0" y="116777"/>
                    <a:pt x="0" y="128588"/>
                  </a:cubicBezTo>
                  <a:cubicBezTo>
                    <a:pt x="0" y="140399"/>
                    <a:pt x="9525" y="150051"/>
                    <a:pt x="21463" y="150051"/>
                  </a:cubicBezTo>
                  <a:lnTo>
                    <a:pt x="269748" y="150051"/>
                  </a:lnTo>
                  <a:lnTo>
                    <a:pt x="199136" y="220663"/>
                  </a:lnTo>
                  <a:cubicBezTo>
                    <a:pt x="190754" y="229045"/>
                    <a:pt x="190754" y="242634"/>
                    <a:pt x="199136" y="251016"/>
                  </a:cubicBezTo>
                  <a:cubicBezTo>
                    <a:pt x="207518" y="259398"/>
                    <a:pt x="221107" y="259398"/>
                    <a:pt x="229489" y="251016"/>
                  </a:cubicBezTo>
                  <a:lnTo>
                    <a:pt x="336550" y="14382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150144" y="7886519"/>
            <a:ext cx="16402050" cy="425510"/>
            <a:chOff x="0" y="0"/>
            <a:chExt cx="21869400" cy="56734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869400" cy="567309"/>
            </a:xfrm>
            <a:custGeom>
              <a:avLst/>
              <a:gdLst/>
              <a:ahLst/>
              <a:cxnLst/>
              <a:rect r="r" b="b" t="t" l="l"/>
              <a:pathLst>
                <a:path h="567309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0611" r="0" b="-700615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150144" y="7836513"/>
            <a:ext cx="16402050" cy="475517"/>
            <a:chOff x="0" y="0"/>
            <a:chExt cx="21869400" cy="63402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869400" cy="634022"/>
            </a:xfrm>
            <a:custGeom>
              <a:avLst/>
              <a:gdLst/>
              <a:ahLst/>
              <a:cxnLst/>
              <a:rect r="r" b="b" t="t" l="l"/>
              <a:pathLst>
                <a:path h="634022" w="21869400">
                  <a:moveTo>
                    <a:pt x="0" y="0"/>
                  </a:moveTo>
                  <a:lnTo>
                    <a:pt x="21869400" y="0"/>
                  </a:lnTo>
                  <a:lnTo>
                    <a:pt x="21869400" y="634022"/>
                  </a:lnTo>
                  <a:lnTo>
                    <a:pt x="0" y="63402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2100" r="0" b="-62210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66675"/>
              <a:ext cx="21869400" cy="7006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Tiếp theo: Tìm hiểu cách xem và thống kê dữ liệu phản hồi từ biểu mẫu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cdn.marketing123.123formbuilder.com/5152fdd2298ecda70dc9d4db63808fe3c247d827.webp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12116" r="0" b="-1211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95000"/>
                  </a:srgbClr>
                </a:gs>
                <a:gs pos="100000">
                  <a:srgbClr val="34A853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432447"/>
            <a:ext cx="3071812" cy="628650"/>
            <a:chOff x="0" y="0"/>
            <a:chExt cx="40957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95750" cy="838200"/>
            </a:xfrm>
            <a:custGeom>
              <a:avLst/>
              <a:gdLst/>
              <a:ahLst/>
              <a:cxnLst/>
              <a:rect r="r" b="b" t="t" l="l"/>
              <a:pathLst>
                <a:path h="838200" w="4095750">
                  <a:moveTo>
                    <a:pt x="419100" y="0"/>
                  </a:moveTo>
                  <a:lnTo>
                    <a:pt x="3676650" y="0"/>
                  </a:lnTo>
                  <a:cubicBezTo>
                    <a:pt x="3907917" y="0"/>
                    <a:pt x="4095750" y="187833"/>
                    <a:pt x="4095750" y="419100"/>
                  </a:cubicBezTo>
                  <a:cubicBezTo>
                    <a:pt x="4095750" y="650367"/>
                    <a:pt x="3907917" y="838200"/>
                    <a:pt x="36766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558177"/>
            <a:ext cx="2534069" cy="472154"/>
            <a:chOff x="0" y="0"/>
            <a:chExt cx="3378759" cy="629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78708" cy="629539"/>
            </a:xfrm>
            <a:custGeom>
              <a:avLst/>
              <a:gdLst/>
              <a:ahLst/>
              <a:cxnLst/>
              <a:rect r="r" b="b" t="t" l="l"/>
              <a:pathLst>
                <a:path h="629539" w="3378708">
                  <a:moveTo>
                    <a:pt x="0" y="0"/>
                  </a:moveTo>
                  <a:lnTo>
                    <a:pt x="3378708" y="0"/>
                  </a:lnTo>
                  <a:lnTo>
                    <a:pt x="3378708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504" r="-1" b="-5450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3632597"/>
            <a:ext cx="17487900" cy="1133932"/>
            <a:chOff x="0" y="0"/>
            <a:chExt cx="23317200" cy="15119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317200" cy="1511935"/>
            </a:xfrm>
            <a:custGeom>
              <a:avLst/>
              <a:gdLst/>
              <a:ahLst/>
              <a:cxnLst/>
              <a:rect r="r" b="b" t="t" l="l"/>
              <a:pathLst>
                <a:path h="1511935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511935"/>
                  </a:lnTo>
                  <a:lnTo>
                    <a:pt x="0" y="1511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0292" r="0" b="-25028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3639741"/>
            <a:ext cx="17487900" cy="1126788"/>
            <a:chOff x="0" y="0"/>
            <a:chExt cx="23317200" cy="150238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17200" cy="1502384"/>
            </a:xfrm>
            <a:custGeom>
              <a:avLst/>
              <a:gdLst/>
              <a:ahLst/>
              <a:cxnLst/>
              <a:rect r="r" b="b" t="t" l="l"/>
              <a:pathLst>
                <a:path h="1502384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1502384"/>
                  </a:lnTo>
                  <a:lnTo>
                    <a:pt x="0" y="15023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2410" r="0" b="-25241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3317200" cy="1492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THỐNG KÊ PHẢN HỒI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4832747"/>
            <a:ext cx="2286000" cy="57150"/>
            <a:chOff x="0" y="0"/>
            <a:chExt cx="30480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71500" y="5347097"/>
            <a:ext cx="11187112" cy="1419749"/>
            <a:chOff x="0" y="0"/>
            <a:chExt cx="14916150" cy="18929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16150" cy="1893062"/>
            </a:xfrm>
            <a:custGeom>
              <a:avLst/>
              <a:gdLst/>
              <a:ahLst/>
              <a:cxnLst/>
              <a:rect r="r" b="b" t="t" l="l"/>
              <a:pathLst>
                <a:path h="1893062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1893062"/>
                  </a:lnTo>
                  <a:lnTo>
                    <a:pt x="0" y="18930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3424" r="0" b="-103421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71500" y="5232797"/>
            <a:ext cx="11187112" cy="1534049"/>
            <a:chOff x="0" y="0"/>
            <a:chExt cx="14916150" cy="20453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16150" cy="2045399"/>
            </a:xfrm>
            <a:custGeom>
              <a:avLst/>
              <a:gdLst/>
              <a:ahLst/>
              <a:cxnLst/>
              <a:rect r="r" b="b" t="t" l="l"/>
              <a:pathLst>
                <a:path h="2045399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2045399"/>
                  </a:lnTo>
                  <a:lnTo>
                    <a:pt x="0" y="20453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2095" r="0" b="-9209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14916150" cy="21977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Tìm hiểu thao tác xem và phân tích dữ liệu phản hồi từ biểu mẫu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5881" y="7440216"/>
            <a:ext cx="2271712" cy="472154"/>
            <a:chOff x="0" y="0"/>
            <a:chExt cx="3028950" cy="629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28950" cy="629539"/>
            </a:xfrm>
            <a:custGeom>
              <a:avLst/>
              <a:gdLst/>
              <a:ahLst/>
              <a:cxnLst/>
              <a:rect r="r" b="b" t="t" l="l"/>
              <a:pathLst>
                <a:path h="629539" w="3028950">
                  <a:moveTo>
                    <a:pt x="0" y="0"/>
                  </a:moveTo>
                  <a:lnTo>
                    <a:pt x="3028950" y="0"/>
                  </a:lnTo>
                  <a:lnTo>
                    <a:pt x="3028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685" r="0" b="-4368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bước xem dữ liệu phản hồi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00200"/>
            <a:ext cx="914400" cy="914400"/>
            <a:chOff x="0" y="0"/>
            <a:chExt cx="1219200" cy="1219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5775" y="1600200"/>
            <a:ext cx="1085850" cy="914400"/>
            <a:chOff x="0" y="0"/>
            <a:chExt cx="14478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775" y="1578769"/>
            <a:ext cx="1085850" cy="935831"/>
            <a:chOff x="0" y="0"/>
            <a:chExt cx="1447800" cy="12477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00125" y="2628900"/>
            <a:ext cx="57150" cy="914400"/>
            <a:chOff x="0" y="0"/>
            <a:chExt cx="762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>
                <a:alpha val="78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00225" y="1600200"/>
            <a:ext cx="15916275" cy="1457325"/>
            <a:chOff x="0" y="0"/>
            <a:chExt cx="21221700" cy="1943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800225" y="1600200"/>
            <a:ext cx="57150" cy="1457325"/>
            <a:chOff x="0" y="0"/>
            <a:chExt cx="76200" cy="1943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114550" y="1885950"/>
            <a:ext cx="15459075" cy="472154"/>
            <a:chOff x="0" y="0"/>
            <a:chExt cx="20612100" cy="629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085975" y="1550937"/>
            <a:ext cx="15459075" cy="670027"/>
            <a:chOff x="0" y="0"/>
            <a:chExt cx="20612100" cy="89336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Mở biểu mẫu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14550" y="2400300"/>
            <a:ext cx="15430500" cy="376199"/>
            <a:chOff x="0" y="0"/>
            <a:chExt cx="20574000" cy="50159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114550" y="2336006"/>
            <a:ext cx="15430500" cy="583082"/>
            <a:chOff x="0" y="0"/>
            <a:chExt cx="20574000" cy="77744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Mở ứng dụng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Google Forms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và mở lại biểu mẫu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"Ý kiến phản hồi của bạn"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71500" y="3771900"/>
            <a:ext cx="914400" cy="914400"/>
            <a:chOff x="0" y="0"/>
            <a:chExt cx="1219200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85775" y="3771900"/>
            <a:ext cx="1085850" cy="914400"/>
            <a:chOff x="0" y="0"/>
            <a:chExt cx="14478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85775" y="3750469"/>
            <a:ext cx="1085850" cy="935831"/>
            <a:chOff x="0" y="0"/>
            <a:chExt cx="1447800" cy="12477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000125" y="4800600"/>
            <a:ext cx="57150" cy="914400"/>
            <a:chOff x="0" y="0"/>
            <a:chExt cx="76200" cy="12192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4A853">
                <a:alpha val="784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800225" y="3771900"/>
            <a:ext cx="15916275" cy="1457325"/>
            <a:chOff x="0" y="0"/>
            <a:chExt cx="21221700" cy="1943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800225" y="3771900"/>
            <a:ext cx="57150" cy="1457325"/>
            <a:chOff x="0" y="0"/>
            <a:chExt cx="76200" cy="1943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2114550" y="4057650"/>
            <a:ext cx="15459075" cy="472154"/>
            <a:chOff x="0" y="0"/>
            <a:chExt cx="20612100" cy="62953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085975" y="3722637"/>
            <a:ext cx="15459075" cy="670027"/>
            <a:chOff x="0" y="0"/>
            <a:chExt cx="20612100" cy="893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Quan sát số lượng câu trả lời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14550" y="4572000"/>
            <a:ext cx="15430500" cy="376199"/>
            <a:chOff x="0" y="0"/>
            <a:chExt cx="20574000" cy="50159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114550" y="4507706"/>
            <a:ext cx="15430500" cy="583082"/>
            <a:chOff x="0" y="0"/>
            <a:chExt cx="20574000" cy="7774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Quan sát thông tin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số lượng câu trả lời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của biểu mẫu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71500" y="5943600"/>
            <a:ext cx="914400" cy="914400"/>
            <a:chOff x="0" y="0"/>
            <a:chExt cx="1219200" cy="12192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85775" y="5943600"/>
            <a:ext cx="1085850" cy="914400"/>
            <a:chOff x="0" y="0"/>
            <a:chExt cx="14478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85775" y="5922169"/>
            <a:ext cx="1085850" cy="935831"/>
            <a:chOff x="0" y="0"/>
            <a:chExt cx="1447800" cy="124777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00125" y="6972300"/>
            <a:ext cx="57150" cy="914400"/>
            <a:chOff x="0" y="0"/>
            <a:chExt cx="762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>
                <a:alpha val="784"/>
              </a:srgbClr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800225" y="5943600"/>
            <a:ext cx="15916275" cy="1457325"/>
            <a:chOff x="0" y="0"/>
            <a:chExt cx="21221700" cy="19431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800225" y="5943600"/>
            <a:ext cx="57150" cy="1457325"/>
            <a:chOff x="0" y="0"/>
            <a:chExt cx="76200" cy="19431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2114550" y="6229350"/>
            <a:ext cx="15459075" cy="472154"/>
            <a:chOff x="0" y="0"/>
            <a:chExt cx="20612100" cy="6295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085975" y="5894337"/>
            <a:ext cx="15459075" cy="670027"/>
            <a:chOff x="0" y="0"/>
            <a:chExt cx="20612100" cy="8933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 phản hồi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2114550" y="6743700"/>
            <a:ext cx="15430500" cy="376199"/>
            <a:chOff x="0" y="0"/>
            <a:chExt cx="20574000" cy="50159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2114550" y="6679406"/>
            <a:ext cx="15430500" cy="583082"/>
            <a:chOff x="0" y="0"/>
            <a:chExt cx="20574000" cy="77744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mục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"Câu trả lời (Responses)"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xem dữ liệu phản hồi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71500" y="8115300"/>
            <a:ext cx="914400" cy="914400"/>
            <a:chOff x="0" y="0"/>
            <a:chExt cx="121920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485775" y="8115300"/>
            <a:ext cx="1085850" cy="914400"/>
            <a:chOff x="0" y="0"/>
            <a:chExt cx="1447800" cy="12192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447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120" t="0" r="-58120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85775" y="8093869"/>
            <a:ext cx="1085850" cy="935831"/>
            <a:chOff x="0" y="0"/>
            <a:chExt cx="1447800" cy="124777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447800" cy="1247775"/>
            </a:xfrm>
            <a:custGeom>
              <a:avLst/>
              <a:gdLst/>
              <a:ahLst/>
              <a:cxnLst/>
              <a:rect r="r" b="b" t="t" l="l"/>
              <a:pathLst>
                <a:path h="1247775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247775"/>
                  </a:lnTo>
                  <a:lnTo>
                    <a:pt x="0" y="12477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0577" t="0" r="-6057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28575"/>
              <a:ext cx="1447800" cy="1276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64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800225" y="8115300"/>
            <a:ext cx="15916275" cy="1457325"/>
            <a:chOff x="0" y="0"/>
            <a:chExt cx="21221700" cy="19431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12217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1221700">
                  <a:moveTo>
                    <a:pt x="76200" y="0"/>
                  </a:moveTo>
                  <a:lnTo>
                    <a:pt x="20993100" y="0"/>
                  </a:lnTo>
                  <a:cubicBezTo>
                    <a:pt x="21119212" y="0"/>
                    <a:pt x="21221700" y="102489"/>
                    <a:pt x="21221700" y="228600"/>
                  </a:cubicBezTo>
                  <a:lnTo>
                    <a:pt x="21221700" y="1714500"/>
                  </a:lnTo>
                  <a:cubicBezTo>
                    <a:pt x="21221700" y="1840611"/>
                    <a:pt x="21119212" y="1943100"/>
                    <a:pt x="209931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800225" y="8115300"/>
            <a:ext cx="57150" cy="1457325"/>
            <a:chOff x="0" y="0"/>
            <a:chExt cx="76200" cy="19431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2114550" y="8401050"/>
            <a:ext cx="15459075" cy="472154"/>
            <a:chOff x="0" y="0"/>
            <a:chExt cx="20612100" cy="62953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6121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7526" r="0" b="-587528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2085975" y="8066037"/>
            <a:ext cx="15459075" cy="670027"/>
            <a:chOff x="0" y="0"/>
            <a:chExt cx="20612100" cy="893369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612100" cy="893368"/>
            </a:xfrm>
            <a:custGeom>
              <a:avLst/>
              <a:gdLst/>
              <a:ahLst/>
              <a:cxnLst/>
              <a:rect r="r" b="b" t="t" l="l"/>
              <a:pathLst>
                <a:path h="893368" w="20612100">
                  <a:moveTo>
                    <a:pt x="0" y="0"/>
                  </a:moveTo>
                  <a:lnTo>
                    <a:pt x="20612100" y="0"/>
                  </a:lnTo>
                  <a:lnTo>
                    <a:pt x="20612100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1132" r="0" b="-387998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76200"/>
              <a:ext cx="20612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trong bảng tính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2114550" y="8915400"/>
            <a:ext cx="15430500" cy="376199"/>
            <a:chOff x="0" y="0"/>
            <a:chExt cx="20574000" cy="50159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5740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8582" r="0" b="-74857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2114550" y="8851106"/>
            <a:ext cx="15430500" cy="583082"/>
            <a:chOff x="0" y="0"/>
            <a:chExt cx="20574000" cy="777443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574000" cy="777442"/>
            </a:xfrm>
            <a:custGeom>
              <a:avLst/>
              <a:gdLst/>
              <a:ahLst/>
              <a:cxnLst/>
              <a:rect r="r" b="b" t="t" l="l"/>
              <a:pathLst>
                <a:path h="777442" w="20574000">
                  <a:moveTo>
                    <a:pt x="0" y="0"/>
                  </a:moveTo>
                  <a:lnTo>
                    <a:pt x="20574000" y="0"/>
                  </a:lnTo>
                  <a:lnTo>
                    <a:pt x="20574000" y="777442"/>
                  </a:lnTo>
                  <a:lnTo>
                    <a:pt x="0" y="7774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7873" r="0" b="-453418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133350"/>
              <a:ext cx="20574000" cy="910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Chọn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"Xem trong trang tính"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để xem toàn bộ dữ liệu phản hồi dưới dạng bảng tính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dạng hiển thị dữ liệu phản hồi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8401050" cy="2062162"/>
            <a:chOff x="0" y="0"/>
            <a:chExt cx="11201400" cy="2749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201400" cy="2749550"/>
            </a:xfrm>
            <a:custGeom>
              <a:avLst/>
              <a:gdLst/>
              <a:ahLst/>
              <a:cxnLst/>
              <a:rect r="r" b="b" t="t" l="l"/>
              <a:pathLst>
                <a:path h="2749550" w="112014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17401"/>
                    <a:pt x="11201400" y="261862"/>
                  </a:cubicBezTo>
                  <a:lnTo>
                    <a:pt x="11201400" y="2487688"/>
                  </a:lnTo>
                  <a:cubicBezTo>
                    <a:pt x="11201400" y="2632149"/>
                    <a:pt x="11098911" y="2749550"/>
                    <a:pt x="10972800" y="2749550"/>
                  </a:cubicBezTo>
                  <a:lnTo>
                    <a:pt x="76200" y="2749550"/>
                  </a:lnTo>
                  <a:cubicBezTo>
                    <a:pt x="34163" y="2749550"/>
                    <a:pt x="0" y="2710416"/>
                    <a:pt x="0" y="2662263"/>
                  </a:cubicBezTo>
                  <a:lnTo>
                    <a:pt x="0" y="87287"/>
                  </a:lnTo>
                  <a:cubicBezTo>
                    <a:pt x="0" y="3913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64407" cy="2028825"/>
            <a:chOff x="0" y="0"/>
            <a:chExt cx="76200" cy="2400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14425" y="208597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71650" y="2028825"/>
            <a:ext cx="2586038" cy="472154"/>
            <a:chOff x="0" y="0"/>
            <a:chExt cx="3448050" cy="6295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48050" cy="629539"/>
            </a:xfrm>
            <a:custGeom>
              <a:avLst/>
              <a:gdLst/>
              <a:ahLst/>
              <a:cxnLst/>
              <a:rect r="r" b="b" t="t" l="l"/>
              <a:pathLst>
                <a:path h="629539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647" r="0" b="-5664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771650" y="1830953"/>
            <a:ext cx="3810122" cy="670027"/>
            <a:chOff x="0" y="0"/>
            <a:chExt cx="5080163" cy="8933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80164" cy="893368"/>
            </a:xfrm>
            <a:custGeom>
              <a:avLst/>
              <a:gdLst/>
              <a:ahLst/>
              <a:cxnLst/>
              <a:rect r="r" b="b" t="t" l="l"/>
              <a:pathLst>
                <a:path h="893368" w="5080164">
                  <a:moveTo>
                    <a:pt x="0" y="0"/>
                  </a:moveTo>
                  <a:lnTo>
                    <a:pt x="5080164" y="0"/>
                  </a:lnTo>
                  <a:lnTo>
                    <a:pt x="5080164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71" r="32127" b="-1363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5080163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Số lượng câu trả lời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4400" y="2743200"/>
            <a:ext cx="7915275" cy="376199"/>
            <a:chOff x="0" y="0"/>
            <a:chExt cx="10553700" cy="501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53700" cy="501650"/>
            </a:xfrm>
            <a:custGeom>
              <a:avLst/>
              <a:gdLst/>
              <a:ahLst/>
              <a:cxnLst/>
              <a:rect r="r" b="b" t="t" l="l"/>
              <a:pathLst>
                <a:path h="50165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45" r="0" b="-35963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678906"/>
            <a:ext cx="7915275" cy="498424"/>
            <a:chOff x="0" y="0"/>
            <a:chExt cx="10553700" cy="6645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553700" cy="664565"/>
            </a:xfrm>
            <a:custGeom>
              <a:avLst/>
              <a:gdLst/>
              <a:ahLst/>
              <a:cxnLst/>
              <a:rect r="r" b="b" t="t" l="l"/>
              <a:pathLst>
                <a:path h="664565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664565"/>
                  </a:lnTo>
                  <a:lnTo>
                    <a:pt x="0" y="66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5245" r="0" b="-25362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1055370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 mẫu hiển thị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số người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đã gửi phản hồi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315450" y="1600200"/>
            <a:ext cx="8401050" cy="2062162"/>
            <a:chOff x="0" y="0"/>
            <a:chExt cx="11201400" cy="27495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01400" cy="2749550"/>
            </a:xfrm>
            <a:custGeom>
              <a:avLst/>
              <a:gdLst/>
              <a:ahLst/>
              <a:cxnLst/>
              <a:rect r="r" b="b" t="t" l="l"/>
              <a:pathLst>
                <a:path h="2749550" w="112014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17401"/>
                    <a:pt x="11201400" y="261862"/>
                  </a:cubicBezTo>
                  <a:lnTo>
                    <a:pt x="11201400" y="2487688"/>
                  </a:lnTo>
                  <a:cubicBezTo>
                    <a:pt x="11201400" y="2632149"/>
                    <a:pt x="11098911" y="2749550"/>
                    <a:pt x="10972800" y="2749550"/>
                  </a:cubicBezTo>
                  <a:lnTo>
                    <a:pt x="76200" y="2749550"/>
                  </a:lnTo>
                  <a:cubicBezTo>
                    <a:pt x="34163" y="2749550"/>
                    <a:pt x="0" y="2710416"/>
                    <a:pt x="0" y="2662263"/>
                  </a:cubicBezTo>
                  <a:lnTo>
                    <a:pt x="0" y="87287"/>
                  </a:lnTo>
                  <a:cubicBezTo>
                    <a:pt x="0" y="39134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308193" y="1600200"/>
            <a:ext cx="64407" cy="2028825"/>
            <a:chOff x="0" y="0"/>
            <a:chExt cx="76200" cy="24003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200" cy="2400300"/>
            </a:xfrm>
            <a:custGeom>
              <a:avLst/>
              <a:gdLst/>
              <a:ahLst/>
              <a:cxnLst/>
              <a:rect r="r" b="b" t="t" l="l"/>
              <a:pathLst>
                <a:path h="2400300" w="76200">
                  <a:moveTo>
                    <a:pt x="76200" y="0"/>
                  </a:moveTo>
                  <a:lnTo>
                    <a:pt x="76200" y="2400300"/>
                  </a:lnTo>
                  <a:cubicBezTo>
                    <a:pt x="34163" y="2400300"/>
                    <a:pt x="0" y="2366137"/>
                    <a:pt x="0" y="23241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629775" y="1885950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811941" y="2085975"/>
            <a:ext cx="321469" cy="285750"/>
          </a:xfrm>
          <a:custGeom>
            <a:avLst/>
            <a:gdLst/>
            <a:ahLst/>
            <a:cxnLst/>
            <a:rect r="r" b="b" t="t" l="l"/>
            <a:pathLst>
              <a:path h="285750" w="321469">
                <a:moveTo>
                  <a:pt x="0" y="0"/>
                </a:moveTo>
                <a:lnTo>
                  <a:pt x="321468" y="0"/>
                </a:lnTo>
                <a:lnTo>
                  <a:pt x="32146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70" t="0" r="-37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0487025" y="2028825"/>
            <a:ext cx="2986088" cy="472154"/>
            <a:chOff x="0" y="0"/>
            <a:chExt cx="3981450" cy="6295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981450" cy="629539"/>
            </a:xfrm>
            <a:custGeom>
              <a:avLst/>
              <a:gdLst/>
              <a:ahLst/>
              <a:cxnLst/>
              <a:rect r="r" b="b" t="t" l="l"/>
              <a:pathLst>
                <a:path h="629539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45" r="0" b="-7314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487025" y="1893837"/>
            <a:ext cx="5151776" cy="670027"/>
            <a:chOff x="0" y="0"/>
            <a:chExt cx="6869034" cy="89336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69035" cy="893368"/>
            </a:xfrm>
            <a:custGeom>
              <a:avLst/>
              <a:gdLst/>
              <a:ahLst/>
              <a:cxnLst/>
              <a:rect r="r" b="b" t="t" l="l"/>
              <a:pathLst>
                <a:path h="893368" w="6869035">
                  <a:moveTo>
                    <a:pt x="0" y="0"/>
                  </a:moveTo>
                  <a:lnTo>
                    <a:pt x="6869035" y="0"/>
                  </a:lnTo>
                  <a:lnTo>
                    <a:pt x="6869035" y="893368"/>
                  </a:lnTo>
                  <a:lnTo>
                    <a:pt x="0" y="8933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405" r="42037" b="-2527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6869034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Thống kê dạng bản tóm tắt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629775" y="2743200"/>
            <a:ext cx="7915275" cy="376199"/>
            <a:chOff x="0" y="0"/>
            <a:chExt cx="10553700" cy="5015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553700" cy="501650"/>
            </a:xfrm>
            <a:custGeom>
              <a:avLst/>
              <a:gdLst/>
              <a:ahLst/>
              <a:cxnLst/>
              <a:rect r="r" b="b" t="t" l="l"/>
              <a:pathLst>
                <a:path h="501650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45" r="0" b="-35963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658350" y="2625776"/>
            <a:ext cx="7915275" cy="1003249"/>
            <a:chOff x="0" y="0"/>
            <a:chExt cx="10553700" cy="13376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553700" cy="1337664"/>
            </a:xfrm>
            <a:custGeom>
              <a:avLst/>
              <a:gdLst/>
              <a:ahLst/>
              <a:cxnLst/>
              <a:rect r="r" b="b" t="t" l="l"/>
              <a:pathLst>
                <a:path h="1337664" w="10553700">
                  <a:moveTo>
                    <a:pt x="0" y="0"/>
                  </a:moveTo>
                  <a:lnTo>
                    <a:pt x="10553700" y="0"/>
                  </a:lnTo>
                  <a:lnTo>
                    <a:pt x="10553700" y="1337664"/>
                  </a:lnTo>
                  <a:lnTo>
                    <a:pt x="0" y="1337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1776" r="0" b="-7568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105537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câu trả lời được tổng hợp và hiển thị dưới dạng thống kê cho mỗi câu hỏi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71500" y="3629025"/>
            <a:ext cx="17145000" cy="2400300"/>
            <a:chOff x="0" y="0"/>
            <a:chExt cx="22860000" cy="3200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600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2971800"/>
                  </a:lnTo>
                  <a:cubicBezTo>
                    <a:pt x="22860000" y="3097911"/>
                    <a:pt x="22757512" y="3200400"/>
                    <a:pt x="22631400" y="3200400"/>
                  </a:cubicBezTo>
                  <a:lnTo>
                    <a:pt x="228600" y="3200400"/>
                  </a:lnTo>
                  <a:cubicBezTo>
                    <a:pt x="102489" y="3200400"/>
                    <a:pt x="0" y="3097911"/>
                    <a:pt x="0" y="29718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892969" y="3971925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14438" y="3914775"/>
            <a:ext cx="16359188" cy="472154"/>
            <a:chOff x="0" y="0"/>
            <a:chExt cx="21812250" cy="62953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812250" cy="629539"/>
            </a:xfrm>
            <a:custGeom>
              <a:avLst/>
              <a:gdLst/>
              <a:ahLst/>
              <a:cxnLst/>
              <a:rect r="r" b="b" t="t" l="l"/>
              <a:pathLst>
                <a:path h="629539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4647" r="0" b="-624647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14438" y="3871912"/>
            <a:ext cx="16359188" cy="582701"/>
            <a:chOff x="0" y="0"/>
            <a:chExt cx="21812250" cy="77693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812250" cy="776935"/>
            </a:xfrm>
            <a:custGeom>
              <a:avLst/>
              <a:gdLst/>
              <a:ahLst/>
              <a:cxnLst/>
              <a:rect r="r" b="b" t="t" l="l"/>
              <a:pathLst>
                <a:path h="776935" w="21812250">
                  <a:moveTo>
                    <a:pt x="0" y="0"/>
                  </a:moveTo>
                  <a:lnTo>
                    <a:pt x="21812250" y="0"/>
                  </a:lnTo>
                  <a:lnTo>
                    <a:pt x="21812250" y="776935"/>
                  </a:lnTo>
                  <a:lnTo>
                    <a:pt x="0" y="776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2845" r="0" b="-491229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21812250" cy="84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799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Thông tin phản hồi chi tiết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1121569" y="4800600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614488" y="4772025"/>
            <a:ext cx="4929188" cy="375056"/>
            <a:chOff x="0" y="0"/>
            <a:chExt cx="6572250" cy="5000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72250" cy="500126"/>
            </a:xfrm>
            <a:custGeom>
              <a:avLst/>
              <a:gdLst/>
              <a:ahLst/>
              <a:cxnLst/>
              <a:rect r="r" b="b" t="t" l="l"/>
              <a:pathLst>
                <a:path h="500126" w="6572250">
                  <a:moveTo>
                    <a:pt x="0" y="0"/>
                  </a:moveTo>
                  <a:lnTo>
                    <a:pt x="6572250" y="0"/>
                  </a:lnTo>
                  <a:lnTo>
                    <a:pt x="65722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83" r="0" b="-205873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14488" y="4503191"/>
            <a:ext cx="4929188" cy="668884"/>
            <a:chOff x="0" y="0"/>
            <a:chExt cx="6572250" cy="89184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572251" cy="891844"/>
            </a:xfrm>
            <a:custGeom>
              <a:avLst/>
              <a:gdLst/>
              <a:ahLst/>
              <a:cxnLst/>
              <a:rect r="r" b="b" t="t" l="l"/>
              <a:pathLst>
                <a:path h="891844" w="6572251">
                  <a:moveTo>
                    <a:pt x="0" y="0"/>
                  </a:moveTo>
                  <a:lnTo>
                    <a:pt x="6572251" y="0"/>
                  </a:lnTo>
                  <a:lnTo>
                    <a:pt x="6572251" y="891844"/>
                  </a:lnTo>
                  <a:lnTo>
                    <a:pt x="0" y="8918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1816" r="0" b="-753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6572250" cy="99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Kết quả từng câu hỏi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614488" y="5172075"/>
            <a:ext cx="4929188" cy="375056"/>
            <a:chOff x="0" y="0"/>
            <a:chExt cx="6572250" cy="5000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72250" cy="500126"/>
            </a:xfrm>
            <a:custGeom>
              <a:avLst/>
              <a:gdLst/>
              <a:ahLst/>
              <a:cxnLst/>
              <a:rect r="r" b="b" t="t" l="l"/>
              <a:pathLst>
                <a:path h="500126" w="6572250">
                  <a:moveTo>
                    <a:pt x="0" y="0"/>
                  </a:moveTo>
                  <a:lnTo>
                    <a:pt x="6572250" y="0"/>
                  </a:lnTo>
                  <a:lnTo>
                    <a:pt x="65722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883" r="0" b="-20587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614488" y="5355431"/>
            <a:ext cx="6153272" cy="496900"/>
            <a:chOff x="0" y="0"/>
            <a:chExt cx="8204363" cy="6625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204364" cy="662533"/>
            </a:xfrm>
            <a:custGeom>
              <a:avLst/>
              <a:gdLst/>
              <a:ahLst/>
              <a:cxnLst/>
              <a:rect r="r" b="b" t="t" l="l"/>
              <a:pathLst>
                <a:path h="662533" w="8204364">
                  <a:moveTo>
                    <a:pt x="0" y="0"/>
                  </a:moveTo>
                  <a:lnTo>
                    <a:pt x="8204364" y="0"/>
                  </a:lnTo>
                  <a:lnTo>
                    <a:pt x="8204364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0517" r="19893" b="-1360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8204363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Xem kết quả trả lời của từng câu hỏi riêng biệt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549432" y="4805077"/>
            <a:ext cx="232124" cy="281273"/>
            <a:chOff x="0" y="0"/>
            <a:chExt cx="309499" cy="3750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9499" cy="375031"/>
            </a:xfrm>
            <a:custGeom>
              <a:avLst/>
              <a:gdLst/>
              <a:ahLst/>
              <a:cxnLst/>
              <a:rect r="r" b="b" t="t" l="l"/>
              <a:pathLst>
                <a:path h="375031" w="309499">
                  <a:moveTo>
                    <a:pt x="154813" y="178562"/>
                  </a:moveTo>
                  <a:cubicBezTo>
                    <a:pt x="204089" y="178562"/>
                    <a:pt x="244094" y="138557"/>
                    <a:pt x="244094" y="89281"/>
                  </a:cubicBezTo>
                  <a:cubicBezTo>
                    <a:pt x="244094" y="40005"/>
                    <a:pt x="204089" y="0"/>
                    <a:pt x="154813" y="0"/>
                  </a:cubicBezTo>
                  <a:cubicBezTo>
                    <a:pt x="105537" y="0"/>
                    <a:pt x="65405" y="40005"/>
                    <a:pt x="65405" y="89281"/>
                  </a:cubicBezTo>
                  <a:cubicBezTo>
                    <a:pt x="65405" y="138557"/>
                    <a:pt x="105410" y="178562"/>
                    <a:pt x="154686" y="178562"/>
                  </a:cubicBezTo>
                  <a:close/>
                  <a:moveTo>
                    <a:pt x="132461" y="220218"/>
                  </a:moveTo>
                  <a:cubicBezTo>
                    <a:pt x="59309" y="220218"/>
                    <a:pt x="0" y="279654"/>
                    <a:pt x="0" y="352933"/>
                  </a:cubicBezTo>
                  <a:cubicBezTo>
                    <a:pt x="0" y="365125"/>
                    <a:pt x="9906" y="375031"/>
                    <a:pt x="22098" y="375031"/>
                  </a:cubicBezTo>
                  <a:lnTo>
                    <a:pt x="287401" y="375031"/>
                  </a:lnTo>
                  <a:cubicBezTo>
                    <a:pt x="299593" y="375031"/>
                    <a:pt x="309499" y="365125"/>
                    <a:pt x="309499" y="352933"/>
                  </a:cubicBezTo>
                  <a:cubicBezTo>
                    <a:pt x="309499" y="279654"/>
                    <a:pt x="250063" y="220218"/>
                    <a:pt x="176784" y="220218"/>
                  </a:cubicBezTo>
                  <a:lnTo>
                    <a:pt x="132588" y="220218"/>
                  </a:ln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015538" y="4772025"/>
            <a:ext cx="4214812" cy="375056"/>
            <a:chOff x="0" y="0"/>
            <a:chExt cx="5619750" cy="5000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19750" cy="500126"/>
            </a:xfrm>
            <a:custGeom>
              <a:avLst/>
              <a:gdLst/>
              <a:ahLst/>
              <a:cxnLst/>
              <a:rect r="r" b="b" t="t" l="l"/>
              <a:pathLst>
                <a:path h="500126" w="5619750">
                  <a:moveTo>
                    <a:pt x="0" y="0"/>
                  </a:moveTo>
                  <a:lnTo>
                    <a:pt x="5619750" y="0"/>
                  </a:lnTo>
                  <a:lnTo>
                    <a:pt x="56197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8" r="0" b="-16879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0015538" y="4609033"/>
            <a:ext cx="4214812" cy="668884"/>
            <a:chOff x="0" y="0"/>
            <a:chExt cx="5619750" cy="89184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619749" cy="891844"/>
            </a:xfrm>
            <a:custGeom>
              <a:avLst/>
              <a:gdLst/>
              <a:ahLst/>
              <a:cxnLst/>
              <a:rect r="r" b="b" t="t" l="l"/>
              <a:pathLst>
                <a:path h="891844" w="5619749">
                  <a:moveTo>
                    <a:pt x="0" y="0"/>
                  </a:moveTo>
                  <a:lnTo>
                    <a:pt x="5619749" y="0"/>
                  </a:lnTo>
                  <a:lnTo>
                    <a:pt x="5619749" y="891844"/>
                  </a:lnTo>
                  <a:lnTo>
                    <a:pt x="0" y="89184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006" r="0" b="-5455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04775"/>
              <a:ext cx="5619750" cy="99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trả lời từng người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015538" y="5172075"/>
            <a:ext cx="4214812" cy="375056"/>
            <a:chOff x="0" y="0"/>
            <a:chExt cx="5619750" cy="50007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619750" cy="500126"/>
            </a:xfrm>
            <a:custGeom>
              <a:avLst/>
              <a:gdLst/>
              <a:ahLst/>
              <a:cxnLst/>
              <a:rect r="r" b="b" t="t" l="l"/>
              <a:pathLst>
                <a:path h="500126" w="5619750">
                  <a:moveTo>
                    <a:pt x="0" y="0"/>
                  </a:moveTo>
                  <a:lnTo>
                    <a:pt x="5619750" y="0"/>
                  </a:lnTo>
                  <a:lnTo>
                    <a:pt x="56197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798" r="0" b="-16879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15538" y="5355431"/>
            <a:ext cx="5956779" cy="496900"/>
            <a:chOff x="0" y="0"/>
            <a:chExt cx="7942372" cy="66253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942371" cy="662533"/>
            </a:xfrm>
            <a:custGeom>
              <a:avLst/>
              <a:gdLst/>
              <a:ahLst/>
              <a:cxnLst/>
              <a:rect r="r" b="b" t="t" l="l"/>
              <a:pathLst>
                <a:path h="662533" w="7942371">
                  <a:moveTo>
                    <a:pt x="0" y="0"/>
                  </a:moveTo>
                  <a:lnTo>
                    <a:pt x="7942371" y="0"/>
                  </a:lnTo>
                  <a:lnTo>
                    <a:pt x="7942371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504" r="29243" b="-10804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85725"/>
              <a:ext cx="7942372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Xem câu trả lời của từng người tham gia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00075" y="6257925"/>
            <a:ext cx="17116425" cy="1457325"/>
            <a:chOff x="0" y="0"/>
            <a:chExt cx="22821900" cy="19431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8219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1714500"/>
                  </a:lnTo>
                  <a:cubicBezTo>
                    <a:pt x="22821900" y="1840611"/>
                    <a:pt x="22719412" y="1943100"/>
                    <a:pt x="22593300" y="1943100"/>
                  </a:cubicBez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00075" y="6257925"/>
            <a:ext cx="57150" cy="1457325"/>
            <a:chOff x="0" y="0"/>
            <a:chExt cx="76200" cy="19431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6200" cy="1943100"/>
            </a:xfrm>
            <a:custGeom>
              <a:avLst/>
              <a:gdLst/>
              <a:ahLst/>
              <a:cxnLst/>
              <a:rect r="r" b="b" t="t" l="l"/>
              <a:pathLst>
                <a:path h="1943100" w="76200">
                  <a:moveTo>
                    <a:pt x="76200" y="0"/>
                  </a:moveTo>
                  <a:lnTo>
                    <a:pt x="76200" y="1943100"/>
                  </a:lnTo>
                  <a:cubicBezTo>
                    <a:pt x="34163" y="1943100"/>
                    <a:pt x="0" y="1908937"/>
                    <a:pt x="0" y="1866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14400" y="6543675"/>
            <a:ext cx="800100" cy="800100"/>
            <a:chOff x="0" y="0"/>
            <a:chExt cx="1066800" cy="10668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164431" y="6793706"/>
            <a:ext cx="300038" cy="300038"/>
            <a:chOff x="0" y="0"/>
            <a:chExt cx="400050" cy="40005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00050" cy="400050"/>
            </a:xfrm>
            <a:custGeom>
              <a:avLst/>
              <a:gdLst/>
              <a:ahLst/>
              <a:cxnLst/>
              <a:rect r="r" b="b" t="t" l="l"/>
              <a:pathLst>
                <a:path h="400050" w="400050">
                  <a:moveTo>
                    <a:pt x="228600" y="114300"/>
                  </a:moveTo>
                  <a:lnTo>
                    <a:pt x="228600" y="200025"/>
                  </a:lnTo>
                  <a:lnTo>
                    <a:pt x="342900" y="200025"/>
                  </a:lnTo>
                  <a:lnTo>
                    <a:pt x="342900" y="114300"/>
                  </a:lnTo>
                  <a:lnTo>
                    <a:pt x="228600" y="114300"/>
                  </a:lnTo>
                  <a:close/>
                  <a:moveTo>
                    <a:pt x="171450" y="114300"/>
                  </a:moveTo>
                  <a:lnTo>
                    <a:pt x="57150" y="114300"/>
                  </a:lnTo>
                  <a:lnTo>
                    <a:pt x="57150" y="200025"/>
                  </a:lnTo>
                  <a:lnTo>
                    <a:pt x="171450" y="200025"/>
                  </a:lnTo>
                  <a:lnTo>
                    <a:pt x="171450" y="114300"/>
                  </a:lnTo>
                  <a:close/>
                  <a:moveTo>
                    <a:pt x="0" y="257175"/>
                  </a:moveTo>
                  <a:lnTo>
                    <a:pt x="0" y="57150"/>
                  </a:lnTo>
                  <a:cubicBezTo>
                    <a:pt x="0" y="25654"/>
                    <a:pt x="25654" y="0"/>
                    <a:pt x="57150" y="0"/>
                  </a:cubicBezTo>
                  <a:lnTo>
                    <a:pt x="342900" y="0"/>
                  </a:lnTo>
                  <a:cubicBezTo>
                    <a:pt x="374396" y="0"/>
                    <a:pt x="400050" y="25654"/>
                    <a:pt x="400050" y="57150"/>
                  </a:cubicBezTo>
                  <a:lnTo>
                    <a:pt x="400050" y="342900"/>
                  </a:lnTo>
                  <a:cubicBezTo>
                    <a:pt x="400050" y="374396"/>
                    <a:pt x="374396" y="400050"/>
                    <a:pt x="342900" y="400050"/>
                  </a:cubicBezTo>
                  <a:lnTo>
                    <a:pt x="57150" y="400050"/>
                  </a:lnTo>
                  <a:cubicBezTo>
                    <a:pt x="25654" y="400050"/>
                    <a:pt x="0" y="374396"/>
                    <a:pt x="0" y="342900"/>
                  </a:cubicBezTo>
                  <a:lnTo>
                    <a:pt x="0" y="257175"/>
                  </a:lnTo>
                  <a:close/>
                  <a:moveTo>
                    <a:pt x="342900" y="257175"/>
                  </a:moveTo>
                  <a:lnTo>
                    <a:pt x="228600" y="257175"/>
                  </a:lnTo>
                  <a:lnTo>
                    <a:pt x="228600" y="342900"/>
                  </a:lnTo>
                  <a:lnTo>
                    <a:pt x="342900" y="342900"/>
                  </a:lnTo>
                  <a:lnTo>
                    <a:pt x="342900" y="257175"/>
                  </a:lnTo>
                  <a:close/>
                  <a:moveTo>
                    <a:pt x="171450" y="342900"/>
                  </a:moveTo>
                  <a:lnTo>
                    <a:pt x="171450" y="257175"/>
                  </a:lnTo>
                  <a:lnTo>
                    <a:pt x="57150" y="257175"/>
                  </a:lnTo>
                  <a:lnTo>
                    <a:pt x="57150" y="342900"/>
                  </a:lnTo>
                  <a:lnTo>
                    <a:pt x="171450" y="3429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943100" y="6543675"/>
            <a:ext cx="15630525" cy="472154"/>
            <a:chOff x="0" y="0"/>
            <a:chExt cx="20840700" cy="62953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840700" cy="629539"/>
            </a:xfrm>
            <a:custGeom>
              <a:avLst/>
              <a:gdLst/>
              <a:ahLst/>
              <a:cxnLst/>
              <a:rect r="r" b="b" t="t" l="l"/>
              <a:pathLst>
                <a:path h="629539" w="20840700">
                  <a:moveTo>
                    <a:pt x="0" y="0"/>
                  </a:moveTo>
                  <a:lnTo>
                    <a:pt x="20840700" y="0"/>
                  </a:lnTo>
                  <a:lnTo>
                    <a:pt x="208407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4597" r="0" b="-594597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943100" y="6500812"/>
            <a:ext cx="15630525" cy="515017"/>
            <a:chOff x="0" y="0"/>
            <a:chExt cx="20840700" cy="68668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840700" cy="686689"/>
            </a:xfrm>
            <a:custGeom>
              <a:avLst/>
              <a:gdLst/>
              <a:ahLst/>
              <a:cxnLst/>
              <a:rect r="r" b="b" t="t" l="l"/>
              <a:pathLst>
                <a:path h="686689" w="20840700">
                  <a:moveTo>
                    <a:pt x="0" y="0"/>
                  </a:moveTo>
                  <a:lnTo>
                    <a:pt x="20840700" y="0"/>
                  </a:lnTo>
                  <a:lnTo>
                    <a:pt x="208407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1362" r="0" b="-54136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208407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Dữ liệu trong bảng tính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943100" y="7058025"/>
            <a:ext cx="15601950" cy="376199"/>
            <a:chOff x="0" y="0"/>
            <a:chExt cx="20802600" cy="50159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802600" cy="501650"/>
            </a:xfrm>
            <a:custGeom>
              <a:avLst/>
              <a:gdLst/>
              <a:ahLst/>
              <a:cxnLst/>
              <a:rect r="r" b="b" t="t" l="l"/>
              <a:pathLst>
                <a:path h="501650" w="20802600">
                  <a:moveTo>
                    <a:pt x="0" y="0"/>
                  </a:moveTo>
                  <a:lnTo>
                    <a:pt x="20802600" y="0"/>
                  </a:lnTo>
                  <a:lnTo>
                    <a:pt x="208026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7455" r="0" b="-757445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943100" y="6993731"/>
            <a:ext cx="15601950" cy="440493"/>
            <a:chOff x="0" y="0"/>
            <a:chExt cx="20802600" cy="58732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802600" cy="587324"/>
            </a:xfrm>
            <a:custGeom>
              <a:avLst/>
              <a:gdLst/>
              <a:ahLst/>
              <a:cxnLst/>
              <a:rect r="r" b="b" t="t" l="l"/>
              <a:pathLst>
                <a:path h="587324" w="20802600">
                  <a:moveTo>
                    <a:pt x="0" y="0"/>
                  </a:moveTo>
                  <a:lnTo>
                    <a:pt x="20802600" y="0"/>
                  </a:lnTo>
                  <a:lnTo>
                    <a:pt x="20802600" y="587324"/>
                  </a:lnTo>
                  <a:lnTo>
                    <a:pt x="0" y="58732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0146" r="0" b="-640146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85725"/>
              <a:ext cx="20802600" cy="6730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Toàn bộ câu trả lờ được tập hợp và lưu trữ trong </a:t>
              </a:r>
              <a:r>
                <a:rPr lang="en-US" sz="18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bảng tính Google Sheets</a:t>
              </a:r>
              <a:r>
                <a:rPr lang="en-US" sz="18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, phục vụ cho việc thống kê và phân tích dữ liệu chi tiết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A8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cdn.marketing123.123formbuilder.com/1ac350d225da2955b9b311b3a612e6000d6279c7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58108" r="0" b="-5810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34A853">
                    <a:alpha val="95000"/>
                  </a:srgbClr>
                </a:gs>
                <a:gs pos="100000">
                  <a:srgbClr val="FBBC04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673553"/>
            <a:ext cx="2814638" cy="628650"/>
            <a:chOff x="0" y="0"/>
            <a:chExt cx="37528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2850" cy="838200"/>
            </a:xfrm>
            <a:custGeom>
              <a:avLst/>
              <a:gdLst/>
              <a:ahLst/>
              <a:cxnLst/>
              <a:rect r="r" b="b" t="t" l="l"/>
              <a:pathLst>
                <a:path h="838200" w="3752850">
                  <a:moveTo>
                    <a:pt x="419100" y="0"/>
                  </a:moveTo>
                  <a:lnTo>
                    <a:pt x="3333750" y="0"/>
                  </a:lnTo>
                  <a:cubicBezTo>
                    <a:pt x="3565017" y="0"/>
                    <a:pt x="3752850" y="187833"/>
                    <a:pt x="3752850" y="419100"/>
                  </a:cubicBezTo>
                  <a:cubicBezTo>
                    <a:pt x="3752850" y="650367"/>
                    <a:pt x="3565017" y="838200"/>
                    <a:pt x="33337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99274"/>
            <a:ext cx="2275818" cy="472154"/>
            <a:chOff x="0" y="0"/>
            <a:chExt cx="3034424" cy="629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4411" cy="629539"/>
            </a:xfrm>
            <a:custGeom>
              <a:avLst/>
              <a:gdLst/>
              <a:ahLst/>
              <a:cxnLst/>
              <a:rect r="r" b="b" t="t" l="l"/>
              <a:pathLst>
                <a:path h="629539" w="3034411">
                  <a:moveTo>
                    <a:pt x="0" y="0"/>
                  </a:moveTo>
                  <a:lnTo>
                    <a:pt x="3034411" y="0"/>
                  </a:lnTo>
                  <a:lnTo>
                    <a:pt x="3034411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853" r="0" b="-43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3873703"/>
            <a:ext cx="17573625" cy="1422178"/>
            <a:chOff x="0" y="0"/>
            <a:chExt cx="23431500" cy="18962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431500" cy="1896237"/>
            </a:xfrm>
            <a:custGeom>
              <a:avLst/>
              <a:gdLst/>
              <a:ahLst/>
              <a:cxnLst/>
              <a:rect r="r" b="b" t="t" l="l"/>
              <a:pathLst>
                <a:path h="1896237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606" r="0" b="-1906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3866559"/>
            <a:ext cx="17573625" cy="1429322"/>
            <a:chOff x="0" y="0"/>
            <a:chExt cx="23431500" cy="190576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31500" cy="1905762"/>
            </a:xfrm>
            <a:custGeom>
              <a:avLst/>
              <a:gdLst/>
              <a:ahLst/>
              <a:cxnLst/>
              <a:rect r="r" b="b" t="t" l="l"/>
              <a:pathLst>
                <a:path h="190576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905762"/>
                  </a:lnTo>
                  <a:lnTo>
                    <a:pt x="0" y="19057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570" r="0" b="-1895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3431500" cy="191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LUYỆN TẬP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71500" y="5288166"/>
            <a:ext cx="2286000" cy="57150"/>
            <a:chOff x="0" y="0"/>
            <a:chExt cx="3048000" cy="76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71500" y="5802516"/>
            <a:ext cx="11187112" cy="705374"/>
            <a:chOff x="0" y="0"/>
            <a:chExt cx="14916150" cy="94049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16150" cy="940562"/>
            </a:xfrm>
            <a:custGeom>
              <a:avLst/>
              <a:gdLst/>
              <a:ahLst/>
              <a:cxnLst/>
              <a:rect r="r" b="b" t="t" l="l"/>
              <a:pathLst>
                <a:path h="940562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940562"/>
                  </a:lnTo>
                  <a:lnTo>
                    <a:pt x="0" y="9405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796" r="0" b="-25879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71500" y="5688216"/>
            <a:ext cx="11187112" cy="819674"/>
            <a:chOff x="0" y="0"/>
            <a:chExt cx="14916150" cy="109289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16150" cy="1092899"/>
            </a:xfrm>
            <a:custGeom>
              <a:avLst/>
              <a:gdLst/>
              <a:ahLst/>
              <a:cxnLst/>
              <a:rect r="r" b="b" t="t" l="l"/>
              <a:pathLst>
                <a:path h="1092899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1092899"/>
                  </a:lnTo>
                  <a:lnTo>
                    <a:pt x="0" y="10928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936" r="0" b="-21593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52400"/>
              <a:ext cx="14916150" cy="1245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Phân tích biểu mẫu trong Google Forms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5881" y="7199109"/>
            <a:ext cx="2557462" cy="472154"/>
            <a:chOff x="0" y="0"/>
            <a:chExt cx="3409950" cy="6295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09950" cy="629539"/>
            </a:xfrm>
            <a:custGeom>
              <a:avLst/>
              <a:gdLst/>
              <a:ahLst/>
              <a:cxnLst/>
              <a:rect r="r" b="b" t="t" l="l"/>
              <a:pathLst>
                <a:path h="629539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469" r="0" b="-55469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Nhiệm vụ luyện tập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3128962"/>
            <a:chOff x="0" y="0"/>
            <a:chExt cx="22821900" cy="41719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3943350"/>
                  </a:lnTo>
                  <a:cubicBezTo>
                    <a:pt x="22821900" y="4069588"/>
                    <a:pt x="22719537" y="4171950"/>
                    <a:pt x="22593300" y="4171950"/>
                  </a:cubicBezTo>
                  <a:lnTo>
                    <a:pt x="76200" y="4171950"/>
                  </a:lnTo>
                  <a:cubicBezTo>
                    <a:pt x="34163" y="4171950"/>
                    <a:pt x="0" y="4137787"/>
                    <a:pt x="0" y="4095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3128962"/>
            <a:chOff x="0" y="0"/>
            <a:chExt cx="76200" cy="41719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4171950"/>
            </a:xfrm>
            <a:custGeom>
              <a:avLst/>
              <a:gdLst/>
              <a:ahLst/>
              <a:cxnLst/>
              <a:rect r="r" b="b" t="t" l="l"/>
              <a:pathLst>
                <a:path h="4171950" w="76200">
                  <a:moveTo>
                    <a:pt x="76200" y="0"/>
                  </a:moveTo>
                  <a:lnTo>
                    <a:pt x="76200" y="4171950"/>
                  </a:lnTo>
                  <a:cubicBezTo>
                    <a:pt x="34163" y="4171950"/>
                    <a:pt x="0" y="4137787"/>
                    <a:pt x="0" y="40957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43000" y="211455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43100" y="1885950"/>
            <a:ext cx="15659100" cy="563918"/>
            <a:chOff x="0" y="0"/>
            <a:chExt cx="20878800" cy="751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78800" cy="751840"/>
            </a:xfrm>
            <a:custGeom>
              <a:avLst/>
              <a:gdLst/>
              <a:ahLst/>
              <a:cxnLst/>
              <a:rect r="r" b="b" t="t" l="l"/>
              <a:pathLst>
                <a:path h="751840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724" r="0" b="-4907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43100" y="1864519"/>
            <a:ext cx="15659100" cy="694524"/>
            <a:chOff x="0" y="0"/>
            <a:chExt cx="20878800" cy="9260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8800" cy="926032"/>
            </a:xfrm>
            <a:custGeom>
              <a:avLst/>
              <a:gdLst/>
              <a:ahLst/>
              <a:cxnLst/>
              <a:rect r="r" b="b" t="t" l="l"/>
              <a:pathLst>
                <a:path h="926032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926032"/>
                  </a:lnTo>
                  <a:lnTo>
                    <a:pt x="0" y="9260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7179" r="0" b="-38146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878800" cy="9641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55"/>
                </a:lnSpc>
              </a:pPr>
              <a:r>
                <a:rPr lang="en-US" sz="32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43100" y="2514419"/>
            <a:ext cx="15616238" cy="423224"/>
            <a:chOff x="0" y="0"/>
            <a:chExt cx="20821650" cy="5642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1650" cy="564261"/>
            </a:xfrm>
            <a:custGeom>
              <a:avLst/>
              <a:gdLst/>
              <a:ahLst/>
              <a:cxnLst/>
              <a:rect r="r" b="b" t="t" l="l"/>
              <a:pathLst>
                <a:path h="564261" w="20821650">
                  <a:moveTo>
                    <a:pt x="0" y="0"/>
                  </a:moveTo>
                  <a:lnTo>
                    <a:pt x="20821650" y="0"/>
                  </a:lnTo>
                  <a:lnTo>
                    <a:pt x="208216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510" r="0" b="-66851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43100" y="2442982"/>
            <a:ext cx="15616238" cy="667941"/>
            <a:chOff x="0" y="0"/>
            <a:chExt cx="20821650" cy="8905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821650" cy="890588"/>
            </a:xfrm>
            <a:custGeom>
              <a:avLst/>
              <a:gdLst/>
              <a:ahLst/>
              <a:cxnLst/>
              <a:rect r="r" b="b" t="t" l="l"/>
              <a:pathLst>
                <a:path h="890588" w="20821650">
                  <a:moveTo>
                    <a:pt x="0" y="0"/>
                  </a:moveTo>
                  <a:lnTo>
                    <a:pt x="20821650" y="0"/>
                  </a:lnTo>
                  <a:lnTo>
                    <a:pt x="20821650" y="890588"/>
                  </a:lnTo>
                  <a:lnTo>
                    <a:pt x="0" y="8905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8524" r="0" b="-3925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42875"/>
              <a:ext cx="20821650" cy="1033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374"/>
                </a:lnSpc>
              </a:pPr>
              <a:r>
                <a:rPr lang="en-US" sz="32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Quan sát một trong các </a:t>
              </a:r>
              <a:r>
                <a:rPr lang="en-US" sz="32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mẫu</a:t>
              </a:r>
              <a:r>
                <a:rPr lang="en-US" sz="32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trong Google Forms (Hình 27.2 SGK):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43100" y="3103778"/>
            <a:ext cx="5014912" cy="1343025"/>
            <a:chOff x="0" y="0"/>
            <a:chExt cx="6686550" cy="17907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686550" cy="1790700"/>
            </a:xfrm>
            <a:custGeom>
              <a:avLst/>
              <a:gdLst/>
              <a:ahLst/>
              <a:cxnLst/>
              <a:rect r="r" b="b" t="t" l="l"/>
              <a:pathLst>
                <a:path h="1790700" w="668655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4183732" y="333237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2" y="0"/>
                </a:lnTo>
                <a:lnTo>
                  <a:pt x="535782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66" t="0" r="-666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2114550" y="3875303"/>
            <a:ext cx="4672012" cy="375056"/>
            <a:chOff x="0" y="0"/>
            <a:chExt cx="6229350" cy="50007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29350" cy="500126"/>
            </a:xfrm>
            <a:custGeom>
              <a:avLst/>
              <a:gdLst/>
              <a:ahLst/>
              <a:cxnLst/>
              <a:rect r="r" b="b" t="t" l="l"/>
              <a:pathLst>
                <a:path h="500126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534" r="0" b="-1925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114550" y="3825297"/>
            <a:ext cx="4672012" cy="496900"/>
            <a:chOff x="0" y="0"/>
            <a:chExt cx="6229350" cy="6625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229349" cy="662533"/>
            </a:xfrm>
            <a:custGeom>
              <a:avLst/>
              <a:gdLst/>
              <a:ahLst/>
              <a:cxnLst/>
              <a:rect r="r" b="b" t="t" l="l"/>
              <a:pathLst>
                <a:path h="662533" w="6229349">
                  <a:moveTo>
                    <a:pt x="0" y="0"/>
                  </a:moveTo>
                  <a:lnTo>
                    <a:pt x="6229349" y="0"/>
                  </a:lnTo>
                  <a:lnTo>
                    <a:pt x="6229349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33" r="0" b="-12597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6229350" cy="748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đặt hàng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81793" y="3103778"/>
            <a:ext cx="5014912" cy="1343025"/>
            <a:chOff x="0" y="0"/>
            <a:chExt cx="6686550" cy="17907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86550" cy="1790700"/>
            </a:xfrm>
            <a:custGeom>
              <a:avLst/>
              <a:gdLst/>
              <a:ahLst/>
              <a:cxnLst/>
              <a:rect r="r" b="b" t="t" l="l"/>
              <a:pathLst>
                <a:path h="1790700" w="668655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9449219" y="3332378"/>
            <a:ext cx="482203" cy="428625"/>
          </a:xfrm>
          <a:custGeom>
            <a:avLst/>
            <a:gdLst/>
            <a:ahLst/>
            <a:cxnLst/>
            <a:rect r="r" b="b" t="t" l="l"/>
            <a:pathLst>
              <a:path h="428625" w="482203">
                <a:moveTo>
                  <a:pt x="0" y="0"/>
                </a:moveTo>
                <a:lnTo>
                  <a:pt x="482203" y="0"/>
                </a:lnTo>
                <a:lnTo>
                  <a:pt x="482203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71" t="0" r="-369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7353243" y="3875303"/>
            <a:ext cx="4672012" cy="375056"/>
            <a:chOff x="0" y="0"/>
            <a:chExt cx="6229350" cy="50007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29350" cy="500126"/>
            </a:xfrm>
            <a:custGeom>
              <a:avLst/>
              <a:gdLst/>
              <a:ahLst/>
              <a:cxnLst/>
              <a:rect r="r" b="b" t="t" l="l"/>
              <a:pathLst>
                <a:path h="500126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534" r="0" b="-19252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353243" y="3825297"/>
            <a:ext cx="4672012" cy="496900"/>
            <a:chOff x="0" y="0"/>
            <a:chExt cx="6229350" cy="66253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229349" cy="662533"/>
            </a:xfrm>
            <a:custGeom>
              <a:avLst/>
              <a:gdLst/>
              <a:ahLst/>
              <a:cxnLst/>
              <a:rect r="r" b="b" t="t" l="l"/>
              <a:pathLst>
                <a:path h="662533" w="6229349">
                  <a:moveTo>
                    <a:pt x="0" y="0"/>
                  </a:moveTo>
                  <a:lnTo>
                    <a:pt x="6229349" y="0"/>
                  </a:lnTo>
                  <a:lnTo>
                    <a:pt x="6229349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33" r="0" b="-1259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85725"/>
              <a:ext cx="6229350" cy="748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Thông tin liên hệ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2420486" y="3103778"/>
            <a:ext cx="5014912" cy="1343025"/>
            <a:chOff x="0" y="0"/>
            <a:chExt cx="6686550" cy="1790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86550" cy="1790700"/>
            </a:xfrm>
            <a:custGeom>
              <a:avLst/>
              <a:gdLst/>
              <a:ahLst/>
              <a:cxnLst/>
              <a:rect r="r" b="b" t="t" l="l"/>
              <a:pathLst>
                <a:path h="1790700" w="6686550">
                  <a:moveTo>
                    <a:pt x="152400" y="0"/>
                  </a:moveTo>
                  <a:lnTo>
                    <a:pt x="6534150" y="0"/>
                  </a:lnTo>
                  <a:cubicBezTo>
                    <a:pt x="6618351" y="0"/>
                    <a:pt x="6686550" y="68199"/>
                    <a:pt x="6686550" y="152400"/>
                  </a:cubicBezTo>
                  <a:lnTo>
                    <a:pt x="6686550" y="1638300"/>
                  </a:lnTo>
                  <a:cubicBezTo>
                    <a:pt x="6686550" y="1722501"/>
                    <a:pt x="6618351" y="1790700"/>
                    <a:pt x="6534150" y="1790700"/>
                  </a:cubicBezTo>
                  <a:lnTo>
                    <a:pt x="152400" y="1790700"/>
                  </a:lnTo>
                  <a:cubicBezTo>
                    <a:pt x="68199" y="1790700"/>
                    <a:pt x="0" y="1722501"/>
                    <a:pt x="0" y="16383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14741662" y="3332378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6" y="0"/>
                </a:lnTo>
                <a:lnTo>
                  <a:pt x="375046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792" t="0" r="-794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2591936" y="3875303"/>
            <a:ext cx="4672012" cy="375056"/>
            <a:chOff x="0" y="0"/>
            <a:chExt cx="6229350" cy="50007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229350" cy="500126"/>
            </a:xfrm>
            <a:custGeom>
              <a:avLst/>
              <a:gdLst/>
              <a:ahLst/>
              <a:cxnLst/>
              <a:rect r="r" b="b" t="t" l="l"/>
              <a:pathLst>
                <a:path h="500126" w="6229350">
                  <a:moveTo>
                    <a:pt x="0" y="0"/>
                  </a:moveTo>
                  <a:lnTo>
                    <a:pt x="6229350" y="0"/>
                  </a:lnTo>
                  <a:lnTo>
                    <a:pt x="62293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534" r="0" b="-192521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2591936" y="3825297"/>
            <a:ext cx="4672012" cy="496900"/>
            <a:chOff x="0" y="0"/>
            <a:chExt cx="6229350" cy="66253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229349" cy="662533"/>
            </a:xfrm>
            <a:custGeom>
              <a:avLst/>
              <a:gdLst/>
              <a:ahLst/>
              <a:cxnLst/>
              <a:rect r="r" b="b" t="t" l="l"/>
              <a:pathLst>
                <a:path h="662533" w="6229349">
                  <a:moveTo>
                    <a:pt x="0" y="0"/>
                  </a:moveTo>
                  <a:lnTo>
                    <a:pt x="6229349" y="0"/>
                  </a:lnTo>
                  <a:lnTo>
                    <a:pt x="6229349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0433" r="0" b="-12597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85725"/>
              <a:ext cx="6229350" cy="748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 lờ sự kiện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571500" y="4989728"/>
            <a:ext cx="8429625" cy="1828800"/>
            <a:chOff x="0" y="0"/>
            <a:chExt cx="11239500" cy="2438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2395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209800"/>
                  </a:lnTo>
                  <a:cubicBezTo>
                    <a:pt x="11239500" y="2335911"/>
                    <a:pt x="11137011" y="2438400"/>
                    <a:pt x="110109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71500" y="4989728"/>
            <a:ext cx="8429625" cy="57150"/>
            <a:chOff x="0" y="0"/>
            <a:chExt cx="11239500" cy="76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57250" y="5304053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1021556" y="5504078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8" y="0"/>
                </a:lnTo>
                <a:lnTo>
                  <a:pt x="357188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666" t="0" r="-666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714500" y="5446928"/>
            <a:ext cx="2471738" cy="472154"/>
            <a:chOff x="0" y="0"/>
            <a:chExt cx="3295650" cy="62953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95650" cy="629539"/>
            </a:xfrm>
            <a:custGeom>
              <a:avLst/>
              <a:gdLst/>
              <a:ahLst/>
              <a:cxnLst/>
              <a:rect r="r" b="b" t="t" l="l"/>
              <a:pathLst>
                <a:path h="629539" w="3295650">
                  <a:moveTo>
                    <a:pt x="0" y="0"/>
                  </a:moveTo>
                  <a:lnTo>
                    <a:pt x="3295650" y="0"/>
                  </a:lnTo>
                  <a:lnTo>
                    <a:pt x="32956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934" r="0" b="-51932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714500" y="5404066"/>
            <a:ext cx="2471738" cy="515017"/>
            <a:chOff x="0" y="0"/>
            <a:chExt cx="3295650" cy="68668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95651" cy="686689"/>
            </a:xfrm>
            <a:custGeom>
              <a:avLst/>
              <a:gdLst/>
              <a:ahLst/>
              <a:cxnLst/>
              <a:rect r="r" b="b" t="t" l="l"/>
              <a:pathLst>
                <a:path h="686689" w="3295651">
                  <a:moveTo>
                    <a:pt x="0" y="0"/>
                  </a:moveTo>
                  <a:lnTo>
                    <a:pt x="3295651" y="0"/>
                  </a:lnTo>
                  <a:lnTo>
                    <a:pt x="3295651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15" r="0" b="-4351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29565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 thức làm việc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57250" y="6161303"/>
            <a:ext cx="7972425" cy="376199"/>
            <a:chOff x="0" y="0"/>
            <a:chExt cx="10629900" cy="50159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629900" cy="501650"/>
            </a:xfrm>
            <a:custGeom>
              <a:avLst/>
              <a:gdLst/>
              <a:ahLst/>
              <a:cxnLst/>
              <a:rect r="r" b="b" t="t" l="l"/>
              <a:pathLst>
                <a:path h="50165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602" r="0" b="-362594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57250" y="6104153"/>
            <a:ext cx="7972425" cy="498424"/>
            <a:chOff x="0" y="0"/>
            <a:chExt cx="10629900" cy="66456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629900" cy="664565"/>
            </a:xfrm>
            <a:custGeom>
              <a:avLst/>
              <a:gdLst/>
              <a:ahLst/>
              <a:cxnLst/>
              <a:rect r="r" b="b" t="t" l="l"/>
              <a:pathLst>
                <a:path h="664565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664565"/>
                  </a:lnTo>
                  <a:lnTo>
                    <a:pt x="0" y="66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479" r="0" b="-25585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14300"/>
              <a:ext cx="1062990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Lớp chia thành 4 nhóm 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286875" y="4989728"/>
            <a:ext cx="8429625" cy="1828800"/>
            <a:chOff x="0" y="0"/>
            <a:chExt cx="11239500" cy="2438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395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11239500" y="2209800"/>
                  </a:lnTo>
                  <a:cubicBezTo>
                    <a:pt x="11239500" y="2335911"/>
                    <a:pt x="11137011" y="2438400"/>
                    <a:pt x="11010900" y="2438400"/>
                  </a:cubicBezTo>
                  <a:lnTo>
                    <a:pt x="228600" y="2438400"/>
                  </a:lnTo>
                  <a:cubicBezTo>
                    <a:pt x="102489" y="2438400"/>
                    <a:pt x="0" y="2335911"/>
                    <a:pt x="0" y="2209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286875" y="4989728"/>
            <a:ext cx="8429625" cy="57150"/>
            <a:chOff x="0" y="0"/>
            <a:chExt cx="11239500" cy="76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39500" cy="76200"/>
            </a:xfrm>
            <a:custGeom>
              <a:avLst/>
              <a:gdLst/>
              <a:ahLst/>
              <a:cxnLst/>
              <a:rect r="r" b="b" t="t" l="l"/>
              <a:pathLst>
                <a:path h="76200" w="11239500">
                  <a:moveTo>
                    <a:pt x="76200" y="0"/>
                  </a:moveTo>
                  <a:lnTo>
                    <a:pt x="11163300" y="0"/>
                  </a:lnTo>
                  <a:cubicBezTo>
                    <a:pt x="11205337" y="0"/>
                    <a:pt x="11239500" y="34163"/>
                    <a:pt x="112395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72625" y="5304053"/>
            <a:ext cx="685800" cy="685800"/>
            <a:chOff x="0" y="0"/>
            <a:chExt cx="9144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73" id="73"/>
          <p:cNvSpPr/>
          <p:nvPr/>
        </p:nvSpPr>
        <p:spPr>
          <a:xfrm flipH="false" flipV="false" rot="0">
            <a:off x="9808369" y="5504078"/>
            <a:ext cx="214312" cy="285750"/>
          </a:xfrm>
          <a:custGeom>
            <a:avLst/>
            <a:gdLst/>
            <a:ahLst/>
            <a:cxnLst/>
            <a:rect r="r" b="b" t="t" l="l"/>
            <a:pathLst>
              <a:path h="285750" w="214312">
                <a:moveTo>
                  <a:pt x="0" y="0"/>
                </a:moveTo>
                <a:lnTo>
                  <a:pt x="214312" y="0"/>
                </a:lnTo>
                <a:lnTo>
                  <a:pt x="214312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-1111" t="0" r="-1111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0429875" y="5446928"/>
            <a:ext cx="1414462" cy="472154"/>
            <a:chOff x="0" y="0"/>
            <a:chExt cx="1885950" cy="6295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885950" cy="629539"/>
            </a:xfrm>
            <a:custGeom>
              <a:avLst/>
              <a:gdLst/>
              <a:ahLst/>
              <a:cxnLst/>
              <a:rect r="r" b="b" t="t" l="l"/>
              <a:pathLst>
                <a:path h="629539" w="1885950">
                  <a:moveTo>
                    <a:pt x="0" y="0"/>
                  </a:moveTo>
                  <a:lnTo>
                    <a:pt x="1885950" y="0"/>
                  </a:lnTo>
                  <a:lnTo>
                    <a:pt x="18859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31" r="0" b="-833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0429875" y="5404066"/>
            <a:ext cx="1414462" cy="515017"/>
            <a:chOff x="0" y="0"/>
            <a:chExt cx="1885950" cy="68668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85949" cy="686689"/>
            </a:xfrm>
            <a:custGeom>
              <a:avLst/>
              <a:gdLst/>
              <a:ahLst/>
              <a:cxnLst/>
              <a:rect r="r" b="b" t="t" l="l"/>
              <a:pathLst>
                <a:path h="686689" w="1885949">
                  <a:moveTo>
                    <a:pt x="0" y="0"/>
                  </a:moveTo>
                  <a:lnTo>
                    <a:pt x="1885949" y="0"/>
                  </a:lnTo>
                  <a:lnTo>
                    <a:pt x="1885949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14" r="0" b="-3514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188595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Sản phẩm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572625" y="6161303"/>
            <a:ext cx="7972425" cy="376199"/>
            <a:chOff x="0" y="0"/>
            <a:chExt cx="10629900" cy="5015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629900" cy="501650"/>
            </a:xfrm>
            <a:custGeom>
              <a:avLst/>
              <a:gdLst/>
              <a:ahLst/>
              <a:cxnLst/>
              <a:rect r="r" b="b" t="t" l="l"/>
              <a:pathLst>
                <a:path h="501650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602" r="0" b="-362594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572625" y="6097010"/>
            <a:ext cx="7972425" cy="498424"/>
            <a:chOff x="0" y="0"/>
            <a:chExt cx="10629900" cy="66456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29900" cy="664565"/>
            </a:xfrm>
            <a:custGeom>
              <a:avLst/>
              <a:gdLst/>
              <a:ahLst/>
              <a:cxnLst/>
              <a:rect r="r" b="b" t="t" l="l"/>
              <a:pathLst>
                <a:path h="664565" w="10629900">
                  <a:moveTo>
                    <a:pt x="0" y="0"/>
                  </a:moveTo>
                  <a:lnTo>
                    <a:pt x="10629900" y="0"/>
                  </a:lnTo>
                  <a:lnTo>
                    <a:pt x="10629900" y="664565"/>
                  </a:lnTo>
                  <a:lnTo>
                    <a:pt x="0" y="66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7479" r="0" b="-255857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14300"/>
              <a:ext cx="1062990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Hoàn thành </a:t>
              </a: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</a:t>
              </a: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phân tích biểu mẫu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600075" y="7047128"/>
            <a:ext cx="17116425" cy="800100"/>
            <a:chOff x="0" y="0"/>
            <a:chExt cx="22821900" cy="10668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600075" y="7047128"/>
            <a:ext cx="57150" cy="800100"/>
            <a:chOff x="0" y="0"/>
            <a:chExt cx="76200" cy="10668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900112" y="727572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1457325" y="7275728"/>
            <a:ext cx="13544550" cy="375056"/>
            <a:chOff x="0" y="0"/>
            <a:chExt cx="18059400" cy="50007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8059400" cy="500126"/>
            </a:xfrm>
            <a:custGeom>
              <a:avLst/>
              <a:gdLst/>
              <a:ahLst/>
              <a:cxnLst/>
              <a:rect r="r" b="b" t="t" l="l"/>
              <a:pathLst>
                <a:path h="500126" w="18059400">
                  <a:moveTo>
                    <a:pt x="0" y="0"/>
                  </a:moveTo>
                  <a:lnTo>
                    <a:pt x="18059400" y="0"/>
                  </a:lnTo>
                  <a:lnTo>
                    <a:pt x="180594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115" r="0" b="-653103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457325" y="7056653"/>
            <a:ext cx="13544550" cy="963625"/>
            <a:chOff x="0" y="0"/>
            <a:chExt cx="18059400" cy="1284833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8059400" cy="1284832"/>
            </a:xfrm>
            <a:custGeom>
              <a:avLst/>
              <a:gdLst/>
              <a:ahLst/>
              <a:cxnLst/>
              <a:rect r="r" b="b" t="t" l="l"/>
              <a:pathLst>
                <a:path h="1284832" w="18059400">
                  <a:moveTo>
                    <a:pt x="0" y="0"/>
                  </a:moveTo>
                  <a:lnTo>
                    <a:pt x="18059400" y="0"/>
                  </a:lnTo>
                  <a:lnTo>
                    <a:pt x="18059400" y="1284832"/>
                  </a:lnTo>
                  <a:lnTo>
                    <a:pt x="0" y="1284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1823" r="0" b="-195934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85725"/>
              <a:ext cx="18059400" cy="13705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tiêu:</a:t>
              </a: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Nhận biết mục đích của biểu mẫu, phân tích cấu trúc và nội dung câu hỏi, đề xuất chỉnh sửa để biểu mẫu phù hợp hơn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633" y="566633"/>
            <a:ext cx="17409728" cy="838190"/>
            <a:chOff x="0" y="0"/>
            <a:chExt cx="23212971" cy="11175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12933" cy="1117600"/>
            </a:xfrm>
            <a:custGeom>
              <a:avLst/>
              <a:gdLst/>
              <a:ahLst/>
              <a:cxnLst/>
              <a:rect r="r" b="b" t="t" l="l"/>
              <a:pathLst>
                <a:path h="1117600" w="23212933">
                  <a:moveTo>
                    <a:pt x="0" y="0"/>
                  </a:moveTo>
                  <a:lnTo>
                    <a:pt x="23212933" y="0"/>
                  </a:lnTo>
                  <a:lnTo>
                    <a:pt x="23212933" y="1117600"/>
                  </a:lnTo>
                  <a:lnTo>
                    <a:pt x="0" y="111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4430" r="0" b="-35442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66633" y="602351"/>
            <a:ext cx="17409719" cy="802481"/>
            <a:chOff x="0" y="0"/>
            <a:chExt cx="23212958" cy="10699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12958" cy="1069971"/>
            </a:xfrm>
            <a:custGeom>
              <a:avLst/>
              <a:gdLst/>
              <a:ahLst/>
              <a:cxnLst/>
              <a:rect r="r" b="b" t="t" l="l"/>
              <a:pathLst>
                <a:path h="1069971" w="23212958">
                  <a:moveTo>
                    <a:pt x="0" y="0"/>
                  </a:moveTo>
                  <a:lnTo>
                    <a:pt x="23212958" y="0"/>
                  </a:lnTo>
                  <a:lnTo>
                    <a:pt x="23212958" y="1069971"/>
                  </a:lnTo>
                  <a:lnTo>
                    <a:pt x="0" y="106997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72726" r="0" b="-37272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47625"/>
              <a:ext cx="23212958" cy="1022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36"/>
                </a:lnSpc>
              </a:pPr>
              <a:r>
                <a:rPr lang="en-US" sz="4015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 - Phân tích biểu mẫu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6633" y="1246584"/>
            <a:ext cx="1359884" cy="56674"/>
            <a:chOff x="0" y="0"/>
            <a:chExt cx="1813179" cy="755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13179" cy="75565"/>
            </a:xfrm>
            <a:custGeom>
              <a:avLst/>
              <a:gdLst/>
              <a:ahLst/>
              <a:cxnLst/>
              <a:rect r="r" b="b" t="t" l="l"/>
              <a:pathLst>
                <a:path h="75565" w="1813179">
                  <a:moveTo>
                    <a:pt x="0" y="0"/>
                  </a:moveTo>
                  <a:lnTo>
                    <a:pt x="1813179" y="0"/>
                  </a:lnTo>
                  <a:lnTo>
                    <a:pt x="1813179" y="75565"/>
                  </a:lnTo>
                  <a:lnTo>
                    <a:pt x="0" y="75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66633" y="1586570"/>
            <a:ext cx="17154716" cy="8131112"/>
            <a:chOff x="0" y="0"/>
            <a:chExt cx="22872954" cy="108414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72954" cy="10841482"/>
            </a:xfrm>
            <a:custGeom>
              <a:avLst/>
              <a:gdLst/>
              <a:ahLst/>
              <a:cxnLst/>
              <a:rect r="r" b="b" t="t" l="l"/>
              <a:pathLst>
                <a:path h="10841482" w="22872954">
                  <a:moveTo>
                    <a:pt x="226695" y="0"/>
                  </a:moveTo>
                  <a:lnTo>
                    <a:pt x="22646260" y="0"/>
                  </a:lnTo>
                  <a:cubicBezTo>
                    <a:pt x="22771481" y="0"/>
                    <a:pt x="22872954" y="101473"/>
                    <a:pt x="22872954" y="226695"/>
                  </a:cubicBezTo>
                  <a:lnTo>
                    <a:pt x="22872954" y="10614787"/>
                  </a:lnTo>
                  <a:cubicBezTo>
                    <a:pt x="22872954" y="10740009"/>
                    <a:pt x="22771481" y="10841482"/>
                    <a:pt x="22646260" y="10841482"/>
                  </a:cubicBezTo>
                  <a:lnTo>
                    <a:pt x="226695" y="10841482"/>
                  </a:lnTo>
                  <a:cubicBezTo>
                    <a:pt x="101473" y="10841482"/>
                    <a:pt x="0" y="10740009"/>
                    <a:pt x="0" y="10614787"/>
                  </a:cubicBezTo>
                  <a:lnTo>
                    <a:pt x="0" y="226695"/>
                  </a:lnTo>
                  <a:cubicBezTo>
                    <a:pt x="0" y="101600"/>
                    <a:pt x="101600" y="0"/>
                    <a:pt x="22669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6609" y="3184465"/>
            <a:ext cx="16474821" cy="22670"/>
            <a:chOff x="0" y="0"/>
            <a:chExt cx="21966428" cy="302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66428" cy="30226"/>
            </a:xfrm>
            <a:custGeom>
              <a:avLst/>
              <a:gdLst/>
              <a:ahLst/>
              <a:cxnLst/>
              <a:rect r="r" b="b" t="t" l="l"/>
              <a:pathLst>
                <a:path h="30226" w="21966428">
                  <a:moveTo>
                    <a:pt x="0" y="0"/>
                  </a:moveTo>
                  <a:lnTo>
                    <a:pt x="21966428" y="0"/>
                  </a:lnTo>
                  <a:lnTo>
                    <a:pt x="21966428" y="30226"/>
                  </a:lnTo>
                  <a:lnTo>
                    <a:pt x="0" y="302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00367" y="1926546"/>
            <a:ext cx="16687267" cy="699897"/>
            <a:chOff x="0" y="0"/>
            <a:chExt cx="22249689" cy="9331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2249637" cy="933196"/>
            </a:xfrm>
            <a:custGeom>
              <a:avLst/>
              <a:gdLst/>
              <a:ahLst/>
              <a:cxnLst/>
              <a:rect r="r" b="b" t="t" l="l"/>
              <a:pathLst>
                <a:path h="933196" w="22249637">
                  <a:moveTo>
                    <a:pt x="0" y="0"/>
                  </a:moveTo>
                  <a:lnTo>
                    <a:pt x="22249637" y="0"/>
                  </a:lnTo>
                  <a:lnTo>
                    <a:pt x="22249637" y="933196"/>
                  </a:lnTo>
                  <a:lnTo>
                    <a:pt x="0" y="9331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4247" r="0" b="-41424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00367" y="1926546"/>
            <a:ext cx="16687267" cy="699907"/>
            <a:chOff x="0" y="0"/>
            <a:chExt cx="22249689" cy="9332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49690" cy="933204"/>
            </a:xfrm>
            <a:custGeom>
              <a:avLst/>
              <a:gdLst/>
              <a:ahLst/>
              <a:cxnLst/>
              <a:rect r="r" b="b" t="t" l="l"/>
              <a:pathLst>
                <a:path h="933204" w="22249690">
                  <a:moveTo>
                    <a:pt x="0" y="0"/>
                  </a:moveTo>
                  <a:lnTo>
                    <a:pt x="22249690" y="0"/>
                  </a:lnTo>
                  <a:lnTo>
                    <a:pt x="22249690" y="933204"/>
                  </a:lnTo>
                  <a:lnTo>
                    <a:pt x="0" y="9332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4567" r="0" b="-41456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2249689" cy="933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15"/>
                </a:lnSpc>
              </a:pPr>
              <a:r>
                <a:rPr lang="en-US" sz="3345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PHIẾU HỌC TẬP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5781" y="2549842"/>
            <a:ext cx="16616439" cy="462086"/>
            <a:chOff x="0" y="0"/>
            <a:chExt cx="22155252" cy="6161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55277" cy="616077"/>
            </a:xfrm>
            <a:custGeom>
              <a:avLst/>
              <a:gdLst/>
              <a:ahLst/>
              <a:cxnLst/>
              <a:rect r="r" b="b" t="t" l="l"/>
              <a:pathLst>
                <a:path h="616077" w="22155277">
                  <a:moveTo>
                    <a:pt x="0" y="0"/>
                  </a:moveTo>
                  <a:lnTo>
                    <a:pt x="22155277" y="0"/>
                  </a:lnTo>
                  <a:lnTo>
                    <a:pt x="22155277" y="616077"/>
                  </a:lnTo>
                  <a:lnTo>
                    <a:pt x="0" y="6160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0226" r="0" b="-65023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35781" y="2506980"/>
            <a:ext cx="16616439" cy="527596"/>
            <a:chOff x="0" y="0"/>
            <a:chExt cx="22155252" cy="70346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155252" cy="703462"/>
            </a:xfrm>
            <a:custGeom>
              <a:avLst/>
              <a:gdLst/>
              <a:ahLst/>
              <a:cxnLst/>
              <a:rect r="r" b="b" t="t" l="l"/>
              <a:pathLst>
                <a:path h="703462" w="22155252">
                  <a:moveTo>
                    <a:pt x="0" y="0"/>
                  </a:moveTo>
                  <a:lnTo>
                    <a:pt x="22155252" y="0"/>
                  </a:lnTo>
                  <a:lnTo>
                    <a:pt x="22155252" y="703462"/>
                  </a:lnTo>
                  <a:lnTo>
                    <a:pt x="0" y="7034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65819" r="0" b="-56152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2155252" cy="7606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2"/>
                </a:lnSpc>
              </a:pPr>
              <a:r>
                <a:rPr lang="en-US" sz="2529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Phân tích biểu mẫu trên trang web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4945" y="3479121"/>
            <a:ext cx="56674" cy="1643253"/>
            <a:chOff x="0" y="0"/>
            <a:chExt cx="75565" cy="21910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5565" cy="2191004"/>
            </a:xfrm>
            <a:custGeom>
              <a:avLst/>
              <a:gdLst/>
              <a:ahLst/>
              <a:cxnLst/>
              <a:rect r="r" b="b" t="t" l="l"/>
              <a:pathLst>
                <a:path h="2191004" w="75565">
                  <a:moveTo>
                    <a:pt x="75565" y="0"/>
                  </a:move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9920" y="3705768"/>
            <a:ext cx="566642" cy="566642"/>
            <a:chOff x="0" y="0"/>
            <a:chExt cx="755523" cy="75552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28617" y="3819096"/>
            <a:ext cx="198320" cy="374866"/>
            <a:chOff x="0" y="0"/>
            <a:chExt cx="264427" cy="4998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4414" cy="499872"/>
            </a:xfrm>
            <a:custGeom>
              <a:avLst/>
              <a:gdLst/>
              <a:ahLst/>
              <a:cxnLst/>
              <a:rect r="r" b="b" t="t" l="l"/>
              <a:pathLst>
                <a:path h="499872" w="264414">
                  <a:moveTo>
                    <a:pt x="0" y="0"/>
                  </a:moveTo>
                  <a:lnTo>
                    <a:pt x="264414" y="0"/>
                  </a:lnTo>
                  <a:lnTo>
                    <a:pt x="264414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2699" t="0" r="-192708" b="1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28617" y="3776234"/>
            <a:ext cx="198320" cy="417728"/>
            <a:chOff x="0" y="0"/>
            <a:chExt cx="264427" cy="5569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4427" cy="556974"/>
            </a:xfrm>
            <a:custGeom>
              <a:avLst/>
              <a:gdLst/>
              <a:ahLst/>
              <a:cxnLst/>
              <a:rect r="r" b="b" t="t" l="l"/>
              <a:pathLst>
                <a:path h="556974" w="264427">
                  <a:moveTo>
                    <a:pt x="0" y="0"/>
                  </a:moveTo>
                  <a:lnTo>
                    <a:pt x="264427" y="0"/>
                  </a:lnTo>
                  <a:lnTo>
                    <a:pt x="264427" y="556974"/>
                  </a:lnTo>
                  <a:lnTo>
                    <a:pt x="0" y="5569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0250" t="0" r="-22025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64427" cy="614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26546" y="3705768"/>
            <a:ext cx="15355691" cy="415776"/>
            <a:chOff x="0" y="0"/>
            <a:chExt cx="20474254" cy="5543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474305" cy="554355"/>
            </a:xfrm>
            <a:custGeom>
              <a:avLst/>
              <a:gdLst/>
              <a:ahLst/>
              <a:cxnLst/>
              <a:rect r="r" b="b" t="t" l="l"/>
              <a:pathLst>
                <a:path h="554355" w="20474305">
                  <a:moveTo>
                    <a:pt x="0" y="0"/>
                  </a:moveTo>
                  <a:lnTo>
                    <a:pt x="20474305" y="0"/>
                  </a:lnTo>
                  <a:lnTo>
                    <a:pt x="20474305" y="554355"/>
                  </a:lnTo>
                  <a:lnTo>
                    <a:pt x="0" y="554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47" r="0" b="-66915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926546" y="3655762"/>
            <a:ext cx="15355691" cy="587562"/>
            <a:chOff x="0" y="0"/>
            <a:chExt cx="20474254" cy="7834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474254" cy="783419"/>
            </a:xfrm>
            <a:custGeom>
              <a:avLst/>
              <a:gdLst/>
              <a:ahLst/>
              <a:cxnLst/>
              <a:rect r="r" b="b" t="t" l="l"/>
              <a:pathLst>
                <a:path h="783419" w="20474254">
                  <a:moveTo>
                    <a:pt x="0" y="0"/>
                  </a:moveTo>
                  <a:lnTo>
                    <a:pt x="20474254" y="0"/>
                  </a:lnTo>
                  <a:lnTo>
                    <a:pt x="20474254" y="783419"/>
                  </a:lnTo>
                  <a:lnTo>
                    <a:pt x="0" y="7834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594" r="0" b="-44886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20474254" cy="87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8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em chọn là: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922640" y="4211831"/>
            <a:ext cx="15224674" cy="690601"/>
          </a:xfrm>
          <a:custGeom>
            <a:avLst/>
            <a:gdLst/>
            <a:ahLst/>
            <a:cxnLst/>
            <a:rect r="r" b="b" t="t" l="l"/>
            <a:pathLst>
              <a:path h="690601" w="15224674">
                <a:moveTo>
                  <a:pt x="0" y="0"/>
                </a:moveTo>
                <a:lnTo>
                  <a:pt x="15224675" y="0"/>
                </a:lnTo>
                <a:lnTo>
                  <a:pt x="15224675" y="690601"/>
                </a:lnTo>
                <a:lnTo>
                  <a:pt x="0" y="6906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22" r="0" b="-322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34945" y="5349002"/>
            <a:ext cx="56674" cy="1643253"/>
            <a:chOff x="0" y="0"/>
            <a:chExt cx="75565" cy="219100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5565" cy="2191004"/>
            </a:xfrm>
            <a:custGeom>
              <a:avLst/>
              <a:gdLst/>
              <a:ahLst/>
              <a:cxnLst/>
              <a:rect r="r" b="b" t="t" l="l"/>
              <a:pathLst>
                <a:path h="2191004" w="75565">
                  <a:moveTo>
                    <a:pt x="75565" y="0"/>
                  </a:moveTo>
                  <a:lnTo>
                    <a:pt x="75565" y="2191004"/>
                  </a:lnTo>
                  <a:cubicBezTo>
                    <a:pt x="33782" y="2191004"/>
                    <a:pt x="0" y="2157222"/>
                    <a:pt x="0" y="2115439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89920" y="5575649"/>
            <a:ext cx="566642" cy="566642"/>
            <a:chOff x="0" y="0"/>
            <a:chExt cx="755523" cy="75552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09490" y="5688978"/>
            <a:ext cx="240821" cy="374866"/>
            <a:chOff x="0" y="0"/>
            <a:chExt cx="321094" cy="49982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21056" cy="499872"/>
            </a:xfrm>
            <a:custGeom>
              <a:avLst/>
              <a:gdLst/>
              <a:ahLst/>
              <a:cxnLst/>
              <a:rect r="r" b="b" t="t" l="l"/>
              <a:pathLst>
                <a:path h="499872" w="321056">
                  <a:moveTo>
                    <a:pt x="0" y="0"/>
                  </a:moveTo>
                  <a:lnTo>
                    <a:pt x="321056" y="0"/>
                  </a:lnTo>
                  <a:lnTo>
                    <a:pt x="321056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881" t="0" r="-149889" b="1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09490" y="5646115"/>
            <a:ext cx="240821" cy="417728"/>
            <a:chOff x="0" y="0"/>
            <a:chExt cx="321094" cy="5569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21095" cy="556974"/>
            </a:xfrm>
            <a:custGeom>
              <a:avLst/>
              <a:gdLst/>
              <a:ahLst/>
              <a:cxnLst/>
              <a:rect r="r" b="b" t="t" l="l"/>
              <a:pathLst>
                <a:path h="556974" w="321095">
                  <a:moveTo>
                    <a:pt x="0" y="0"/>
                  </a:moveTo>
                  <a:lnTo>
                    <a:pt x="321095" y="0"/>
                  </a:lnTo>
                  <a:lnTo>
                    <a:pt x="321095" y="556974"/>
                  </a:lnTo>
                  <a:lnTo>
                    <a:pt x="0" y="5569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2555" t="0" r="-172555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321094" cy="614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6546" y="5575649"/>
            <a:ext cx="15355691" cy="415776"/>
            <a:chOff x="0" y="0"/>
            <a:chExt cx="20474254" cy="55436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0474305" cy="554355"/>
            </a:xfrm>
            <a:custGeom>
              <a:avLst/>
              <a:gdLst/>
              <a:ahLst/>
              <a:cxnLst/>
              <a:rect r="r" b="b" t="t" l="l"/>
              <a:pathLst>
                <a:path h="554355" w="20474305">
                  <a:moveTo>
                    <a:pt x="0" y="0"/>
                  </a:moveTo>
                  <a:lnTo>
                    <a:pt x="20474305" y="0"/>
                  </a:lnTo>
                  <a:lnTo>
                    <a:pt x="20474305" y="554355"/>
                  </a:lnTo>
                  <a:lnTo>
                    <a:pt x="0" y="5543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47" r="0" b="-66915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926546" y="5525643"/>
            <a:ext cx="15355691" cy="587562"/>
            <a:chOff x="0" y="0"/>
            <a:chExt cx="20474254" cy="7834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474254" cy="783419"/>
            </a:xfrm>
            <a:custGeom>
              <a:avLst/>
              <a:gdLst/>
              <a:ahLst/>
              <a:cxnLst/>
              <a:rect r="r" b="b" t="t" l="l"/>
              <a:pathLst>
                <a:path h="783419" w="20474254">
                  <a:moveTo>
                    <a:pt x="0" y="0"/>
                  </a:moveTo>
                  <a:lnTo>
                    <a:pt x="20474254" y="0"/>
                  </a:lnTo>
                  <a:lnTo>
                    <a:pt x="20474254" y="783419"/>
                  </a:lnTo>
                  <a:lnTo>
                    <a:pt x="0" y="78341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69594" r="0" b="-44886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0"/>
              <a:ext cx="20474254" cy="8786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8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Theo em biểu mẫu này dùng để thu thập thông tin gì?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0">
            <a:off x="1922640" y="6081712"/>
            <a:ext cx="15224674" cy="690601"/>
          </a:xfrm>
          <a:custGeom>
            <a:avLst/>
            <a:gdLst/>
            <a:ahLst/>
            <a:cxnLst/>
            <a:rect r="r" b="b" t="t" l="l"/>
            <a:pathLst>
              <a:path h="690601" w="15224674">
                <a:moveTo>
                  <a:pt x="0" y="0"/>
                </a:moveTo>
                <a:lnTo>
                  <a:pt x="15224675" y="0"/>
                </a:lnTo>
                <a:lnTo>
                  <a:pt x="15224675" y="690601"/>
                </a:lnTo>
                <a:lnTo>
                  <a:pt x="0" y="6906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322" r="0" b="-322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34945" y="7218883"/>
            <a:ext cx="56674" cy="1586579"/>
            <a:chOff x="0" y="0"/>
            <a:chExt cx="75565" cy="21154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5565" cy="2115439"/>
            </a:xfrm>
            <a:custGeom>
              <a:avLst/>
              <a:gdLst/>
              <a:ahLst/>
              <a:cxnLst/>
              <a:rect r="r" b="b" t="t" l="l"/>
              <a:pathLst>
                <a:path h="2115439" w="75565">
                  <a:moveTo>
                    <a:pt x="75565" y="0"/>
                  </a:move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9920" y="7445531"/>
            <a:ext cx="566642" cy="566642"/>
            <a:chOff x="0" y="0"/>
            <a:chExt cx="755523" cy="75552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06481" y="7558859"/>
            <a:ext cx="240821" cy="374866"/>
            <a:chOff x="0" y="0"/>
            <a:chExt cx="321094" cy="4998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21056" cy="499872"/>
            </a:xfrm>
            <a:custGeom>
              <a:avLst/>
              <a:gdLst/>
              <a:ahLst/>
              <a:cxnLst/>
              <a:rect r="r" b="b" t="t" l="l"/>
              <a:pathLst>
                <a:path h="499872" w="321056">
                  <a:moveTo>
                    <a:pt x="0" y="0"/>
                  </a:moveTo>
                  <a:lnTo>
                    <a:pt x="321056" y="0"/>
                  </a:lnTo>
                  <a:lnTo>
                    <a:pt x="321056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881" t="0" r="-149889" b="1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06481" y="7515997"/>
            <a:ext cx="240821" cy="417728"/>
            <a:chOff x="0" y="0"/>
            <a:chExt cx="321094" cy="5569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1095" cy="556974"/>
            </a:xfrm>
            <a:custGeom>
              <a:avLst/>
              <a:gdLst/>
              <a:ahLst/>
              <a:cxnLst/>
              <a:rect r="r" b="b" t="t" l="l"/>
              <a:pathLst>
                <a:path h="556974" w="321095">
                  <a:moveTo>
                    <a:pt x="0" y="0"/>
                  </a:moveTo>
                  <a:lnTo>
                    <a:pt x="321095" y="0"/>
                  </a:lnTo>
                  <a:lnTo>
                    <a:pt x="321095" y="556974"/>
                  </a:lnTo>
                  <a:lnTo>
                    <a:pt x="0" y="5569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2555" t="0" r="-172555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21094" cy="614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926546" y="7445531"/>
            <a:ext cx="6983720" cy="374866"/>
            <a:chOff x="0" y="0"/>
            <a:chExt cx="9311627" cy="49982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11640" cy="499872"/>
            </a:xfrm>
            <a:custGeom>
              <a:avLst/>
              <a:gdLst/>
              <a:ahLst/>
              <a:cxnLst/>
              <a:rect r="r" b="b" t="t" l="l"/>
              <a:pathLst>
                <a:path h="499872" w="9311640">
                  <a:moveTo>
                    <a:pt x="0" y="0"/>
                  </a:moveTo>
                  <a:lnTo>
                    <a:pt x="9311640" y="0"/>
                  </a:lnTo>
                  <a:lnTo>
                    <a:pt x="9311640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1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926546" y="7402668"/>
            <a:ext cx="6983720" cy="587774"/>
            <a:chOff x="0" y="0"/>
            <a:chExt cx="9311627" cy="78369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311627" cy="783701"/>
            </a:xfrm>
            <a:custGeom>
              <a:avLst/>
              <a:gdLst/>
              <a:ahLst/>
              <a:cxnLst/>
              <a:rect r="r" b="b" t="t" l="l"/>
              <a:pathLst>
                <a:path h="783701" w="9311627">
                  <a:moveTo>
                    <a:pt x="0" y="0"/>
                  </a:moveTo>
                  <a:lnTo>
                    <a:pt x="9311627" y="0"/>
                  </a:lnTo>
                  <a:lnTo>
                    <a:pt x="9311627" y="783701"/>
                  </a:lnTo>
                  <a:lnTo>
                    <a:pt x="0" y="783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978" r="0" b="-16704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0"/>
              <a:ext cx="9311627" cy="878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đã rõ ràng và phù hợp chưa?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922640" y="7894930"/>
            <a:ext cx="6881041" cy="690601"/>
          </a:xfrm>
          <a:custGeom>
            <a:avLst/>
            <a:gdLst/>
            <a:ahLst/>
            <a:cxnLst/>
            <a:rect r="r" b="b" t="t" l="l"/>
            <a:pathLst>
              <a:path h="690601" w="6881041">
                <a:moveTo>
                  <a:pt x="0" y="0"/>
                </a:moveTo>
                <a:lnTo>
                  <a:pt x="6881041" y="0"/>
                </a:lnTo>
                <a:lnTo>
                  <a:pt x="6881041" y="690600"/>
                </a:lnTo>
                <a:lnTo>
                  <a:pt x="0" y="6906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302" r="0" b="-30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9283179" y="7218883"/>
            <a:ext cx="56674" cy="1586579"/>
            <a:chOff x="0" y="0"/>
            <a:chExt cx="75565" cy="21154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5565" cy="2115439"/>
            </a:xfrm>
            <a:custGeom>
              <a:avLst/>
              <a:gdLst/>
              <a:ahLst/>
              <a:cxnLst/>
              <a:rect r="r" b="b" t="t" l="l"/>
              <a:pathLst>
                <a:path h="2115439" w="75565">
                  <a:moveTo>
                    <a:pt x="75565" y="0"/>
                  </a:moveTo>
                  <a:lnTo>
                    <a:pt x="75565" y="2115439"/>
                  </a:lnTo>
                  <a:cubicBezTo>
                    <a:pt x="33782" y="2115439"/>
                    <a:pt x="0" y="2081657"/>
                    <a:pt x="0" y="2039874"/>
                  </a:cubicBezTo>
                  <a:lnTo>
                    <a:pt x="0" y="75565"/>
                  </a:lnTo>
                  <a:cubicBezTo>
                    <a:pt x="0" y="33782"/>
                    <a:pt x="33782" y="0"/>
                    <a:pt x="75565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538164" y="7445531"/>
            <a:ext cx="566642" cy="566642"/>
            <a:chOff x="0" y="0"/>
            <a:chExt cx="755523" cy="75552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55523" cy="755523"/>
            </a:xfrm>
            <a:custGeom>
              <a:avLst/>
              <a:gdLst/>
              <a:ahLst/>
              <a:cxnLst/>
              <a:rect r="r" b="b" t="t" l="l"/>
              <a:pathLst>
                <a:path h="755523" w="755523">
                  <a:moveTo>
                    <a:pt x="377698" y="0"/>
                  </a:moveTo>
                  <a:cubicBezTo>
                    <a:pt x="586359" y="0"/>
                    <a:pt x="755523" y="169164"/>
                    <a:pt x="755523" y="377698"/>
                  </a:cubicBezTo>
                  <a:cubicBezTo>
                    <a:pt x="755523" y="586232"/>
                    <a:pt x="586359" y="755523"/>
                    <a:pt x="377698" y="755523"/>
                  </a:cubicBezTo>
                  <a:cubicBezTo>
                    <a:pt x="169037" y="755523"/>
                    <a:pt x="0" y="586359"/>
                    <a:pt x="0" y="377698"/>
                  </a:cubicBezTo>
                  <a:cubicBezTo>
                    <a:pt x="0" y="169037"/>
                    <a:pt x="169164" y="0"/>
                    <a:pt x="377698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754895" y="7558859"/>
            <a:ext cx="240821" cy="374866"/>
            <a:chOff x="0" y="0"/>
            <a:chExt cx="321094" cy="49982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1056" cy="499872"/>
            </a:xfrm>
            <a:custGeom>
              <a:avLst/>
              <a:gdLst/>
              <a:ahLst/>
              <a:cxnLst/>
              <a:rect r="r" b="b" t="t" l="l"/>
              <a:pathLst>
                <a:path h="499872" w="321056">
                  <a:moveTo>
                    <a:pt x="0" y="0"/>
                  </a:moveTo>
                  <a:lnTo>
                    <a:pt x="321056" y="0"/>
                  </a:lnTo>
                  <a:lnTo>
                    <a:pt x="321056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881" t="0" r="-149889" b="1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754895" y="7515997"/>
            <a:ext cx="240821" cy="417728"/>
            <a:chOff x="0" y="0"/>
            <a:chExt cx="321094" cy="55697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21095" cy="556974"/>
            </a:xfrm>
            <a:custGeom>
              <a:avLst/>
              <a:gdLst/>
              <a:ahLst/>
              <a:cxnLst/>
              <a:rect r="r" b="b" t="t" l="l"/>
              <a:pathLst>
                <a:path h="556974" w="321095">
                  <a:moveTo>
                    <a:pt x="0" y="0"/>
                  </a:moveTo>
                  <a:lnTo>
                    <a:pt x="321095" y="0"/>
                  </a:lnTo>
                  <a:lnTo>
                    <a:pt x="321095" y="556974"/>
                  </a:lnTo>
                  <a:lnTo>
                    <a:pt x="0" y="55697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2555" t="0" r="-172555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321094" cy="6141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84"/>
                </a:lnSpc>
              </a:pPr>
              <a:r>
                <a:rPr lang="en-US" sz="1785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274779" y="7445531"/>
            <a:ext cx="6983720" cy="374866"/>
            <a:chOff x="0" y="0"/>
            <a:chExt cx="9311627" cy="49982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311640" cy="499872"/>
            </a:xfrm>
            <a:custGeom>
              <a:avLst/>
              <a:gdLst/>
              <a:ahLst/>
              <a:cxnLst/>
              <a:rect r="r" b="b" t="t" l="l"/>
              <a:pathLst>
                <a:path h="499872" w="9311640">
                  <a:moveTo>
                    <a:pt x="0" y="0"/>
                  </a:moveTo>
                  <a:lnTo>
                    <a:pt x="9311640" y="0"/>
                  </a:lnTo>
                  <a:lnTo>
                    <a:pt x="9311640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2721" r="0" b="-31271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274779" y="7402668"/>
            <a:ext cx="6983720" cy="587774"/>
            <a:chOff x="0" y="0"/>
            <a:chExt cx="9311627" cy="783699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311627" cy="783701"/>
            </a:xfrm>
            <a:custGeom>
              <a:avLst/>
              <a:gdLst/>
              <a:ahLst/>
              <a:cxnLst/>
              <a:rect r="r" b="b" t="t" l="l"/>
              <a:pathLst>
                <a:path h="783701" w="9311627">
                  <a:moveTo>
                    <a:pt x="0" y="0"/>
                  </a:moveTo>
                  <a:lnTo>
                    <a:pt x="9311627" y="0"/>
                  </a:lnTo>
                  <a:lnTo>
                    <a:pt x="9311627" y="783701"/>
                  </a:lnTo>
                  <a:lnTo>
                    <a:pt x="0" y="7837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5978" r="0" b="-16704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0"/>
              <a:ext cx="9311627" cy="878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Em sẽ thêm/sửa câu hỏi nào?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10270874" y="7894930"/>
            <a:ext cx="6881041" cy="690601"/>
          </a:xfrm>
          <a:custGeom>
            <a:avLst/>
            <a:gdLst/>
            <a:ahLst/>
            <a:cxnLst/>
            <a:rect r="r" b="b" t="t" l="l"/>
            <a:pathLst>
              <a:path h="690601" w="6881041">
                <a:moveTo>
                  <a:pt x="0" y="0"/>
                </a:moveTo>
                <a:lnTo>
                  <a:pt x="6881041" y="0"/>
                </a:lnTo>
                <a:lnTo>
                  <a:pt x="6881041" y="690600"/>
                </a:lnTo>
                <a:lnTo>
                  <a:pt x="0" y="6906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-302" r="0" b="-300"/>
            </a:stretch>
          </a:blipFill>
        </p:spPr>
      </p:sp>
      <p:sp>
        <p:nvSpPr>
          <p:cNvPr name="Freeform 83" id="83"/>
          <p:cNvSpPr/>
          <p:nvPr/>
        </p:nvSpPr>
        <p:spPr>
          <a:xfrm flipH="false" flipV="false" rot="0">
            <a:off x="7843761" y="9088765"/>
            <a:ext cx="254984" cy="226647"/>
          </a:xfrm>
          <a:custGeom>
            <a:avLst/>
            <a:gdLst/>
            <a:ahLst/>
            <a:cxnLst/>
            <a:rect r="r" b="b" t="t" l="l"/>
            <a:pathLst>
              <a:path h="226647" w="254984">
                <a:moveTo>
                  <a:pt x="0" y="0"/>
                </a:moveTo>
                <a:lnTo>
                  <a:pt x="254985" y="0"/>
                </a:lnTo>
                <a:lnTo>
                  <a:pt x="254985" y="226647"/>
                </a:lnTo>
                <a:lnTo>
                  <a:pt x="0" y="22664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" r="0" b="-3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217533" y="9032100"/>
            <a:ext cx="16220523" cy="374866"/>
            <a:chOff x="0" y="0"/>
            <a:chExt cx="21627363" cy="49982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1627337" cy="499872"/>
            </a:xfrm>
            <a:custGeom>
              <a:avLst/>
              <a:gdLst/>
              <a:ahLst/>
              <a:cxnLst/>
              <a:rect r="r" b="b" t="t" l="l"/>
              <a:pathLst>
                <a:path h="499872" w="21627337">
                  <a:moveTo>
                    <a:pt x="0" y="0"/>
                  </a:moveTo>
                  <a:lnTo>
                    <a:pt x="21627337" y="0"/>
                  </a:lnTo>
                  <a:lnTo>
                    <a:pt x="21627337" y="499872"/>
                  </a:lnTo>
                  <a:lnTo>
                    <a:pt x="0" y="4998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2454" r="0" b="-792444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17533" y="8989238"/>
            <a:ext cx="16220523" cy="537436"/>
            <a:chOff x="0" y="0"/>
            <a:chExt cx="21627363" cy="71658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1627364" cy="716585"/>
            </a:xfrm>
            <a:custGeom>
              <a:avLst/>
              <a:gdLst/>
              <a:ahLst/>
              <a:cxnLst/>
              <a:rect r="r" b="b" t="t" l="l"/>
              <a:pathLst>
                <a:path h="716585" w="21627364">
                  <a:moveTo>
                    <a:pt x="0" y="0"/>
                  </a:moveTo>
                  <a:lnTo>
                    <a:pt x="21627364" y="0"/>
                  </a:lnTo>
                  <a:lnTo>
                    <a:pt x="21627364" y="716585"/>
                  </a:lnTo>
                  <a:lnTo>
                    <a:pt x="0" y="71658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218" r="0" b="-526944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95250"/>
              <a:ext cx="21627363" cy="8118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2584" b="true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      </a:t>
              </a:r>
              <a:r>
                <a:rPr lang="en-US" sz="2584" b="true">
                  <a:solidFill>
                    <a:srgbClr val="5F6368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Nhóm:</a:t>
              </a:r>
              <a:r>
                <a:rPr lang="en-US" sz="2584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 ...........................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571500"/>
            <a:chOff x="0" y="0"/>
            <a:chExt cx="232029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906" r="0" b="-54290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07219"/>
            <a:ext cx="17402175" cy="850259"/>
            <a:chOff x="0" y="0"/>
            <a:chExt cx="23202900" cy="1133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133678"/>
            </a:xfrm>
            <a:custGeom>
              <a:avLst/>
              <a:gdLst/>
              <a:ahLst/>
              <a:cxnLst/>
              <a:rect r="r" b="b" t="t" l="l"/>
              <a:pathLst>
                <a:path h="1133678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291" r="0" b="-330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 trả lờ phiếu học tập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438275"/>
            <a:ext cx="1371600" cy="114300"/>
            <a:chOff x="0" y="0"/>
            <a:chExt cx="1828800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152400"/>
            </a:xfrm>
            <a:custGeom>
              <a:avLst/>
              <a:gdLst/>
              <a:ahLst/>
              <a:cxnLst/>
              <a:rect r="r" b="b" t="t" l="l"/>
              <a:pathLst>
                <a:path h="1524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152400"/>
                  </a:lnTo>
                  <a:lnTo>
                    <a:pt x="0" y="1524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1657350"/>
            <a:chOff x="0" y="0"/>
            <a:chExt cx="22821900" cy="2209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1981200"/>
                  </a:lnTo>
                  <a:cubicBezTo>
                    <a:pt x="22821900" y="2107438"/>
                    <a:pt x="22719537" y="2209800"/>
                    <a:pt x="22593300" y="2209800"/>
                  </a:cubicBezTo>
                  <a:lnTo>
                    <a:pt x="76200" y="2209800"/>
                  </a:lnTo>
                  <a:cubicBezTo>
                    <a:pt x="34163" y="2209800"/>
                    <a:pt x="0" y="2175637"/>
                    <a:pt x="0" y="2133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1657350"/>
            <a:chOff x="0" y="0"/>
            <a:chExt cx="76200" cy="220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209800"/>
            </a:xfrm>
            <a:custGeom>
              <a:avLst/>
              <a:gdLst/>
              <a:ahLst/>
              <a:cxnLst/>
              <a:rect r="r" b="b" t="t" l="l"/>
              <a:pathLst>
                <a:path h="2209800" w="76200">
                  <a:moveTo>
                    <a:pt x="76200" y="0"/>
                  </a:moveTo>
                  <a:lnTo>
                    <a:pt x="76200" y="2209800"/>
                  </a:lnTo>
                  <a:cubicBezTo>
                    <a:pt x="34163" y="2209800"/>
                    <a:pt x="0" y="2175637"/>
                    <a:pt x="0" y="2133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01045" y="2028825"/>
            <a:ext cx="257175" cy="400050"/>
            <a:chOff x="0" y="0"/>
            <a:chExt cx="342900" cy="533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42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722" t="0" r="-149722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01045" y="1978819"/>
            <a:ext cx="257175" cy="472154"/>
            <a:chOff x="0" y="0"/>
            <a:chExt cx="342900" cy="62953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42900" cy="629539"/>
            </a:xfrm>
            <a:custGeom>
              <a:avLst/>
              <a:gdLst/>
              <a:ahLst/>
              <a:cxnLst/>
              <a:rect r="r" b="b" t="t" l="l"/>
              <a:pathLst>
                <a:path h="629539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1" t="0" r="-174531" b="46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429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828800" y="1885950"/>
            <a:ext cx="15744825" cy="400050"/>
            <a:chOff x="0" y="0"/>
            <a:chExt cx="20993100" cy="533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0993100" cy="533400"/>
            </a:xfrm>
            <a:custGeom>
              <a:avLst/>
              <a:gdLst/>
              <a:ahLst/>
              <a:cxnLst/>
              <a:rect r="r" b="b" t="t" l="l"/>
              <a:pathLst>
                <a:path h="533400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6342" r="0" b="-71634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1843088"/>
            <a:ext cx="15744825" cy="670027"/>
            <a:chOff x="0" y="0"/>
            <a:chExt cx="20993100" cy="89336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993100" cy="893369"/>
            </a:xfrm>
            <a:custGeom>
              <a:avLst/>
              <a:gdLst/>
              <a:ahLst/>
              <a:cxnLst/>
              <a:rect r="r" b="b" t="t" l="l"/>
              <a:pathLst>
                <a:path h="893369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893369"/>
                  </a:lnTo>
                  <a:lnTo>
                    <a:pt x="0" y="8933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823" r="0" b="-3909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76200"/>
              <a:ext cx="20993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em chọn là: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28800" y="2400300"/>
            <a:ext cx="2300288" cy="571500"/>
            <a:chOff x="0" y="0"/>
            <a:chExt cx="3067050" cy="762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067050" cy="762000"/>
            </a:xfrm>
            <a:custGeom>
              <a:avLst/>
              <a:gdLst/>
              <a:ahLst/>
              <a:cxnLst/>
              <a:rect r="r" b="b" t="t" l="l"/>
              <a:pathLst>
                <a:path h="762000" w="3067050">
                  <a:moveTo>
                    <a:pt x="152400" y="0"/>
                  </a:moveTo>
                  <a:lnTo>
                    <a:pt x="2914650" y="0"/>
                  </a:lnTo>
                  <a:cubicBezTo>
                    <a:pt x="2998724" y="0"/>
                    <a:pt x="3067050" y="68326"/>
                    <a:pt x="3067050" y="152400"/>
                  </a:cubicBezTo>
                  <a:lnTo>
                    <a:pt x="3067050" y="609600"/>
                  </a:lnTo>
                  <a:cubicBezTo>
                    <a:pt x="3067050" y="693674"/>
                    <a:pt x="2998724" y="762000"/>
                    <a:pt x="291465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828800" y="2400300"/>
            <a:ext cx="2414588" cy="571500"/>
            <a:chOff x="0" y="0"/>
            <a:chExt cx="3219450" cy="7620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19450" cy="762000"/>
            </a:xfrm>
            <a:custGeom>
              <a:avLst/>
              <a:gdLst/>
              <a:ahLst/>
              <a:cxnLst/>
              <a:rect r="r" b="b" t="t" l="l"/>
              <a:pathLst>
                <a:path h="762000" w="3219450">
                  <a:moveTo>
                    <a:pt x="0" y="0"/>
                  </a:moveTo>
                  <a:lnTo>
                    <a:pt x="3219450" y="0"/>
                  </a:lnTo>
                  <a:lnTo>
                    <a:pt x="32194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66" r="0" b="-32266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828800" y="2336006"/>
            <a:ext cx="2414588" cy="635794"/>
            <a:chOff x="0" y="0"/>
            <a:chExt cx="3219450" cy="84772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219451" cy="847725"/>
            </a:xfrm>
            <a:custGeom>
              <a:avLst/>
              <a:gdLst/>
              <a:ahLst/>
              <a:cxnLst/>
              <a:rect r="r" b="b" t="t" l="l"/>
              <a:pathLst>
                <a:path h="847725" w="3219451">
                  <a:moveTo>
                    <a:pt x="0" y="0"/>
                  </a:moveTo>
                  <a:lnTo>
                    <a:pt x="3219451" y="0"/>
                  </a:lnTo>
                  <a:lnTo>
                    <a:pt x="3219451" y="847725"/>
                  </a:lnTo>
                  <a:lnTo>
                    <a:pt x="0" y="8477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999" r="0" b="-2399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321945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Yêu cầu đặt hàng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294822" y="2400300"/>
            <a:ext cx="2214562" cy="571500"/>
            <a:chOff x="0" y="0"/>
            <a:chExt cx="2952750" cy="76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52750" cy="762000"/>
            </a:xfrm>
            <a:custGeom>
              <a:avLst/>
              <a:gdLst/>
              <a:ahLst/>
              <a:cxnLst/>
              <a:rect r="r" b="b" t="t" l="l"/>
              <a:pathLst>
                <a:path h="762000" w="2952750">
                  <a:moveTo>
                    <a:pt x="152400" y="0"/>
                  </a:moveTo>
                  <a:lnTo>
                    <a:pt x="2800350" y="0"/>
                  </a:lnTo>
                  <a:cubicBezTo>
                    <a:pt x="2884424" y="0"/>
                    <a:pt x="2952750" y="68326"/>
                    <a:pt x="2952750" y="152400"/>
                  </a:cubicBezTo>
                  <a:lnTo>
                    <a:pt x="2952750" y="609600"/>
                  </a:lnTo>
                  <a:cubicBezTo>
                    <a:pt x="2952750" y="693674"/>
                    <a:pt x="2884424" y="762000"/>
                    <a:pt x="280035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4294822" y="2400300"/>
            <a:ext cx="2328862" cy="571500"/>
            <a:chOff x="0" y="0"/>
            <a:chExt cx="3105150" cy="762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105150" cy="762000"/>
            </a:xfrm>
            <a:custGeom>
              <a:avLst/>
              <a:gdLst/>
              <a:ahLst/>
              <a:cxnLst/>
              <a:rect r="r" b="b" t="t" l="l"/>
              <a:pathLst>
                <a:path h="762000" w="3105150">
                  <a:moveTo>
                    <a:pt x="0" y="0"/>
                  </a:moveTo>
                  <a:lnTo>
                    <a:pt x="3105150" y="0"/>
                  </a:lnTo>
                  <a:lnTo>
                    <a:pt x="31051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346" r="0" b="-2934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294822" y="2336006"/>
            <a:ext cx="2328862" cy="635794"/>
            <a:chOff x="0" y="0"/>
            <a:chExt cx="3105150" cy="84772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05149" cy="847725"/>
            </a:xfrm>
            <a:custGeom>
              <a:avLst/>
              <a:gdLst/>
              <a:ahLst/>
              <a:cxnLst/>
              <a:rect r="r" b="b" t="t" l="l"/>
              <a:pathLst>
                <a:path h="847725" w="3105149">
                  <a:moveTo>
                    <a:pt x="0" y="0"/>
                  </a:moveTo>
                  <a:lnTo>
                    <a:pt x="3105149" y="0"/>
                  </a:lnTo>
                  <a:lnTo>
                    <a:pt x="3105149" y="847725"/>
                  </a:lnTo>
                  <a:lnTo>
                    <a:pt x="0" y="8477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2" r="0" b="-2137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85725"/>
              <a:ext cx="310515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Thông tin liên hệ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687264" y="2400300"/>
            <a:ext cx="1857375" cy="571500"/>
            <a:chOff x="0" y="0"/>
            <a:chExt cx="24765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476500" cy="762000"/>
            </a:xfrm>
            <a:custGeom>
              <a:avLst/>
              <a:gdLst/>
              <a:ahLst/>
              <a:cxnLst/>
              <a:rect r="r" b="b" t="t" l="l"/>
              <a:pathLst>
                <a:path h="762000" w="2476500">
                  <a:moveTo>
                    <a:pt x="152400" y="0"/>
                  </a:moveTo>
                  <a:lnTo>
                    <a:pt x="2324100" y="0"/>
                  </a:lnTo>
                  <a:cubicBezTo>
                    <a:pt x="2408174" y="0"/>
                    <a:pt x="2476500" y="68326"/>
                    <a:pt x="2476500" y="152400"/>
                  </a:cubicBezTo>
                  <a:lnTo>
                    <a:pt x="2476500" y="609600"/>
                  </a:lnTo>
                  <a:cubicBezTo>
                    <a:pt x="2476500" y="693674"/>
                    <a:pt x="2408174" y="762000"/>
                    <a:pt x="2324100" y="762000"/>
                  </a:cubicBezTo>
                  <a:lnTo>
                    <a:pt x="152400" y="762000"/>
                  </a:lnTo>
                  <a:cubicBezTo>
                    <a:pt x="68326" y="762000"/>
                    <a:pt x="0" y="693674"/>
                    <a:pt x="0" y="609600"/>
                  </a:cubicBezTo>
                  <a:lnTo>
                    <a:pt x="0" y="152400"/>
                  </a:lnTo>
                  <a:cubicBezTo>
                    <a:pt x="0" y="68326"/>
                    <a:pt x="68326" y="0"/>
                    <a:pt x="1524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687264" y="2400300"/>
            <a:ext cx="1971675" cy="571500"/>
            <a:chOff x="0" y="0"/>
            <a:chExt cx="2628900" cy="762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628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6" r="0" b="-17176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687264" y="2336006"/>
            <a:ext cx="1971675" cy="635794"/>
            <a:chOff x="0" y="0"/>
            <a:chExt cx="2628900" cy="8477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28900" cy="847725"/>
            </a:xfrm>
            <a:custGeom>
              <a:avLst/>
              <a:gdLst/>
              <a:ahLst/>
              <a:cxnLst/>
              <a:rect r="r" b="b" t="t" l="l"/>
              <a:pathLst>
                <a:path h="847725" w="2628900">
                  <a:moveTo>
                    <a:pt x="0" y="0"/>
                  </a:moveTo>
                  <a:lnTo>
                    <a:pt x="2628900" y="0"/>
                  </a:lnTo>
                  <a:lnTo>
                    <a:pt x="2628900" y="847725"/>
                  </a:lnTo>
                  <a:lnTo>
                    <a:pt x="0" y="84772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425" r="0" b="-1042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85725"/>
              <a:ext cx="26289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Trả lời sự kiện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00075" y="3486150"/>
            <a:ext cx="17116425" cy="2000250"/>
            <a:chOff x="0" y="0"/>
            <a:chExt cx="22821900" cy="2667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8219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00075" y="3486150"/>
            <a:ext cx="57150" cy="2000250"/>
            <a:chOff x="0" y="0"/>
            <a:chExt cx="76200" cy="2667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62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62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14400" y="3771900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76938" y="3914775"/>
            <a:ext cx="300038" cy="400050"/>
            <a:chOff x="0" y="0"/>
            <a:chExt cx="400050" cy="533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00050" cy="533400"/>
            </a:xfrm>
            <a:custGeom>
              <a:avLst/>
              <a:gdLst/>
              <a:ahLst/>
              <a:cxnLst/>
              <a:rect r="r" b="b" t="t" l="l"/>
              <a:pathLst>
                <a:path h="533400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190" t="0" r="-12119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6938" y="3864769"/>
            <a:ext cx="300038" cy="472154"/>
            <a:chOff x="0" y="0"/>
            <a:chExt cx="400050" cy="6295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0051" cy="629539"/>
            </a:xfrm>
            <a:custGeom>
              <a:avLst/>
              <a:gdLst/>
              <a:ahLst/>
              <a:cxnLst/>
              <a:rect r="r" b="b" t="t" l="l"/>
              <a:pathLst>
                <a:path h="629539" w="400051">
                  <a:moveTo>
                    <a:pt x="0" y="0"/>
                  </a:moveTo>
                  <a:lnTo>
                    <a:pt x="400051" y="0"/>
                  </a:lnTo>
                  <a:lnTo>
                    <a:pt x="400051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2455" t="0" r="-142454" b="468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40005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828800" y="3771900"/>
            <a:ext cx="15744825" cy="400050"/>
            <a:chOff x="0" y="0"/>
            <a:chExt cx="20993100" cy="533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993100" cy="533400"/>
            </a:xfrm>
            <a:custGeom>
              <a:avLst/>
              <a:gdLst/>
              <a:ahLst/>
              <a:cxnLst/>
              <a:rect r="r" b="b" t="t" l="l"/>
              <a:pathLst>
                <a:path h="533400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6342" r="0" b="-71634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828800" y="3729038"/>
            <a:ext cx="15744825" cy="670027"/>
            <a:chOff x="0" y="0"/>
            <a:chExt cx="20993100" cy="89336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993100" cy="893369"/>
            </a:xfrm>
            <a:custGeom>
              <a:avLst/>
              <a:gdLst/>
              <a:ahLst/>
              <a:cxnLst/>
              <a:rect r="r" b="b" t="t" l="l"/>
              <a:pathLst>
                <a:path h="893369" w="20993100">
                  <a:moveTo>
                    <a:pt x="0" y="0"/>
                  </a:moveTo>
                  <a:lnTo>
                    <a:pt x="20993100" y="0"/>
                  </a:lnTo>
                  <a:lnTo>
                    <a:pt x="20993100" y="893369"/>
                  </a:lnTo>
                  <a:lnTo>
                    <a:pt x="0" y="8933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4823" r="0" b="-39092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20993100" cy="969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608"/>
                </a:lnSpc>
              </a:pPr>
              <a:r>
                <a:rPr lang="en-US" sz="32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Theo em biểu mẫu này dùng để thu thập thông tin gì?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00250" y="4457700"/>
            <a:ext cx="4843462" cy="571500"/>
            <a:chOff x="0" y="0"/>
            <a:chExt cx="6457950" cy="762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57950" cy="762000"/>
            </a:xfrm>
            <a:custGeom>
              <a:avLst/>
              <a:gdLst/>
              <a:ahLst/>
              <a:cxnLst/>
              <a:rect r="r" b="b" t="t" l="l"/>
              <a:pathLst>
                <a:path h="76200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21" r="0" b="-11502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000250" y="4421981"/>
            <a:ext cx="4843462" cy="943051"/>
            <a:chOff x="0" y="0"/>
            <a:chExt cx="6457950" cy="125740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57949" cy="1257402"/>
            </a:xfrm>
            <a:custGeom>
              <a:avLst/>
              <a:gdLst/>
              <a:ahLst/>
              <a:cxnLst/>
              <a:rect r="r" b="b" t="t" l="l"/>
              <a:pathLst>
                <a:path h="1257402" w="6457949">
                  <a:moveTo>
                    <a:pt x="0" y="0"/>
                  </a:moveTo>
                  <a:lnTo>
                    <a:pt x="6457949" y="0"/>
                  </a:lnTo>
                  <a:lnTo>
                    <a:pt x="6457949" y="1257402"/>
                  </a:lnTo>
                  <a:lnTo>
                    <a:pt x="0" y="12574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879" r="0" b="-3226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457950" cy="131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đặt hàng: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Thu thập thông tin khách hàng và sản phẩm cần đặt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258050" y="4457700"/>
            <a:ext cx="4843462" cy="571500"/>
            <a:chOff x="0" y="0"/>
            <a:chExt cx="6457950" cy="7620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57950" cy="762000"/>
            </a:xfrm>
            <a:custGeom>
              <a:avLst/>
              <a:gdLst/>
              <a:ahLst/>
              <a:cxnLst/>
              <a:rect r="r" b="b" t="t" l="l"/>
              <a:pathLst>
                <a:path h="76200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021" r="0" b="-11502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258050" y="4421981"/>
            <a:ext cx="4843462" cy="943051"/>
            <a:chOff x="0" y="0"/>
            <a:chExt cx="6457950" cy="125740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57949" cy="1257402"/>
            </a:xfrm>
            <a:custGeom>
              <a:avLst/>
              <a:gdLst/>
              <a:ahLst/>
              <a:cxnLst/>
              <a:rect r="r" b="b" t="t" l="l"/>
              <a:pathLst>
                <a:path h="1257402" w="6457949">
                  <a:moveTo>
                    <a:pt x="0" y="0"/>
                  </a:moveTo>
                  <a:lnTo>
                    <a:pt x="6457949" y="0"/>
                  </a:lnTo>
                  <a:lnTo>
                    <a:pt x="6457949" y="1257402"/>
                  </a:lnTo>
                  <a:lnTo>
                    <a:pt x="0" y="12574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7879" r="0" b="-3226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6457950" cy="131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Thông tin liên hệ: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Thu thập thông tin liên hệ của ngườ dùng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515850" y="4457700"/>
            <a:ext cx="4843462" cy="285750"/>
            <a:chOff x="0" y="0"/>
            <a:chExt cx="6457950" cy="381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457950" cy="381000"/>
            </a:xfrm>
            <a:custGeom>
              <a:avLst/>
              <a:gdLst/>
              <a:ahLst/>
              <a:cxnLst/>
              <a:rect r="r" b="b" t="t" l="l"/>
              <a:pathLst>
                <a:path h="381000" w="6457950">
                  <a:moveTo>
                    <a:pt x="0" y="0"/>
                  </a:moveTo>
                  <a:lnTo>
                    <a:pt x="6457950" y="0"/>
                  </a:lnTo>
                  <a:lnTo>
                    <a:pt x="64579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043" r="0" b="-28004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2515850" y="4421981"/>
            <a:ext cx="4843462" cy="943051"/>
            <a:chOff x="0" y="0"/>
            <a:chExt cx="6457950" cy="125740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57949" cy="1257402"/>
            </a:xfrm>
            <a:custGeom>
              <a:avLst/>
              <a:gdLst/>
              <a:ahLst/>
              <a:cxnLst/>
              <a:rect r="r" b="b" t="t" l="l"/>
              <a:pathLst>
                <a:path h="1257402" w="6457949">
                  <a:moveTo>
                    <a:pt x="0" y="0"/>
                  </a:moveTo>
                  <a:lnTo>
                    <a:pt x="6457949" y="0"/>
                  </a:lnTo>
                  <a:lnTo>
                    <a:pt x="6457949" y="1257402"/>
                  </a:lnTo>
                  <a:lnTo>
                    <a:pt x="0" y="125740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3030" r="0" b="-1711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57150"/>
              <a:ext cx="6457950" cy="131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56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Trả lời sự kiện: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Thu thập thông tin tham gia sự kiện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00075" y="5715000"/>
            <a:ext cx="8401050" cy="2228850"/>
            <a:chOff x="0" y="0"/>
            <a:chExt cx="11201400" cy="29718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201400" cy="2971800"/>
            </a:xfrm>
            <a:custGeom>
              <a:avLst/>
              <a:gdLst/>
              <a:ahLst/>
              <a:cxnLst/>
              <a:rect r="r" b="b" t="t" l="l"/>
              <a:pathLst>
                <a:path h="2971800" w="112014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743200"/>
                  </a:lnTo>
                  <a:cubicBezTo>
                    <a:pt x="11201400" y="2869311"/>
                    <a:pt x="11098911" y="2971800"/>
                    <a:pt x="10972800" y="2971800"/>
                  </a:cubicBez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600075" y="5715000"/>
            <a:ext cx="57150" cy="2228850"/>
            <a:chOff x="0" y="0"/>
            <a:chExt cx="76200" cy="2971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200" cy="2971800"/>
            </a:xfrm>
            <a:custGeom>
              <a:avLst/>
              <a:gdLst/>
              <a:ahLst/>
              <a:cxnLst/>
              <a:rect r="r" b="b" t="t" l="l"/>
              <a:pathLst>
                <a:path h="2971800" w="76200">
                  <a:moveTo>
                    <a:pt x="76200" y="0"/>
                  </a:move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14400" y="6000750"/>
            <a:ext cx="685800" cy="685800"/>
            <a:chOff x="0" y="0"/>
            <a:chExt cx="914400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173185" y="6143625"/>
            <a:ext cx="314325" cy="400050"/>
            <a:chOff x="0" y="0"/>
            <a:chExt cx="419100" cy="5334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91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409" t="0" r="-113409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73185" y="6093619"/>
            <a:ext cx="314325" cy="472154"/>
            <a:chOff x="0" y="0"/>
            <a:chExt cx="419100" cy="62953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19100" cy="629539"/>
            </a:xfrm>
            <a:custGeom>
              <a:avLst/>
              <a:gdLst/>
              <a:ahLst/>
              <a:cxnLst/>
              <a:rect r="r" b="b" t="t" l="l"/>
              <a:pathLst>
                <a:path h="62953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3707" t="0" r="-133707" b="468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57150"/>
              <a:ext cx="4191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828800" y="6000750"/>
            <a:ext cx="7015162" cy="400050"/>
            <a:chOff x="0" y="0"/>
            <a:chExt cx="9353550" cy="533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353550" cy="533400"/>
            </a:xfrm>
            <a:custGeom>
              <a:avLst/>
              <a:gdLst/>
              <a:ahLst/>
              <a:cxnLst/>
              <a:rect r="r" b="b" t="t" l="l"/>
              <a:pathLst>
                <a:path h="533400" w="9353550">
                  <a:moveTo>
                    <a:pt x="0" y="0"/>
                  </a:moveTo>
                  <a:lnTo>
                    <a:pt x="9353550" y="0"/>
                  </a:lnTo>
                  <a:lnTo>
                    <a:pt x="935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447" r="0" b="-291445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828800" y="5943600"/>
            <a:ext cx="7015162" cy="668884"/>
            <a:chOff x="0" y="0"/>
            <a:chExt cx="9353550" cy="89184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353549" cy="891845"/>
            </a:xfrm>
            <a:custGeom>
              <a:avLst/>
              <a:gdLst/>
              <a:ahLst/>
              <a:cxnLst/>
              <a:rect r="r" b="b" t="t" l="l"/>
              <a:pathLst>
                <a:path h="891845" w="9353549">
                  <a:moveTo>
                    <a:pt x="0" y="0"/>
                  </a:moveTo>
                  <a:lnTo>
                    <a:pt x="9353549" y="0"/>
                  </a:lnTo>
                  <a:lnTo>
                    <a:pt x="9353549" y="891845"/>
                  </a:lnTo>
                  <a:lnTo>
                    <a:pt x="0" y="8918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180" r="0" b="-13853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104775"/>
              <a:ext cx="9353550" cy="99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đã rõ ràng và phù hợp chưa?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828800" y="6515100"/>
            <a:ext cx="7000875" cy="685800"/>
            <a:chOff x="0" y="0"/>
            <a:chExt cx="9334500" cy="914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334500" cy="914400"/>
            </a:xfrm>
            <a:custGeom>
              <a:avLst/>
              <a:gdLst/>
              <a:ahLst/>
              <a:cxnLst/>
              <a:rect r="r" b="b" t="t" l="l"/>
              <a:pathLst>
                <a:path h="9144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770" r="0" b="-148772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828800" y="6450806"/>
            <a:ext cx="7000875" cy="1430350"/>
            <a:chOff x="0" y="0"/>
            <a:chExt cx="9334500" cy="190713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34500" cy="1907134"/>
            </a:xfrm>
            <a:custGeom>
              <a:avLst/>
              <a:gdLst/>
              <a:ahLst/>
              <a:cxnLst/>
              <a:rect r="r" b="b" t="t" l="l"/>
              <a:pathLst>
                <a:path h="1907134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1907134"/>
                  </a:lnTo>
                  <a:lnTo>
                    <a:pt x="0" y="19071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149" r="0" b="-2159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85725"/>
              <a:ext cx="9334500" cy="19928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Câu hỏi rõ ràng và phù hợp với mục đích của biểu mẫu. Các thông tin được yêu cầu giúp thu thập dữ liệu cần thiết.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315450" y="5715000"/>
            <a:ext cx="8401050" cy="2228850"/>
            <a:chOff x="0" y="0"/>
            <a:chExt cx="11201400" cy="29718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201400" cy="2971800"/>
            </a:xfrm>
            <a:custGeom>
              <a:avLst/>
              <a:gdLst/>
              <a:ahLst/>
              <a:cxnLst/>
              <a:rect r="r" b="b" t="t" l="l"/>
              <a:pathLst>
                <a:path h="2971800" w="11201400">
                  <a:moveTo>
                    <a:pt x="76200" y="0"/>
                  </a:moveTo>
                  <a:lnTo>
                    <a:pt x="10972800" y="0"/>
                  </a:lnTo>
                  <a:cubicBezTo>
                    <a:pt x="11098911" y="0"/>
                    <a:pt x="11201400" y="102489"/>
                    <a:pt x="11201400" y="228600"/>
                  </a:cubicBezTo>
                  <a:lnTo>
                    <a:pt x="11201400" y="2743200"/>
                  </a:lnTo>
                  <a:cubicBezTo>
                    <a:pt x="11201400" y="2869311"/>
                    <a:pt x="11098911" y="2971800"/>
                    <a:pt x="10972800" y="2971800"/>
                  </a:cubicBez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315450" y="5715000"/>
            <a:ext cx="57150" cy="2228850"/>
            <a:chOff x="0" y="0"/>
            <a:chExt cx="76200" cy="29718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76200" cy="2971800"/>
            </a:xfrm>
            <a:custGeom>
              <a:avLst/>
              <a:gdLst/>
              <a:ahLst/>
              <a:cxnLst/>
              <a:rect r="r" b="b" t="t" l="l"/>
              <a:pathLst>
                <a:path h="2971800" w="76200">
                  <a:moveTo>
                    <a:pt x="76200" y="0"/>
                  </a:moveTo>
                  <a:lnTo>
                    <a:pt x="76200" y="2971800"/>
                  </a:lnTo>
                  <a:cubicBezTo>
                    <a:pt x="34163" y="2971800"/>
                    <a:pt x="0" y="2937637"/>
                    <a:pt x="0" y="2895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9629775" y="6000750"/>
            <a:ext cx="685800" cy="685800"/>
            <a:chOff x="0" y="0"/>
            <a:chExt cx="914400" cy="914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457200" y="0"/>
                  </a:moveTo>
                  <a:cubicBezTo>
                    <a:pt x="709549" y="0"/>
                    <a:pt x="914400" y="204851"/>
                    <a:pt x="914400" y="457200"/>
                  </a:cubicBezTo>
                  <a:cubicBezTo>
                    <a:pt x="914400" y="709549"/>
                    <a:pt x="709549" y="914400"/>
                    <a:pt x="457200" y="914400"/>
                  </a:cubicBezTo>
                  <a:cubicBezTo>
                    <a:pt x="204851" y="914400"/>
                    <a:pt x="0" y="709549"/>
                    <a:pt x="0" y="457200"/>
                  </a:cubicBezTo>
                  <a:cubicBezTo>
                    <a:pt x="0" y="204851"/>
                    <a:pt x="204851" y="0"/>
                    <a:pt x="457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888912" y="6143625"/>
            <a:ext cx="314325" cy="400050"/>
            <a:chOff x="0" y="0"/>
            <a:chExt cx="419100" cy="533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91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409" t="0" r="-113409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9888912" y="6093619"/>
            <a:ext cx="314325" cy="472154"/>
            <a:chOff x="0" y="0"/>
            <a:chExt cx="419100" cy="62953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9100" cy="629539"/>
            </a:xfrm>
            <a:custGeom>
              <a:avLst/>
              <a:gdLst/>
              <a:ahLst/>
              <a:cxnLst/>
              <a:rect r="r" b="b" t="t" l="l"/>
              <a:pathLst>
                <a:path h="62953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33707" t="0" r="-133707" b="468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191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544175" y="6000750"/>
            <a:ext cx="7015162" cy="400050"/>
            <a:chOff x="0" y="0"/>
            <a:chExt cx="9353550" cy="5334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353550" cy="533400"/>
            </a:xfrm>
            <a:custGeom>
              <a:avLst/>
              <a:gdLst/>
              <a:ahLst/>
              <a:cxnLst/>
              <a:rect r="r" b="b" t="t" l="l"/>
              <a:pathLst>
                <a:path h="533400" w="9353550">
                  <a:moveTo>
                    <a:pt x="0" y="0"/>
                  </a:moveTo>
                  <a:lnTo>
                    <a:pt x="9353550" y="0"/>
                  </a:lnTo>
                  <a:lnTo>
                    <a:pt x="9353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447" r="0" b="-291445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544175" y="5943600"/>
            <a:ext cx="7015162" cy="668884"/>
            <a:chOff x="0" y="0"/>
            <a:chExt cx="9353550" cy="89184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353549" cy="891845"/>
            </a:xfrm>
            <a:custGeom>
              <a:avLst/>
              <a:gdLst/>
              <a:ahLst/>
              <a:cxnLst/>
              <a:rect r="r" b="b" t="t" l="l"/>
              <a:pathLst>
                <a:path h="891845" w="9353549">
                  <a:moveTo>
                    <a:pt x="0" y="0"/>
                  </a:moveTo>
                  <a:lnTo>
                    <a:pt x="9353549" y="0"/>
                  </a:lnTo>
                  <a:lnTo>
                    <a:pt x="9353549" y="891845"/>
                  </a:lnTo>
                  <a:lnTo>
                    <a:pt x="0" y="8918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180" r="0" b="-13853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04775"/>
              <a:ext cx="9353550" cy="996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992"/>
                </a:lnSpc>
              </a:pPr>
              <a:r>
                <a:rPr lang="en-US" sz="32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Em sẽ thêm/sửa câu hỏi nào?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0544175" y="6515100"/>
            <a:ext cx="7000875" cy="342900"/>
            <a:chOff x="0" y="0"/>
            <a:chExt cx="9334500" cy="4572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334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41" r="0" b="-347544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10544175" y="6450806"/>
            <a:ext cx="7000875" cy="496900"/>
            <a:chOff x="0" y="0"/>
            <a:chExt cx="9334500" cy="66253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9334500" cy="662534"/>
            </a:xfrm>
            <a:custGeom>
              <a:avLst/>
              <a:gdLst/>
              <a:ahLst/>
              <a:cxnLst/>
              <a:rect r="r" b="b" t="t" l="l"/>
              <a:pathLst>
                <a:path h="662534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662534"/>
                  </a:lnTo>
                  <a:lnTo>
                    <a:pt x="0" y="66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3553" r="0" b="-21549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85725"/>
              <a:ext cx="93345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• Thêm câu hỏi ý kiến phản hồi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0544175" y="6915150"/>
            <a:ext cx="7000875" cy="342900"/>
            <a:chOff x="0" y="0"/>
            <a:chExt cx="9334500" cy="457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334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41" r="0" b="-347544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0544175" y="6850856"/>
            <a:ext cx="7000875" cy="496900"/>
            <a:chOff x="0" y="0"/>
            <a:chExt cx="9334500" cy="66253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334500" cy="662534"/>
            </a:xfrm>
            <a:custGeom>
              <a:avLst/>
              <a:gdLst/>
              <a:ahLst/>
              <a:cxnLst/>
              <a:rect r="r" b="b" t="t" l="l"/>
              <a:pathLst>
                <a:path h="662534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662534"/>
                  </a:lnTo>
                  <a:lnTo>
                    <a:pt x="0" y="66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3553" r="0" b="-215499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85725"/>
              <a:ext cx="93345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• Thêm câu hỏi mức độ hài lòng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544175" y="7315200"/>
            <a:ext cx="7000875" cy="342900"/>
            <a:chOff x="0" y="0"/>
            <a:chExt cx="9334500" cy="4572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334500" cy="457200"/>
            </a:xfrm>
            <a:custGeom>
              <a:avLst/>
              <a:gdLst/>
              <a:ahLst/>
              <a:cxnLst/>
              <a:rect r="r" b="b" t="t" l="l"/>
              <a:pathLst>
                <a:path h="457200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7541" r="0" b="-347544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544175" y="7250906"/>
            <a:ext cx="7000875" cy="496900"/>
            <a:chOff x="0" y="0"/>
            <a:chExt cx="9334500" cy="662534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334500" cy="662534"/>
            </a:xfrm>
            <a:custGeom>
              <a:avLst/>
              <a:gdLst/>
              <a:ahLst/>
              <a:cxnLst/>
              <a:rect r="r" b="b" t="t" l="l"/>
              <a:pathLst>
                <a:path h="662534" w="9334500">
                  <a:moveTo>
                    <a:pt x="0" y="0"/>
                  </a:moveTo>
                  <a:lnTo>
                    <a:pt x="9334500" y="0"/>
                  </a:lnTo>
                  <a:lnTo>
                    <a:pt x="9334500" y="662534"/>
                  </a:lnTo>
                  <a:lnTo>
                    <a:pt x="0" y="6625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3553" r="0" b="-215499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85725"/>
              <a:ext cx="93345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• Bổ sung phương án trả lời rõ ràng hơn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571500"/>
            <a:chOff x="0" y="0"/>
            <a:chExt cx="23202900" cy="76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2906" r="0" b="-54290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07219"/>
            <a:ext cx="17402175" cy="850259"/>
            <a:chOff x="0" y="0"/>
            <a:chExt cx="23202900" cy="113367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133678"/>
            </a:xfrm>
            <a:custGeom>
              <a:avLst/>
              <a:gdLst/>
              <a:ahLst/>
              <a:cxnLst/>
              <a:rect r="r" b="b" t="t" l="l"/>
              <a:pathLst>
                <a:path h="1133678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678"/>
                  </a:lnTo>
                  <a:lnTo>
                    <a:pt x="0" y="113367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7291" r="0" b="-33030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765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Đặc điểm của biểu mẫu tốt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800225"/>
            <a:ext cx="5486400" cy="3400425"/>
            <a:chOff x="0" y="0"/>
            <a:chExt cx="7315200" cy="4533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15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1500" y="1800225"/>
            <a:ext cx="5486400" cy="57150"/>
            <a:chOff x="0" y="0"/>
            <a:chExt cx="731520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15200" cy="76200"/>
            </a:xfrm>
            <a:custGeom>
              <a:avLst/>
              <a:gdLst/>
              <a:ahLst/>
              <a:cxnLst/>
              <a:rect r="r" b="b" t="t" l="l"/>
              <a:pathLst>
                <a:path h="762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743200" y="2171700"/>
            <a:ext cx="1143000" cy="1143000"/>
            <a:chOff x="0" y="0"/>
            <a:chExt cx="15240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057525" y="24860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842962" y="3543300"/>
            <a:ext cx="4943475" cy="400050"/>
            <a:chOff x="0" y="0"/>
            <a:chExt cx="6591300" cy="533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91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11" r="0" b="-19061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2962" y="3500438"/>
            <a:ext cx="4943475" cy="582701"/>
            <a:chOff x="0" y="0"/>
            <a:chExt cx="6591300" cy="7769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91300" cy="776935"/>
            </a:xfrm>
            <a:custGeom>
              <a:avLst/>
              <a:gdLst/>
              <a:ahLst/>
              <a:cxnLst/>
              <a:rect r="r" b="b" t="t" l="l"/>
              <a:pathLst>
                <a:path h="776935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776935"/>
                  </a:lnTo>
                  <a:lnTo>
                    <a:pt x="0" y="776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7300" r="0" b="-10331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591300" cy="84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27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đích rõ ràng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57250" y="4114800"/>
            <a:ext cx="4914900" cy="742950"/>
            <a:chOff x="0" y="0"/>
            <a:chExt cx="6553200" cy="990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53200" cy="990600"/>
            </a:xfrm>
            <a:custGeom>
              <a:avLst/>
              <a:gdLst/>
              <a:ahLst/>
              <a:cxnLst/>
              <a:rect r="r" b="b" t="t" l="l"/>
              <a:pathLst>
                <a:path h="9906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11" r="0" b="-7881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7250" y="4036219"/>
            <a:ext cx="4914900" cy="1003249"/>
            <a:chOff x="0" y="0"/>
            <a:chExt cx="6553200" cy="13376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532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513" r="0" b="-364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65532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Biểu mẫu cần có mục đích rõ ràng, xác định rõ thông tin cần thu thập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0" y="1800225"/>
            <a:ext cx="5486400" cy="3400425"/>
            <a:chOff x="0" y="0"/>
            <a:chExt cx="7315200" cy="45339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0" y="1800225"/>
            <a:ext cx="5486400" cy="57150"/>
            <a:chOff x="0" y="0"/>
            <a:chExt cx="73152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76200"/>
            </a:xfrm>
            <a:custGeom>
              <a:avLst/>
              <a:gdLst/>
              <a:ahLst/>
              <a:cxnLst/>
              <a:rect r="r" b="b" t="t" l="l"/>
              <a:pathLst>
                <a:path h="762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572500" y="2171700"/>
            <a:ext cx="1143000" cy="1143000"/>
            <a:chOff x="0" y="0"/>
            <a:chExt cx="1524000" cy="1524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886825" y="24860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672262" y="3543300"/>
            <a:ext cx="4943475" cy="400050"/>
            <a:chOff x="0" y="0"/>
            <a:chExt cx="6591300" cy="533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91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11" r="0" b="-19061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672262" y="3500437"/>
            <a:ext cx="4943475" cy="472154"/>
            <a:chOff x="0" y="0"/>
            <a:chExt cx="6591300" cy="6295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591300" cy="629539"/>
            </a:xfrm>
            <a:custGeom>
              <a:avLst/>
              <a:gdLst/>
              <a:ahLst/>
              <a:cxnLst/>
              <a:rect r="r" b="b" t="t" l="l"/>
              <a:pathLst>
                <a:path h="629539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05" r="0" b="-1509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65913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ngắn gọn, dễ hiểu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86550" y="4114800"/>
            <a:ext cx="4914900" cy="742950"/>
            <a:chOff x="0" y="0"/>
            <a:chExt cx="6553200" cy="990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53200" cy="990600"/>
            </a:xfrm>
            <a:custGeom>
              <a:avLst/>
              <a:gdLst/>
              <a:ahLst/>
              <a:cxnLst/>
              <a:rect r="r" b="b" t="t" l="l"/>
              <a:pathLst>
                <a:path h="9906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11" r="0" b="-78811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86550" y="4036219"/>
            <a:ext cx="4914900" cy="1003249"/>
            <a:chOff x="0" y="0"/>
            <a:chExt cx="6553200" cy="13376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532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513" r="0" b="-364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65532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Câu hỏi phải ngắn gọn, dễ hiểu, tránh gây nhầm lẫn cho ngườ trả lờ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230100" y="1800225"/>
            <a:ext cx="5486400" cy="3400425"/>
            <a:chOff x="0" y="0"/>
            <a:chExt cx="7315200" cy="45339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0" cy="4533900"/>
            </a:xfrm>
            <a:custGeom>
              <a:avLst/>
              <a:gdLst/>
              <a:ahLst/>
              <a:cxnLst/>
              <a:rect r="r" b="b" t="t" l="l"/>
              <a:pathLst>
                <a:path h="45339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7315200" y="4305300"/>
                  </a:lnTo>
                  <a:cubicBezTo>
                    <a:pt x="7315200" y="4431538"/>
                    <a:pt x="7212838" y="4533900"/>
                    <a:pt x="7086600" y="4533900"/>
                  </a:cubicBezTo>
                  <a:lnTo>
                    <a:pt x="228600" y="4533900"/>
                  </a:lnTo>
                  <a:cubicBezTo>
                    <a:pt x="102362" y="4533900"/>
                    <a:pt x="0" y="4431538"/>
                    <a:pt x="0" y="43053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230100" y="1800225"/>
            <a:ext cx="5486400" cy="57150"/>
            <a:chOff x="0" y="0"/>
            <a:chExt cx="7315200" cy="76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0" cy="76200"/>
            </a:xfrm>
            <a:custGeom>
              <a:avLst/>
              <a:gdLst/>
              <a:ahLst/>
              <a:cxnLst/>
              <a:rect r="r" b="b" t="t" l="l"/>
              <a:pathLst>
                <a:path h="76200" w="7315200">
                  <a:moveTo>
                    <a:pt x="76200" y="0"/>
                  </a:moveTo>
                  <a:lnTo>
                    <a:pt x="7239000" y="0"/>
                  </a:lnTo>
                  <a:cubicBezTo>
                    <a:pt x="7281037" y="0"/>
                    <a:pt x="7315200" y="34163"/>
                    <a:pt x="73152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401800" y="2171700"/>
            <a:ext cx="1143000" cy="1143000"/>
            <a:chOff x="0" y="0"/>
            <a:chExt cx="1524000" cy="1524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762000" y="0"/>
                  </a:moveTo>
                  <a:cubicBezTo>
                    <a:pt x="1182497" y="0"/>
                    <a:pt x="1524000" y="341503"/>
                    <a:pt x="1524000" y="762000"/>
                  </a:cubicBezTo>
                  <a:cubicBezTo>
                    <a:pt x="1524000" y="1182497"/>
                    <a:pt x="1182497" y="1524000"/>
                    <a:pt x="762000" y="1524000"/>
                  </a:cubicBezTo>
                  <a:cubicBezTo>
                    <a:pt x="341503" y="1524000"/>
                    <a:pt x="0" y="1182497"/>
                    <a:pt x="0" y="762000"/>
                  </a:cubicBezTo>
                  <a:cubicBezTo>
                    <a:pt x="0" y="341503"/>
                    <a:pt x="341503" y="0"/>
                    <a:pt x="7620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4716125" y="2486025"/>
            <a:ext cx="514350" cy="514350"/>
          </a:xfrm>
          <a:custGeom>
            <a:avLst/>
            <a:gdLst/>
            <a:ahLst/>
            <a:cxnLst/>
            <a:rect r="r" b="b" t="t" l="l"/>
            <a:pathLst>
              <a:path h="514350" w="514350">
                <a:moveTo>
                  <a:pt x="0" y="0"/>
                </a:moveTo>
                <a:lnTo>
                  <a:pt x="514350" y="0"/>
                </a:lnTo>
                <a:lnTo>
                  <a:pt x="514350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501562" y="3543300"/>
            <a:ext cx="4943475" cy="400050"/>
            <a:chOff x="0" y="0"/>
            <a:chExt cx="6591300" cy="533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91300" cy="533400"/>
            </a:xfrm>
            <a:custGeom>
              <a:avLst/>
              <a:gdLst/>
              <a:ahLst/>
              <a:cxnLst/>
              <a:rect r="r" b="b" t="t" l="l"/>
              <a:pathLst>
                <a:path h="533400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11" r="0" b="-19061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501562" y="3500437"/>
            <a:ext cx="4943475" cy="472154"/>
            <a:chOff x="0" y="0"/>
            <a:chExt cx="6591300" cy="6295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591300" cy="629539"/>
            </a:xfrm>
            <a:custGeom>
              <a:avLst/>
              <a:gdLst/>
              <a:ahLst/>
              <a:cxnLst/>
              <a:rect r="r" b="b" t="t" l="l"/>
              <a:pathLst>
                <a:path h="629539" w="6591300">
                  <a:moveTo>
                    <a:pt x="0" y="0"/>
                  </a:moveTo>
                  <a:lnTo>
                    <a:pt x="6591300" y="0"/>
                  </a:lnTo>
                  <a:lnTo>
                    <a:pt x="65913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7105" r="0" b="-15091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6591300" cy="6866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Phương án phù hợp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515850" y="4114800"/>
            <a:ext cx="4914900" cy="742950"/>
            <a:chOff x="0" y="0"/>
            <a:chExt cx="6553200" cy="9906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553200" cy="990600"/>
            </a:xfrm>
            <a:custGeom>
              <a:avLst/>
              <a:gdLst/>
              <a:ahLst/>
              <a:cxnLst/>
              <a:rect r="r" b="b" t="t" l="l"/>
              <a:pathLst>
                <a:path h="990600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811" r="0" b="-78811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515850" y="4036219"/>
            <a:ext cx="4914900" cy="1003249"/>
            <a:chOff x="0" y="0"/>
            <a:chExt cx="6553200" cy="13376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5532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6553200">
                  <a:moveTo>
                    <a:pt x="0" y="0"/>
                  </a:moveTo>
                  <a:lnTo>
                    <a:pt x="6553200" y="0"/>
                  </a:lnTo>
                  <a:lnTo>
                    <a:pt x="65532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513" r="0" b="-3640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65532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Phương án trả lờ phải phù hợp với mục đích khảo sát, đầy đủ và rõ ràng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71500" y="5543550"/>
            <a:ext cx="17145000" cy="2343150"/>
            <a:chOff x="0" y="0"/>
            <a:chExt cx="22860000" cy="31242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860000" cy="3124200"/>
            </a:xfrm>
            <a:custGeom>
              <a:avLst/>
              <a:gdLst/>
              <a:ahLst/>
              <a:cxnLst/>
              <a:rect r="r" b="b" t="t" l="l"/>
              <a:pathLst>
                <a:path h="31242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2895600"/>
                  </a:lnTo>
                  <a:cubicBezTo>
                    <a:pt x="22860000" y="3021838"/>
                    <a:pt x="22757637" y="3124200"/>
                    <a:pt x="22631400" y="3124200"/>
                  </a:cubicBezTo>
                  <a:lnTo>
                    <a:pt x="228600" y="3124200"/>
                  </a:lnTo>
                  <a:cubicBezTo>
                    <a:pt x="102362" y="3124200"/>
                    <a:pt x="0" y="3021838"/>
                    <a:pt x="0" y="2895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000125" y="5943419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343025" y="5886450"/>
            <a:ext cx="16202025" cy="457200"/>
            <a:chOff x="0" y="0"/>
            <a:chExt cx="21602700" cy="6096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602700" cy="609600"/>
            </a:xfrm>
            <a:custGeom>
              <a:avLst/>
              <a:gdLst/>
              <a:ahLst/>
              <a:cxnLst/>
              <a:rect r="r" b="b" t="t" l="l"/>
              <a:pathLst>
                <a:path h="609600" w="21602700">
                  <a:moveTo>
                    <a:pt x="0" y="0"/>
                  </a:moveTo>
                  <a:lnTo>
                    <a:pt x="21602700" y="0"/>
                  </a:lnTo>
                  <a:lnTo>
                    <a:pt x="21602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020" r="0" b="-64002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343025" y="5865019"/>
            <a:ext cx="16202025" cy="563918"/>
            <a:chOff x="0" y="0"/>
            <a:chExt cx="21602700" cy="751891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602700" cy="751891"/>
            </a:xfrm>
            <a:custGeom>
              <a:avLst/>
              <a:gdLst/>
              <a:ahLst/>
              <a:cxnLst/>
              <a:rect r="r" b="b" t="t" l="l"/>
              <a:pathLst>
                <a:path h="751891" w="21602700">
                  <a:moveTo>
                    <a:pt x="0" y="0"/>
                  </a:moveTo>
                  <a:lnTo>
                    <a:pt x="21602700" y="0"/>
                  </a:lnTo>
                  <a:lnTo>
                    <a:pt x="21602700" y="751891"/>
                  </a:lnTo>
                  <a:lnTo>
                    <a:pt x="0" y="75189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7389" r="0" b="-50226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1602700" cy="7804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Lưu ý khi thiết kế biểu mẫu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50119" y="6629219"/>
            <a:ext cx="285750" cy="285750"/>
            <a:chOff x="0" y="0"/>
            <a:chExt cx="381000" cy="381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443038" y="6572069"/>
            <a:ext cx="6715125" cy="371475"/>
            <a:chOff x="0" y="0"/>
            <a:chExt cx="8953500" cy="4953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953500" cy="495300"/>
            </a:xfrm>
            <a:custGeom>
              <a:avLst/>
              <a:gdLst/>
              <a:ahLst/>
              <a:cxnLst/>
              <a:rect r="r" b="b" t="t" l="l"/>
              <a:pathLst>
                <a:path h="495300" w="8953500">
                  <a:moveTo>
                    <a:pt x="0" y="0"/>
                  </a:moveTo>
                  <a:lnTo>
                    <a:pt x="8953500" y="0"/>
                  </a:lnTo>
                  <a:lnTo>
                    <a:pt x="89535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84" r="0" b="-301984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443038" y="6543237"/>
            <a:ext cx="8193881" cy="498424"/>
            <a:chOff x="0" y="0"/>
            <a:chExt cx="10925175" cy="66456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25175" cy="664566"/>
            </a:xfrm>
            <a:custGeom>
              <a:avLst/>
              <a:gdLst/>
              <a:ahLst/>
              <a:cxnLst/>
              <a:rect r="r" b="b" t="t" l="l"/>
              <a:pathLst>
                <a:path h="664566" w="10925175">
                  <a:moveTo>
                    <a:pt x="0" y="0"/>
                  </a:moveTo>
                  <a:lnTo>
                    <a:pt x="10925175" y="0"/>
                  </a:lnTo>
                  <a:lnTo>
                    <a:pt x="10925175" y="664566"/>
                  </a:lnTo>
                  <a:lnTo>
                    <a:pt x="0" y="66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7368" r="18047" b="-207664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14300"/>
              <a:ext cx="10925175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Xác định rõ mục đích thu thập thông tin trước khi tạo biểu mẫu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558338" y="6649574"/>
            <a:ext cx="285750" cy="285750"/>
            <a:chOff x="0" y="0"/>
            <a:chExt cx="381000" cy="3810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44088" y="6572069"/>
            <a:ext cx="6329362" cy="371475"/>
            <a:chOff x="0" y="0"/>
            <a:chExt cx="8439150" cy="4953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8439150" cy="495300"/>
            </a:xfrm>
            <a:custGeom>
              <a:avLst/>
              <a:gdLst/>
              <a:ahLst/>
              <a:cxnLst/>
              <a:rect r="r" b="b" t="t" l="l"/>
              <a:pathLst>
                <a:path h="495300" w="8439150">
                  <a:moveTo>
                    <a:pt x="0" y="0"/>
                  </a:moveTo>
                  <a:lnTo>
                    <a:pt x="8439150" y="0"/>
                  </a:lnTo>
                  <a:lnTo>
                    <a:pt x="84391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764" r="0" b="-281764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0053638" y="6465913"/>
            <a:ext cx="7586662" cy="498424"/>
            <a:chOff x="0" y="0"/>
            <a:chExt cx="10115550" cy="66456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115549" cy="664566"/>
            </a:xfrm>
            <a:custGeom>
              <a:avLst/>
              <a:gdLst/>
              <a:ahLst/>
              <a:cxnLst/>
              <a:rect r="r" b="b" t="t" l="l"/>
              <a:pathLst>
                <a:path h="664566" w="10115549">
                  <a:moveTo>
                    <a:pt x="0" y="0"/>
                  </a:moveTo>
                  <a:lnTo>
                    <a:pt x="10115549" y="0"/>
                  </a:lnTo>
                  <a:lnTo>
                    <a:pt x="10115549" y="664566"/>
                  </a:lnTo>
                  <a:lnTo>
                    <a:pt x="0" y="66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2287" r="16572" b="-19258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14300"/>
              <a:ext cx="1011555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Sử dụng ngôn ngữ đơn giản, dễ hiểu với đối tượng khảo sát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50119" y="7229294"/>
            <a:ext cx="285750" cy="285750"/>
            <a:chOff x="0" y="0"/>
            <a:chExt cx="381000" cy="381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443038" y="7172144"/>
            <a:ext cx="6529388" cy="371475"/>
            <a:chOff x="0" y="0"/>
            <a:chExt cx="8705850" cy="49530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705850" cy="495300"/>
            </a:xfrm>
            <a:custGeom>
              <a:avLst/>
              <a:gdLst/>
              <a:ahLst/>
              <a:cxnLst/>
              <a:rect r="r" b="b" t="t" l="l"/>
              <a:pathLst>
                <a:path h="495300" w="8705850">
                  <a:moveTo>
                    <a:pt x="0" y="0"/>
                  </a:moveTo>
                  <a:lnTo>
                    <a:pt x="8705850" y="0"/>
                  </a:lnTo>
                  <a:lnTo>
                    <a:pt x="870585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2248" r="0" b="-292248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82328" y="7136911"/>
            <a:ext cx="7829550" cy="498424"/>
            <a:chOff x="0" y="0"/>
            <a:chExt cx="10439400" cy="664566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439401" cy="664566"/>
            </a:xfrm>
            <a:custGeom>
              <a:avLst/>
              <a:gdLst/>
              <a:ahLst/>
              <a:cxnLst/>
              <a:rect r="r" b="b" t="t" l="l"/>
              <a:pathLst>
                <a:path h="664566" w="10439401">
                  <a:moveTo>
                    <a:pt x="0" y="0"/>
                  </a:moveTo>
                  <a:lnTo>
                    <a:pt x="10439401" y="0"/>
                  </a:lnTo>
                  <a:lnTo>
                    <a:pt x="10439401" y="664566"/>
                  </a:lnTo>
                  <a:lnTo>
                    <a:pt x="0" y="6645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0107" r="16605" b="-20040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14300"/>
              <a:ext cx="1043940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Số lượng câu hỏi vừa phải, không quá nhiều gây mất thời gian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558338" y="7229294"/>
            <a:ext cx="285750" cy="285750"/>
            <a:chOff x="0" y="0"/>
            <a:chExt cx="381000" cy="381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844088" y="7172144"/>
            <a:ext cx="6800850" cy="371475"/>
            <a:chOff x="0" y="0"/>
            <a:chExt cx="9067800" cy="4953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067800" cy="495300"/>
            </a:xfrm>
            <a:custGeom>
              <a:avLst/>
              <a:gdLst/>
              <a:ahLst/>
              <a:cxnLst/>
              <a:rect r="r" b="b" t="t" l="l"/>
              <a:pathLst>
                <a:path h="495300" w="9067800">
                  <a:moveTo>
                    <a:pt x="0" y="0"/>
                  </a:moveTo>
                  <a:lnTo>
                    <a:pt x="9067800" y="0"/>
                  </a:lnTo>
                  <a:lnTo>
                    <a:pt x="9067800" y="495300"/>
                  </a:lnTo>
                  <a:lnTo>
                    <a:pt x="0" y="4953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476" r="0" b="-306479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0129838" y="7093563"/>
            <a:ext cx="7843838" cy="1003249"/>
            <a:chOff x="0" y="0"/>
            <a:chExt cx="10458450" cy="133766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458450" cy="1337666"/>
            </a:xfrm>
            <a:custGeom>
              <a:avLst/>
              <a:gdLst/>
              <a:ahLst/>
              <a:cxnLst/>
              <a:rect r="r" b="b" t="t" l="l"/>
              <a:pathLst>
                <a:path h="1337666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9655" r="13296" b="-5451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14300"/>
              <a:ext cx="104584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Kiểm tra biểu mẫu trước khi xuất bản để đảm bảo hoạt động tốt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BC0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cdn-connections.villanova.edu/f998744eeea4b11d89b6b978bfff3f8b4be25510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0" t="-3333" r="0" b="-33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FBBC04">
                    <a:alpha val="95000"/>
                  </a:srgbClr>
                </a:gs>
                <a:gs pos="100000">
                  <a:srgbClr val="4285F4">
                    <a:alpha val="90000"/>
                  </a:srgbClr>
                </a:gs>
              </a:gsLst>
              <a:lin ang="3638535"/>
            </a:gra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673553"/>
            <a:ext cx="2814638" cy="628650"/>
            <a:chOff x="0" y="0"/>
            <a:chExt cx="3752850" cy="838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52850" cy="838200"/>
            </a:xfrm>
            <a:custGeom>
              <a:avLst/>
              <a:gdLst/>
              <a:ahLst/>
              <a:cxnLst/>
              <a:rect r="r" b="b" t="t" l="l"/>
              <a:pathLst>
                <a:path h="838200" w="3752850">
                  <a:moveTo>
                    <a:pt x="419100" y="0"/>
                  </a:moveTo>
                  <a:lnTo>
                    <a:pt x="3333750" y="0"/>
                  </a:lnTo>
                  <a:cubicBezTo>
                    <a:pt x="3565017" y="0"/>
                    <a:pt x="3752850" y="187833"/>
                    <a:pt x="3752850" y="419100"/>
                  </a:cubicBezTo>
                  <a:cubicBezTo>
                    <a:pt x="3752850" y="650367"/>
                    <a:pt x="3565017" y="838200"/>
                    <a:pt x="3333750" y="838200"/>
                  </a:cubicBezTo>
                  <a:lnTo>
                    <a:pt x="419100" y="838200"/>
                  </a:lnTo>
                  <a:cubicBezTo>
                    <a:pt x="187833" y="838200"/>
                    <a:pt x="0" y="650367"/>
                    <a:pt x="0" y="419100"/>
                  </a:cubicBezTo>
                  <a:cubicBezTo>
                    <a:pt x="0" y="187833"/>
                    <a:pt x="187833" y="0"/>
                    <a:pt x="4191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799274"/>
            <a:ext cx="2275284" cy="472154"/>
            <a:chOff x="0" y="0"/>
            <a:chExt cx="3033712" cy="6295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3649" cy="629539"/>
            </a:xfrm>
            <a:custGeom>
              <a:avLst/>
              <a:gdLst/>
              <a:ahLst/>
              <a:cxnLst/>
              <a:rect r="r" b="b" t="t" l="l"/>
              <a:pathLst>
                <a:path h="629539" w="3033649">
                  <a:moveTo>
                    <a:pt x="0" y="0"/>
                  </a:moveTo>
                  <a:lnTo>
                    <a:pt x="3033649" y="0"/>
                  </a:lnTo>
                  <a:lnTo>
                    <a:pt x="3033649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832" r="-2" b="-4383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756411"/>
            <a:ext cx="2275284" cy="515017"/>
            <a:chOff x="0" y="0"/>
            <a:chExt cx="3033712" cy="686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33712" cy="686689"/>
            </a:xfrm>
            <a:custGeom>
              <a:avLst/>
              <a:gdLst/>
              <a:ahLst/>
              <a:cxnLst/>
              <a:rect r="r" b="b" t="t" l="l"/>
              <a:pathLst>
                <a:path h="686689" w="3033712">
                  <a:moveTo>
                    <a:pt x="0" y="0"/>
                  </a:moveTo>
                  <a:lnTo>
                    <a:pt x="3033712" y="0"/>
                  </a:lnTo>
                  <a:lnTo>
                    <a:pt x="3033712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082" r="0" b="-360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033712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250" spc="11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HOẠT ĐỘNG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1500" y="3873703"/>
            <a:ext cx="17573625" cy="1422178"/>
            <a:chOff x="0" y="0"/>
            <a:chExt cx="23431500" cy="189623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431500" cy="1896237"/>
            </a:xfrm>
            <a:custGeom>
              <a:avLst/>
              <a:gdLst/>
              <a:ahLst/>
              <a:cxnLst/>
              <a:rect r="r" b="b" t="t" l="l"/>
              <a:pathLst>
                <a:path h="1896237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0606" r="0" b="-190606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71500" y="3866559"/>
            <a:ext cx="17573625" cy="1429322"/>
            <a:chOff x="0" y="0"/>
            <a:chExt cx="23431500" cy="19057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431500" cy="1905762"/>
            </a:xfrm>
            <a:custGeom>
              <a:avLst/>
              <a:gdLst/>
              <a:ahLst/>
              <a:cxnLst/>
              <a:rect r="r" b="b" t="t" l="l"/>
              <a:pathLst>
                <a:path h="1905762" w="23431500">
                  <a:moveTo>
                    <a:pt x="0" y="0"/>
                  </a:moveTo>
                  <a:lnTo>
                    <a:pt x="23431500" y="0"/>
                  </a:lnTo>
                  <a:lnTo>
                    <a:pt x="23431500" y="1905762"/>
                  </a:lnTo>
                  <a:lnTo>
                    <a:pt x="0" y="190576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9570" r="0" b="-18957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3431500" cy="191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VẬN DỤNG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1500" y="5288166"/>
            <a:ext cx="2286000" cy="57150"/>
            <a:chOff x="0" y="0"/>
            <a:chExt cx="3048000" cy="76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71500" y="5802516"/>
            <a:ext cx="11187112" cy="705374"/>
            <a:chOff x="0" y="0"/>
            <a:chExt cx="14916150" cy="94049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916150" cy="940562"/>
            </a:xfrm>
            <a:custGeom>
              <a:avLst/>
              <a:gdLst/>
              <a:ahLst/>
              <a:cxnLst/>
              <a:rect r="r" b="b" t="t" l="l"/>
              <a:pathLst>
                <a:path h="940562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940562"/>
                  </a:lnTo>
                  <a:lnTo>
                    <a:pt x="0" y="94056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796" r="0" b="-25879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1500" y="5688216"/>
            <a:ext cx="11187112" cy="819674"/>
            <a:chOff x="0" y="0"/>
            <a:chExt cx="14916150" cy="109289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916150" cy="1092899"/>
            </a:xfrm>
            <a:custGeom>
              <a:avLst/>
              <a:gdLst/>
              <a:ahLst/>
              <a:cxnLst/>
              <a:rect r="r" b="b" t="t" l="l"/>
              <a:pathLst>
                <a:path h="1092899" w="14916150">
                  <a:moveTo>
                    <a:pt x="0" y="0"/>
                  </a:moveTo>
                  <a:lnTo>
                    <a:pt x="14916150" y="0"/>
                  </a:lnTo>
                  <a:lnTo>
                    <a:pt x="14916150" y="1092899"/>
                  </a:lnTo>
                  <a:lnTo>
                    <a:pt x="0" y="109289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15936" r="0" b="-21593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52400"/>
              <a:ext cx="14916150" cy="1245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Thiết kế biểu mẫu khảo sát cho trang web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28650" y="7184822"/>
            <a:ext cx="428625" cy="428625"/>
            <a:chOff x="0" y="0"/>
            <a:chExt cx="571500" cy="5715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1500" cy="571500"/>
            </a:xfrm>
            <a:custGeom>
              <a:avLst/>
              <a:gdLst/>
              <a:ahLst/>
              <a:cxnLst/>
              <a:rect r="r" b="b" t="t" l="l"/>
              <a:pathLst>
                <a:path h="571500" w="571500">
                  <a:moveTo>
                    <a:pt x="285750" y="0"/>
                  </a:moveTo>
                  <a:cubicBezTo>
                    <a:pt x="443484" y="0"/>
                    <a:pt x="571500" y="128016"/>
                    <a:pt x="571500" y="285750"/>
                  </a:cubicBezTo>
                  <a:cubicBezTo>
                    <a:pt x="571500" y="443484"/>
                    <a:pt x="443484" y="571500"/>
                    <a:pt x="285750" y="571500"/>
                  </a:cubicBezTo>
                  <a:cubicBezTo>
                    <a:pt x="128016" y="571500"/>
                    <a:pt x="0" y="443484"/>
                    <a:pt x="0" y="285750"/>
                  </a:cubicBezTo>
                  <a:cubicBezTo>
                    <a:pt x="0" y="128016"/>
                    <a:pt x="128016" y="0"/>
                    <a:pt x="285750" y="0"/>
                  </a:cubicBezTo>
                  <a:close/>
                  <a:moveTo>
                    <a:pt x="258953" y="133985"/>
                  </a:moveTo>
                  <a:lnTo>
                    <a:pt x="258953" y="285750"/>
                  </a:lnTo>
                  <a:cubicBezTo>
                    <a:pt x="258953" y="294640"/>
                    <a:pt x="263398" y="303022"/>
                    <a:pt x="270891" y="308102"/>
                  </a:cubicBezTo>
                  <a:lnTo>
                    <a:pt x="378079" y="379603"/>
                  </a:lnTo>
                  <a:cubicBezTo>
                    <a:pt x="390398" y="387858"/>
                    <a:pt x="407035" y="384556"/>
                    <a:pt x="415290" y="372110"/>
                  </a:cubicBezTo>
                  <a:cubicBezTo>
                    <a:pt x="423545" y="359664"/>
                    <a:pt x="420243" y="343154"/>
                    <a:pt x="407797" y="334899"/>
                  </a:cubicBezTo>
                  <a:lnTo>
                    <a:pt x="312547" y="271526"/>
                  </a:lnTo>
                  <a:lnTo>
                    <a:pt x="312547" y="133985"/>
                  </a:lnTo>
                  <a:cubicBezTo>
                    <a:pt x="312547" y="119126"/>
                    <a:pt x="300609" y="107188"/>
                    <a:pt x="285750" y="107188"/>
                  </a:cubicBezTo>
                  <a:cubicBezTo>
                    <a:pt x="270891" y="107188"/>
                    <a:pt x="258953" y="119126"/>
                    <a:pt x="258953" y="13398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335881" y="7199109"/>
            <a:ext cx="2286000" cy="472154"/>
            <a:chOff x="0" y="0"/>
            <a:chExt cx="3048000" cy="6295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048000" cy="629539"/>
            </a:xfrm>
            <a:custGeom>
              <a:avLst/>
              <a:gdLst/>
              <a:ahLst/>
              <a:cxnLst/>
              <a:rect r="r" b="b" t="t" l="l"/>
              <a:pathLst>
                <a:path h="62953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274" r="0" b="-4427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35881" y="7156247"/>
            <a:ext cx="2286000" cy="515017"/>
            <a:chOff x="0" y="0"/>
            <a:chExt cx="3048000" cy="68668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048000" cy="686689"/>
            </a:xfrm>
            <a:custGeom>
              <a:avLst/>
              <a:gdLst/>
              <a:ahLst/>
              <a:cxnLst/>
              <a:rect r="r" b="b" t="t" l="l"/>
              <a:pathLst>
                <a:path h="68668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488" r="0" b="-364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30480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250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Thờ gian: 5 phút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 vận dụng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2028825"/>
            <a:chOff x="0" y="0"/>
            <a:chExt cx="22821900" cy="2705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537" y="0"/>
                    <a:pt x="22821900" y="102362"/>
                    <a:pt x="22821900" y="228600"/>
                  </a:cubicBezTo>
                  <a:lnTo>
                    <a:pt x="22821900" y="2476500"/>
                  </a:lnTo>
                  <a:cubicBezTo>
                    <a:pt x="22821900" y="2602738"/>
                    <a:pt x="22719537" y="2705100"/>
                    <a:pt x="22593300" y="2705100"/>
                  </a:cubicBezTo>
                  <a:lnTo>
                    <a:pt x="76200" y="2705100"/>
                  </a:lnTo>
                  <a:cubicBezTo>
                    <a:pt x="34163" y="2705100"/>
                    <a:pt x="0" y="2670937"/>
                    <a:pt x="0" y="2628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2028825"/>
            <a:chOff x="0" y="0"/>
            <a:chExt cx="76200" cy="2705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705100"/>
            </a:xfrm>
            <a:custGeom>
              <a:avLst/>
              <a:gdLst/>
              <a:ahLst/>
              <a:cxnLst/>
              <a:rect r="r" b="b" t="t" l="l"/>
              <a:pathLst>
                <a:path h="2705100" w="76200">
                  <a:moveTo>
                    <a:pt x="76200" y="0"/>
                  </a:moveTo>
                  <a:lnTo>
                    <a:pt x="76200" y="2705100"/>
                  </a:lnTo>
                  <a:cubicBezTo>
                    <a:pt x="34163" y="2705100"/>
                    <a:pt x="0" y="2670937"/>
                    <a:pt x="0" y="26289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85862" y="2114550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43100" y="1885950"/>
            <a:ext cx="15659100" cy="563918"/>
            <a:chOff x="0" y="0"/>
            <a:chExt cx="20878800" cy="751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78800" cy="751840"/>
            </a:xfrm>
            <a:custGeom>
              <a:avLst/>
              <a:gdLst/>
              <a:ahLst/>
              <a:cxnLst/>
              <a:rect r="r" b="b" t="t" l="l"/>
              <a:pathLst>
                <a:path h="751840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724" r="0" b="-4907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43100" y="1864519"/>
            <a:ext cx="15659100" cy="624459"/>
            <a:chOff x="0" y="0"/>
            <a:chExt cx="20878800" cy="8326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8800" cy="832611"/>
            </a:xfrm>
            <a:custGeom>
              <a:avLst/>
              <a:gdLst/>
              <a:ahLst/>
              <a:cxnLst/>
              <a:rect r="r" b="b" t="t" l="l"/>
              <a:pathLst>
                <a:path h="832611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832611"/>
                  </a:lnTo>
                  <a:lnTo>
                    <a:pt x="0" y="8326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41743" r="0" b="-4354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0878800" cy="870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59"/>
                </a:lnSpc>
              </a:pPr>
              <a:r>
                <a:rPr lang="en-US" sz="29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Tình huống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43100" y="2514429"/>
            <a:ext cx="15616238" cy="851849"/>
            <a:chOff x="0" y="0"/>
            <a:chExt cx="20821650" cy="11357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821650" cy="1135761"/>
            </a:xfrm>
            <a:custGeom>
              <a:avLst/>
              <a:gdLst/>
              <a:ahLst/>
              <a:cxnLst/>
              <a:rect r="r" b="b" t="t" l="l"/>
              <a:pathLst>
                <a:path h="1135761" w="20821650">
                  <a:moveTo>
                    <a:pt x="0" y="0"/>
                  </a:moveTo>
                  <a:lnTo>
                    <a:pt x="20821650" y="0"/>
                  </a:lnTo>
                  <a:lnTo>
                    <a:pt x="20821650" y="1135761"/>
                  </a:lnTo>
                  <a:lnTo>
                    <a:pt x="0" y="11357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6965" r="0" b="-30696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43100" y="2362877"/>
            <a:ext cx="15773400" cy="1154953"/>
            <a:chOff x="0" y="0"/>
            <a:chExt cx="21031200" cy="15399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031200" cy="1539937"/>
            </a:xfrm>
            <a:custGeom>
              <a:avLst/>
              <a:gdLst/>
              <a:ahLst/>
              <a:cxnLst/>
              <a:rect r="r" b="b" t="t" l="l"/>
              <a:pathLst>
                <a:path h="153993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539937"/>
                  </a:lnTo>
                  <a:lnTo>
                    <a:pt x="0" y="15399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23488" r="996" b="-20342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23825"/>
              <a:ext cx="21031200" cy="16637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76"/>
                </a:lnSpc>
              </a:pPr>
              <a:r>
                <a:rPr lang="en-US" sz="2724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Các em đang là thành viên của nhóm xây dựng trang web </a:t>
              </a:r>
              <a:r>
                <a:rPr lang="en-US" sz="2724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"Những bài ca đi cùng năm tháng"</a:t>
              </a:r>
              <a:r>
                <a:rPr lang="en-US" sz="2724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. Sau khi hoàn thành trang web, nhóm muốn thu thập ý kiến ngườ truy cập để cải thiện nội dung và giao diện của trang web.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71500" y="3893172"/>
            <a:ext cx="17145000" cy="3186112"/>
            <a:chOff x="0" y="0"/>
            <a:chExt cx="22860000" cy="42481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60000" cy="4248150"/>
            </a:xfrm>
            <a:custGeom>
              <a:avLst/>
              <a:gdLst/>
              <a:ahLst/>
              <a:cxnLst/>
              <a:rect r="r" b="b" t="t" l="l"/>
              <a:pathLst>
                <a:path h="4248150" w="22860000">
                  <a:moveTo>
                    <a:pt x="76200" y="0"/>
                  </a:moveTo>
                  <a:lnTo>
                    <a:pt x="22783800" y="0"/>
                  </a:lnTo>
                  <a:cubicBezTo>
                    <a:pt x="22825838" y="0"/>
                    <a:pt x="22860000" y="34163"/>
                    <a:pt x="22860000" y="76200"/>
                  </a:cubicBezTo>
                  <a:lnTo>
                    <a:pt x="22860000" y="4019550"/>
                  </a:lnTo>
                  <a:cubicBezTo>
                    <a:pt x="22860000" y="4145788"/>
                    <a:pt x="22757637" y="4248150"/>
                    <a:pt x="22631400" y="4248150"/>
                  </a:cubicBezTo>
                  <a:lnTo>
                    <a:pt x="228600" y="4248150"/>
                  </a:lnTo>
                  <a:cubicBezTo>
                    <a:pt x="102362" y="4248150"/>
                    <a:pt x="0" y="4145788"/>
                    <a:pt x="0" y="401955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71500" y="3893172"/>
            <a:ext cx="17145000" cy="57150"/>
            <a:chOff x="0" y="0"/>
            <a:chExt cx="2286000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2860000" cy="76200"/>
            </a:xfrm>
            <a:custGeom>
              <a:avLst/>
              <a:gdLst/>
              <a:ahLst/>
              <a:cxnLst/>
              <a:rect r="r" b="b" t="t" l="l"/>
              <a:pathLst>
                <a:path h="76200" w="22860000">
                  <a:moveTo>
                    <a:pt x="76200" y="0"/>
                  </a:moveTo>
                  <a:lnTo>
                    <a:pt x="22783800" y="0"/>
                  </a:lnTo>
                  <a:cubicBezTo>
                    <a:pt x="22825838" y="0"/>
                    <a:pt x="22860000" y="34163"/>
                    <a:pt x="228600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900112" y="4264457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85875" y="4207497"/>
            <a:ext cx="16316325" cy="563918"/>
            <a:chOff x="0" y="0"/>
            <a:chExt cx="21755100" cy="75189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5875" y="4186066"/>
            <a:ext cx="16316325" cy="585349"/>
            <a:chOff x="0" y="0"/>
            <a:chExt cx="21755100" cy="78046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nhiệm vụ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7250" y="4893107"/>
            <a:ext cx="16702088" cy="423224"/>
            <a:chOff x="0" y="0"/>
            <a:chExt cx="22269450" cy="56429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269450" cy="564261"/>
            </a:xfrm>
            <a:custGeom>
              <a:avLst/>
              <a:gdLst/>
              <a:ahLst/>
              <a:cxnLst/>
              <a:rect r="r" b="b" t="t" l="l"/>
              <a:pathLst>
                <a:path h="564261" w="22269450">
                  <a:moveTo>
                    <a:pt x="0" y="0"/>
                  </a:moveTo>
                  <a:lnTo>
                    <a:pt x="22269450" y="0"/>
                  </a:lnTo>
                  <a:lnTo>
                    <a:pt x="22269450" y="564261"/>
                  </a:lnTo>
                  <a:lnTo>
                    <a:pt x="0" y="5642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8469" r="0" b="-718476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57250" y="4821669"/>
            <a:ext cx="16702088" cy="583258"/>
            <a:chOff x="0" y="0"/>
            <a:chExt cx="22269450" cy="77767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2269450" cy="777677"/>
            </a:xfrm>
            <a:custGeom>
              <a:avLst/>
              <a:gdLst/>
              <a:ahLst/>
              <a:cxnLst/>
              <a:rect r="r" b="b" t="t" l="l"/>
              <a:pathLst>
                <a:path h="777677" w="22269450">
                  <a:moveTo>
                    <a:pt x="0" y="0"/>
                  </a:moveTo>
                  <a:lnTo>
                    <a:pt x="22269450" y="0"/>
                  </a:lnTo>
                  <a:lnTo>
                    <a:pt x="22269450" y="777677"/>
                  </a:lnTo>
                  <a:lnTo>
                    <a:pt x="0" y="77767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5565" r="0" b="-50037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33350"/>
              <a:ext cx="22269450" cy="9110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2"/>
                </a:lnSpc>
              </a:pP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Thiết kế nội dung một </a:t>
              </a: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khảo sát ngắn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nhằm thu thập ý kiến phản hồi của ngườ truy cập trang web.</a:t>
              </a: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3393281" y="5768216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793" t="0" r="-793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028700" y="6225416"/>
            <a:ext cx="5029200" cy="375056"/>
            <a:chOff x="0" y="0"/>
            <a:chExt cx="6705600" cy="5000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5600" cy="500126"/>
            </a:xfrm>
            <a:custGeom>
              <a:avLst/>
              <a:gdLst/>
              <a:ahLst/>
              <a:cxnLst/>
              <a:rect r="r" b="b" t="t" l="l"/>
              <a:pathLst>
                <a:path h="5001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74" r="0" b="-211066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28700" y="6175410"/>
            <a:ext cx="5029200" cy="587654"/>
            <a:chOff x="0" y="0"/>
            <a:chExt cx="6705600" cy="7835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783538"/>
            </a:xfrm>
            <a:custGeom>
              <a:avLst/>
              <a:gdLst/>
              <a:ahLst/>
              <a:cxnLst/>
              <a:rect r="r" b="b" t="t" l="l"/>
              <a:pathLst>
                <a:path h="78353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588" r="0" b="-10292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67056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Có tiêu đề rõ ràng</a:t>
              </a: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8972550" y="5768216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6629400" y="6225416"/>
            <a:ext cx="5029200" cy="375056"/>
            <a:chOff x="0" y="0"/>
            <a:chExt cx="6705600" cy="50007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705600" cy="500126"/>
            </a:xfrm>
            <a:custGeom>
              <a:avLst/>
              <a:gdLst/>
              <a:ahLst/>
              <a:cxnLst/>
              <a:rect r="r" b="b" t="t" l="l"/>
              <a:pathLst>
                <a:path h="5001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74" r="0" b="-211066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629400" y="6175410"/>
            <a:ext cx="5029200" cy="587654"/>
            <a:chOff x="0" y="0"/>
            <a:chExt cx="6705600" cy="7835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705600" cy="783538"/>
            </a:xfrm>
            <a:custGeom>
              <a:avLst/>
              <a:gdLst/>
              <a:ahLst/>
              <a:cxnLst/>
              <a:rect r="r" b="b" t="t" l="l"/>
              <a:pathLst>
                <a:path h="78353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588" r="0" b="-1029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95250"/>
              <a:ext cx="67056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Có từ 2-3 câu hỏi khảo sát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4616112" y="5768216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6" y="0"/>
                </a:lnTo>
                <a:lnTo>
                  <a:pt x="257176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2230100" y="6225416"/>
            <a:ext cx="5029200" cy="375056"/>
            <a:chOff x="0" y="0"/>
            <a:chExt cx="6705600" cy="5000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05600" cy="500126"/>
            </a:xfrm>
            <a:custGeom>
              <a:avLst/>
              <a:gdLst/>
              <a:ahLst/>
              <a:cxnLst/>
              <a:rect r="r" b="b" t="t" l="l"/>
              <a:pathLst>
                <a:path h="5001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74" r="0" b="-21106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230100" y="6175410"/>
            <a:ext cx="5029200" cy="587654"/>
            <a:chOff x="0" y="0"/>
            <a:chExt cx="6705600" cy="7835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705600" cy="783538"/>
            </a:xfrm>
            <a:custGeom>
              <a:avLst/>
              <a:gdLst/>
              <a:ahLst/>
              <a:cxnLst/>
              <a:rect r="r" b="b" t="t" l="l"/>
              <a:pathLst>
                <a:path h="783538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0588" r="0" b="-10292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0"/>
              <a:ext cx="670560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Phù hợp để thu thập ý kiến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00075" y="7311266"/>
            <a:ext cx="17116425" cy="800100"/>
            <a:chOff x="0" y="0"/>
            <a:chExt cx="22821900" cy="1066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00075" y="7311266"/>
            <a:ext cx="57150" cy="800100"/>
            <a:chOff x="0" y="0"/>
            <a:chExt cx="76200" cy="1066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900112" y="7539866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457325" y="7539866"/>
            <a:ext cx="13230225" cy="375056"/>
            <a:chOff x="0" y="0"/>
            <a:chExt cx="17640300" cy="50007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640300" cy="500126"/>
            </a:xfrm>
            <a:custGeom>
              <a:avLst/>
              <a:gdLst/>
              <a:ahLst/>
              <a:cxnLst/>
              <a:rect r="r" b="b" t="t" l="l"/>
              <a:pathLst>
                <a:path h="500126" w="17640300">
                  <a:moveTo>
                    <a:pt x="0" y="0"/>
                  </a:moveTo>
                  <a:lnTo>
                    <a:pt x="17640300" y="0"/>
                  </a:lnTo>
                  <a:lnTo>
                    <a:pt x="17640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797" r="0" b="-636787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414462" y="7462866"/>
            <a:ext cx="16144875" cy="496900"/>
            <a:chOff x="0" y="0"/>
            <a:chExt cx="21526500" cy="66253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1526500" cy="662533"/>
            </a:xfrm>
            <a:custGeom>
              <a:avLst/>
              <a:gdLst/>
              <a:ahLst/>
              <a:cxnLst/>
              <a:rect r="r" b="b" t="t" l="l"/>
              <a:pathLst>
                <a:path h="662533" w="21526500">
                  <a:moveTo>
                    <a:pt x="0" y="0"/>
                  </a:moveTo>
                  <a:lnTo>
                    <a:pt x="21526500" y="0"/>
                  </a:lnTo>
                  <a:lnTo>
                    <a:pt x="215265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6028" r="18053" b="-4615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85725"/>
              <a:ext cx="21526500" cy="748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tiêu:</a:t>
              </a: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Vận dụng kiến thức đã học để thiết kế biểu mẫu khảo sát phục vụ việc thu thập ý kiến người dùng đối với trang web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nhiệm vụ nhóm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28775"/>
            <a:ext cx="5529262" cy="2571750"/>
            <a:chOff x="0" y="0"/>
            <a:chExt cx="7372350" cy="3429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72350" cy="3429000"/>
            </a:xfrm>
            <a:custGeom>
              <a:avLst/>
              <a:gdLst/>
              <a:ahLst/>
              <a:cxnLst/>
              <a:rect r="r" b="b" t="t" l="l"/>
              <a:pathLst>
                <a:path h="34290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71500" y="1628775"/>
            <a:ext cx="5529262" cy="57150"/>
            <a:chOff x="0" y="0"/>
            <a:chExt cx="7372350" cy="76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876436" y="1943100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4285F4">
                <a:alpha val="0"/>
              </a:srgbClr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3069307" y="218598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2" y="0"/>
                </a:lnTo>
                <a:lnTo>
                  <a:pt x="535782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666" t="0" r="-666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85812" y="3028950"/>
            <a:ext cx="5100638" cy="472154"/>
            <a:chOff x="0" y="0"/>
            <a:chExt cx="6800850" cy="62953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00850" cy="629539"/>
            </a:xfrm>
            <a:custGeom>
              <a:avLst/>
              <a:gdLst/>
              <a:ahLst/>
              <a:cxnLst/>
              <a:rect r="r" b="b" t="t" l="l"/>
              <a:pathLst>
                <a:path h="629539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349" r="0" b="-16034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5812" y="2986087"/>
            <a:ext cx="5100638" cy="582701"/>
            <a:chOff x="0" y="0"/>
            <a:chExt cx="6800850" cy="7769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00851" cy="776935"/>
            </a:xfrm>
            <a:custGeom>
              <a:avLst/>
              <a:gdLst/>
              <a:ahLst/>
              <a:cxnLst/>
              <a:rect r="r" b="b" t="t" l="l"/>
              <a:pathLst>
                <a:path h="776935" w="6800851">
                  <a:moveTo>
                    <a:pt x="0" y="0"/>
                  </a:moveTo>
                  <a:lnTo>
                    <a:pt x="6800851" y="0"/>
                  </a:lnTo>
                  <a:lnTo>
                    <a:pt x="6800851" y="776935"/>
                  </a:lnTo>
                  <a:lnTo>
                    <a:pt x="0" y="776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368" r="0" b="-11475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800850" cy="84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27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 thức làm việc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00100" y="3543300"/>
            <a:ext cx="5072062" cy="376199"/>
            <a:chOff x="0" y="0"/>
            <a:chExt cx="6762750" cy="50159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762750" cy="501650"/>
            </a:xfrm>
            <a:custGeom>
              <a:avLst/>
              <a:gdLst/>
              <a:ahLst/>
              <a:cxnLst/>
              <a:rect r="r" b="b" t="t" l="l"/>
              <a:pathLst>
                <a:path h="501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01" r="0" b="-212488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00100" y="3479006"/>
            <a:ext cx="5072062" cy="498424"/>
            <a:chOff x="0" y="0"/>
            <a:chExt cx="6762750" cy="6645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762749" cy="664565"/>
            </a:xfrm>
            <a:custGeom>
              <a:avLst/>
              <a:gdLst/>
              <a:ahLst/>
              <a:cxnLst/>
              <a:rect r="r" b="b" t="t" l="l"/>
              <a:pathLst>
                <a:path h="6645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664565"/>
                  </a:lnTo>
                  <a:lnTo>
                    <a:pt x="0" y="66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95" r="0" b="-14247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676275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Theo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nhóm nhỏ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(3-4 học sinh)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81693" y="1628775"/>
            <a:ext cx="5529262" cy="2571750"/>
            <a:chOff x="0" y="0"/>
            <a:chExt cx="7372350" cy="342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72350" cy="3429000"/>
            </a:xfrm>
            <a:custGeom>
              <a:avLst/>
              <a:gdLst/>
              <a:ahLst/>
              <a:cxnLst/>
              <a:rect r="r" b="b" t="t" l="l"/>
              <a:pathLst>
                <a:path h="34290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381693" y="1628775"/>
            <a:ext cx="5529262" cy="57150"/>
            <a:chOff x="0" y="0"/>
            <a:chExt cx="7372350" cy="76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86619" y="1943100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8933078" y="218598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6596005" y="3028950"/>
            <a:ext cx="5100638" cy="472154"/>
            <a:chOff x="0" y="0"/>
            <a:chExt cx="6800850" cy="62953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00850" cy="629539"/>
            </a:xfrm>
            <a:custGeom>
              <a:avLst/>
              <a:gdLst/>
              <a:ahLst/>
              <a:cxnLst/>
              <a:rect r="r" b="b" t="t" l="l"/>
              <a:pathLst>
                <a:path h="629539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349" r="0" b="-16034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596005" y="2986087"/>
            <a:ext cx="5100638" cy="582701"/>
            <a:chOff x="0" y="0"/>
            <a:chExt cx="6800850" cy="7769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800851" cy="776935"/>
            </a:xfrm>
            <a:custGeom>
              <a:avLst/>
              <a:gdLst/>
              <a:ahLst/>
              <a:cxnLst/>
              <a:rect r="r" b="b" t="t" l="l"/>
              <a:pathLst>
                <a:path h="776935" w="6800851">
                  <a:moveTo>
                    <a:pt x="0" y="0"/>
                  </a:moveTo>
                  <a:lnTo>
                    <a:pt x="6800851" y="0"/>
                  </a:lnTo>
                  <a:lnTo>
                    <a:pt x="6800851" y="776935"/>
                  </a:lnTo>
                  <a:lnTo>
                    <a:pt x="0" y="776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368" r="0" b="-11475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6800850" cy="84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2799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Nhiệm vụ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610293" y="3543300"/>
            <a:ext cx="5072062" cy="376199"/>
            <a:chOff x="0" y="0"/>
            <a:chExt cx="6762750" cy="50159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762750" cy="501650"/>
            </a:xfrm>
            <a:custGeom>
              <a:avLst/>
              <a:gdLst/>
              <a:ahLst/>
              <a:cxnLst/>
              <a:rect r="r" b="b" t="t" l="l"/>
              <a:pathLst>
                <a:path h="501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01" r="0" b="-21248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610293" y="3479006"/>
            <a:ext cx="5072062" cy="1003249"/>
            <a:chOff x="0" y="0"/>
            <a:chExt cx="6762750" cy="133766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762749" cy="1337664"/>
            </a:xfrm>
            <a:custGeom>
              <a:avLst/>
              <a:gdLst/>
              <a:ahLst/>
              <a:cxnLst/>
              <a:rect r="r" b="b" t="t" l="l"/>
              <a:pathLst>
                <a:path h="1337664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1337664"/>
                  </a:lnTo>
                  <a:lnTo>
                    <a:pt x="0" y="1337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6556" r="0" b="-204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14300"/>
              <a:ext cx="67627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Thiết kế nội dung một </a:t>
              </a: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biểu mẫu khảo sát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191886" y="1628775"/>
            <a:ext cx="5529262" cy="2571750"/>
            <a:chOff x="0" y="0"/>
            <a:chExt cx="7372350" cy="3429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72350" cy="3429000"/>
            </a:xfrm>
            <a:custGeom>
              <a:avLst/>
              <a:gdLst/>
              <a:ahLst/>
              <a:cxnLst/>
              <a:rect r="r" b="b" t="t" l="l"/>
              <a:pathLst>
                <a:path h="34290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7372350" y="3200400"/>
                  </a:lnTo>
                  <a:cubicBezTo>
                    <a:pt x="7372350" y="3326638"/>
                    <a:pt x="7269988" y="3429000"/>
                    <a:pt x="7143750" y="3429000"/>
                  </a:cubicBezTo>
                  <a:lnTo>
                    <a:pt x="228600" y="3429000"/>
                  </a:lnTo>
                  <a:cubicBezTo>
                    <a:pt x="102362" y="3429000"/>
                    <a:pt x="0" y="3326638"/>
                    <a:pt x="0" y="3200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191886" y="1628775"/>
            <a:ext cx="5529262" cy="57150"/>
            <a:chOff x="0" y="0"/>
            <a:chExt cx="7372350" cy="762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72350" cy="76200"/>
            </a:xfrm>
            <a:custGeom>
              <a:avLst/>
              <a:gdLst/>
              <a:ahLst/>
              <a:cxnLst/>
              <a:rect r="r" b="b" t="t" l="l"/>
              <a:pathLst>
                <a:path h="76200" w="7372350">
                  <a:moveTo>
                    <a:pt x="76200" y="0"/>
                  </a:moveTo>
                  <a:lnTo>
                    <a:pt x="7296150" y="0"/>
                  </a:lnTo>
                  <a:cubicBezTo>
                    <a:pt x="7338187" y="0"/>
                    <a:pt x="7372350" y="34163"/>
                    <a:pt x="737235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496993" y="1943100"/>
            <a:ext cx="914400" cy="914400"/>
            <a:chOff x="0" y="0"/>
            <a:chExt cx="121920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4797030" y="2185988"/>
            <a:ext cx="321469" cy="428625"/>
          </a:xfrm>
          <a:custGeom>
            <a:avLst/>
            <a:gdLst/>
            <a:ahLst/>
            <a:cxnLst/>
            <a:rect r="r" b="b" t="t" l="l"/>
            <a:pathLst>
              <a:path h="428625" w="321469">
                <a:moveTo>
                  <a:pt x="0" y="0"/>
                </a:moveTo>
                <a:lnTo>
                  <a:pt x="321469" y="0"/>
                </a:lnTo>
                <a:lnTo>
                  <a:pt x="321469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70" t="0" r="-37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406198" y="3028950"/>
            <a:ext cx="5100638" cy="472154"/>
            <a:chOff x="0" y="0"/>
            <a:chExt cx="6800850" cy="6295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00850" cy="629539"/>
            </a:xfrm>
            <a:custGeom>
              <a:avLst/>
              <a:gdLst/>
              <a:ahLst/>
              <a:cxnLst/>
              <a:rect r="r" b="b" t="t" l="l"/>
              <a:pathLst>
                <a:path h="629539" w="6800850">
                  <a:moveTo>
                    <a:pt x="0" y="0"/>
                  </a:moveTo>
                  <a:lnTo>
                    <a:pt x="6800850" y="0"/>
                  </a:lnTo>
                  <a:lnTo>
                    <a:pt x="68008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349" r="0" b="-16034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2406198" y="2986087"/>
            <a:ext cx="5100638" cy="582701"/>
            <a:chOff x="0" y="0"/>
            <a:chExt cx="6800850" cy="77693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800851" cy="776935"/>
            </a:xfrm>
            <a:custGeom>
              <a:avLst/>
              <a:gdLst/>
              <a:ahLst/>
              <a:cxnLst/>
              <a:rect r="r" b="b" t="t" l="l"/>
              <a:pathLst>
                <a:path h="776935" w="6800851">
                  <a:moveTo>
                    <a:pt x="0" y="0"/>
                  </a:moveTo>
                  <a:lnTo>
                    <a:pt x="6800851" y="0"/>
                  </a:lnTo>
                  <a:lnTo>
                    <a:pt x="6800851" y="776935"/>
                  </a:lnTo>
                  <a:lnTo>
                    <a:pt x="0" y="7769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368" r="0" b="-11475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6800850" cy="84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1"/>
                </a:lnSpc>
              </a:pPr>
              <a:r>
                <a:rPr lang="en-US" sz="2799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Yêu cầu biểu mẫu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20486" y="3543300"/>
            <a:ext cx="5072062" cy="376199"/>
            <a:chOff x="0" y="0"/>
            <a:chExt cx="6762750" cy="50159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762750" cy="501650"/>
            </a:xfrm>
            <a:custGeom>
              <a:avLst/>
              <a:gdLst/>
              <a:ahLst/>
              <a:cxnLst/>
              <a:rect r="r" b="b" t="t" l="l"/>
              <a:pathLst>
                <a:path h="501650" w="6762750">
                  <a:moveTo>
                    <a:pt x="0" y="0"/>
                  </a:moveTo>
                  <a:lnTo>
                    <a:pt x="6762750" y="0"/>
                  </a:lnTo>
                  <a:lnTo>
                    <a:pt x="676275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501" r="0" b="-212488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420486" y="3479006"/>
            <a:ext cx="5072062" cy="498424"/>
            <a:chOff x="0" y="0"/>
            <a:chExt cx="6762750" cy="66456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62749" cy="664565"/>
            </a:xfrm>
            <a:custGeom>
              <a:avLst/>
              <a:gdLst/>
              <a:ahLst/>
              <a:cxnLst/>
              <a:rect r="r" b="b" t="t" l="l"/>
              <a:pathLst>
                <a:path h="664565" w="6762749">
                  <a:moveTo>
                    <a:pt x="0" y="0"/>
                  </a:moveTo>
                  <a:lnTo>
                    <a:pt x="6762749" y="0"/>
                  </a:lnTo>
                  <a:lnTo>
                    <a:pt x="6762749" y="664565"/>
                  </a:lnTo>
                  <a:lnTo>
                    <a:pt x="0" y="664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4095" r="0" b="-14247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14300"/>
              <a:ext cx="6762750" cy="778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Có tiêu đề, 2-3 câu hỏi phù hợp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571500" y="4429125"/>
            <a:ext cx="17145000" cy="2857500"/>
            <a:chOff x="0" y="0"/>
            <a:chExt cx="22860000" cy="3810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286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489"/>
                    <a:pt x="22860000" y="228600"/>
                  </a:cubicBezTo>
                  <a:lnTo>
                    <a:pt x="22860000" y="3581400"/>
                  </a:lnTo>
                  <a:cubicBezTo>
                    <a:pt x="22860000" y="3707511"/>
                    <a:pt x="22757512" y="3810000"/>
                    <a:pt x="22631400" y="3810000"/>
                  </a:cubicBezTo>
                  <a:lnTo>
                    <a:pt x="228600" y="3810000"/>
                  </a:lnTo>
                  <a:cubicBezTo>
                    <a:pt x="102489" y="3810000"/>
                    <a:pt x="0" y="3707511"/>
                    <a:pt x="0" y="3581400"/>
                  </a:cubicBezTo>
                  <a:lnTo>
                    <a:pt x="0" y="228600"/>
                  </a:lnTo>
                  <a:cubicBezTo>
                    <a:pt x="0" y="102489"/>
                    <a:pt x="102489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900112" y="477185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1285875" y="4714875"/>
            <a:ext cx="16316325" cy="563918"/>
            <a:chOff x="0" y="0"/>
            <a:chExt cx="21755100" cy="75189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85875" y="4693444"/>
            <a:ext cx="16316325" cy="585349"/>
            <a:chOff x="0" y="0"/>
            <a:chExt cx="21755100" cy="78046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Quy trình thực hiện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443162" y="5400504"/>
            <a:ext cx="800100" cy="800100"/>
            <a:chOff x="0" y="0"/>
            <a:chExt cx="1066800" cy="1066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715520" y="5600529"/>
            <a:ext cx="257175" cy="472154"/>
            <a:chOff x="0" y="0"/>
            <a:chExt cx="342900" cy="62953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2900" cy="629539"/>
            </a:xfrm>
            <a:custGeom>
              <a:avLst/>
              <a:gdLst/>
              <a:ahLst/>
              <a:cxnLst/>
              <a:rect r="r" b="b" t="t" l="l"/>
              <a:pathLst>
                <a:path h="629539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5718" t="0" r="-185722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2715520" y="5557666"/>
            <a:ext cx="257175" cy="515017"/>
            <a:chOff x="0" y="0"/>
            <a:chExt cx="342900" cy="6866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42900" cy="686689"/>
            </a:xfrm>
            <a:custGeom>
              <a:avLst/>
              <a:gdLst/>
              <a:ahLst/>
              <a:cxnLst/>
              <a:rect r="r" b="b" t="t" l="l"/>
              <a:pathLst>
                <a:path h="686689" w="342900">
                  <a:moveTo>
                    <a:pt x="0" y="0"/>
                  </a:moveTo>
                  <a:lnTo>
                    <a:pt x="342900" y="0"/>
                  </a:lnTo>
                  <a:lnTo>
                    <a:pt x="3429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06939" t="0" r="-2069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57150"/>
              <a:ext cx="3429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00100" y="6314904"/>
            <a:ext cx="4086225" cy="375056"/>
            <a:chOff x="0" y="0"/>
            <a:chExt cx="5448300" cy="50007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448300" cy="500126"/>
            </a:xfrm>
            <a:custGeom>
              <a:avLst/>
              <a:gdLst/>
              <a:ahLst/>
              <a:cxnLst/>
              <a:rect r="r" b="b" t="t" l="l"/>
              <a:pathLst>
                <a:path h="500126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25" r="0" b="-16211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800100" y="6264897"/>
            <a:ext cx="4086225" cy="496900"/>
            <a:chOff x="0" y="0"/>
            <a:chExt cx="5448300" cy="66253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48300" cy="662533"/>
            </a:xfrm>
            <a:custGeom>
              <a:avLst/>
              <a:gdLst/>
              <a:ahLst/>
              <a:cxnLst/>
              <a:rect r="r" b="b" t="t" l="l"/>
              <a:pathLst>
                <a:path h="662533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462" r="0" b="-10300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54483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Thảo luận nhóm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807244" y="6714954"/>
            <a:ext cx="4071938" cy="329555"/>
            <a:chOff x="0" y="0"/>
            <a:chExt cx="5429250" cy="43940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29250" cy="439420"/>
            </a:xfrm>
            <a:custGeom>
              <a:avLst/>
              <a:gdLst/>
              <a:ahLst/>
              <a:cxnLst/>
              <a:rect r="r" b="b" t="t" l="l"/>
              <a:pathLst>
                <a:path h="43942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80" r="0" b="-19057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07244" y="6686379"/>
            <a:ext cx="4071938" cy="943051"/>
            <a:chOff x="0" y="0"/>
            <a:chExt cx="5429250" cy="125740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429251" cy="1257400"/>
            </a:xfrm>
            <a:custGeom>
              <a:avLst/>
              <a:gdLst/>
              <a:ahLst/>
              <a:cxnLst/>
              <a:rect r="r" b="b" t="t" l="l"/>
              <a:pathLst>
                <a:path h="1257400" w="5429251">
                  <a:moveTo>
                    <a:pt x="0" y="0"/>
                  </a:moveTo>
                  <a:lnTo>
                    <a:pt x="5429251" y="0"/>
                  </a:lnTo>
                  <a:lnTo>
                    <a:pt x="5429251" y="1257400"/>
                  </a:lnTo>
                  <a:lnTo>
                    <a:pt x="0" y="1257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5" r="0" b="-3121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5429250" cy="131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Thảo luận để xây dựng nội dung biểu mẫu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6643688" y="5400504"/>
            <a:ext cx="800100" cy="800100"/>
            <a:chOff x="0" y="0"/>
            <a:chExt cx="1066800" cy="10668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891938" y="5600529"/>
            <a:ext cx="300038" cy="472154"/>
            <a:chOff x="0" y="0"/>
            <a:chExt cx="400050" cy="62953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0050" cy="629539"/>
            </a:xfrm>
            <a:custGeom>
              <a:avLst/>
              <a:gdLst/>
              <a:ahLst/>
              <a:cxnLst/>
              <a:rect r="r" b="b" t="t" l="l"/>
              <a:pathLst>
                <a:path h="629539" w="400050">
                  <a:moveTo>
                    <a:pt x="0" y="0"/>
                  </a:moveTo>
                  <a:lnTo>
                    <a:pt x="400050" y="0"/>
                  </a:lnTo>
                  <a:lnTo>
                    <a:pt x="40005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044" t="0" r="-152047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6891938" y="5557666"/>
            <a:ext cx="300038" cy="515017"/>
            <a:chOff x="0" y="0"/>
            <a:chExt cx="400050" cy="68668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00051" cy="686689"/>
            </a:xfrm>
            <a:custGeom>
              <a:avLst/>
              <a:gdLst/>
              <a:ahLst/>
              <a:cxnLst/>
              <a:rect r="r" b="b" t="t" l="l"/>
              <a:pathLst>
                <a:path h="686689" w="400051">
                  <a:moveTo>
                    <a:pt x="0" y="0"/>
                  </a:moveTo>
                  <a:lnTo>
                    <a:pt x="400051" y="0"/>
                  </a:lnTo>
                  <a:lnTo>
                    <a:pt x="400051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0233" t="0" r="-17023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57150"/>
              <a:ext cx="40005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5000625" y="6314904"/>
            <a:ext cx="4086225" cy="375056"/>
            <a:chOff x="0" y="0"/>
            <a:chExt cx="5448300" cy="50007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448300" cy="500126"/>
            </a:xfrm>
            <a:custGeom>
              <a:avLst/>
              <a:gdLst/>
              <a:ahLst/>
              <a:cxnLst/>
              <a:rect r="r" b="b" t="t" l="l"/>
              <a:pathLst>
                <a:path h="500126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25" r="0" b="-162112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5000625" y="6264897"/>
            <a:ext cx="4086225" cy="496900"/>
            <a:chOff x="0" y="0"/>
            <a:chExt cx="5448300" cy="66253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448300" cy="662533"/>
            </a:xfrm>
            <a:custGeom>
              <a:avLst/>
              <a:gdLst/>
              <a:ahLst/>
              <a:cxnLst/>
              <a:rect r="r" b="b" t="t" l="l"/>
              <a:pathLst>
                <a:path h="662533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462" r="0" b="-10300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85725"/>
              <a:ext cx="54483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Thiết kế tiêu đề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5007769" y="6714954"/>
            <a:ext cx="4071938" cy="329555"/>
            <a:chOff x="0" y="0"/>
            <a:chExt cx="5429250" cy="43940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429250" cy="439420"/>
            </a:xfrm>
            <a:custGeom>
              <a:avLst/>
              <a:gdLst/>
              <a:ahLst/>
              <a:cxnLst/>
              <a:rect r="r" b="b" t="t" l="l"/>
              <a:pathLst>
                <a:path h="43942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80" r="0" b="-190578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007769" y="6686379"/>
            <a:ext cx="4071938" cy="504901"/>
            <a:chOff x="0" y="0"/>
            <a:chExt cx="5429250" cy="67320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429251" cy="673201"/>
            </a:xfrm>
            <a:custGeom>
              <a:avLst/>
              <a:gdLst/>
              <a:ahLst/>
              <a:cxnLst/>
              <a:rect r="r" b="b" t="t" l="l"/>
              <a:pathLst>
                <a:path h="673201" w="5429251">
                  <a:moveTo>
                    <a:pt x="0" y="0"/>
                  </a:moveTo>
                  <a:lnTo>
                    <a:pt x="5429251" y="0"/>
                  </a:lnTo>
                  <a:lnTo>
                    <a:pt x="54292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78" r="0" b="-92609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57150"/>
              <a:ext cx="54292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Tạo tiêu đề biểu mẫu phù hợp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0844212" y="5400504"/>
            <a:ext cx="800100" cy="800100"/>
            <a:chOff x="0" y="0"/>
            <a:chExt cx="1066800" cy="1066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1088710" y="5600529"/>
            <a:ext cx="314325" cy="472154"/>
            <a:chOff x="0" y="0"/>
            <a:chExt cx="419100" cy="6295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9100" cy="629539"/>
            </a:xfrm>
            <a:custGeom>
              <a:avLst/>
              <a:gdLst/>
              <a:ahLst/>
              <a:cxnLst/>
              <a:rect r="r" b="b" t="t" l="l"/>
              <a:pathLst>
                <a:path h="62953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860" t="0" r="-142863" b="0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1088710" y="5557666"/>
            <a:ext cx="314325" cy="515017"/>
            <a:chOff x="0" y="0"/>
            <a:chExt cx="419100" cy="68668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19100" cy="686689"/>
            </a:xfrm>
            <a:custGeom>
              <a:avLst/>
              <a:gdLst/>
              <a:ahLst/>
              <a:cxnLst/>
              <a:rect r="r" b="b" t="t" l="l"/>
              <a:pathLst>
                <a:path h="68668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223" t="0" r="-160223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57150"/>
              <a:ext cx="4191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9201150" y="6314904"/>
            <a:ext cx="4086225" cy="375056"/>
            <a:chOff x="0" y="0"/>
            <a:chExt cx="5448300" cy="50007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448300" cy="500126"/>
            </a:xfrm>
            <a:custGeom>
              <a:avLst/>
              <a:gdLst/>
              <a:ahLst/>
              <a:cxnLst/>
              <a:rect r="r" b="b" t="t" l="l"/>
              <a:pathLst>
                <a:path h="500126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25" r="0" b="-162112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9201150" y="6264897"/>
            <a:ext cx="4086225" cy="496900"/>
            <a:chOff x="0" y="0"/>
            <a:chExt cx="5448300" cy="66253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5448300" cy="662533"/>
            </a:xfrm>
            <a:custGeom>
              <a:avLst/>
              <a:gdLst/>
              <a:ahLst/>
              <a:cxnLst/>
              <a:rect r="r" b="b" t="t" l="l"/>
              <a:pathLst>
                <a:path h="662533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462" r="0" b="-10300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85725"/>
              <a:ext cx="54483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Xây dựng câu hỏi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208294" y="6714954"/>
            <a:ext cx="4071938" cy="329555"/>
            <a:chOff x="0" y="0"/>
            <a:chExt cx="5429250" cy="439407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429250" cy="439420"/>
            </a:xfrm>
            <a:custGeom>
              <a:avLst/>
              <a:gdLst/>
              <a:ahLst/>
              <a:cxnLst/>
              <a:rect r="r" b="b" t="t" l="l"/>
              <a:pathLst>
                <a:path h="43942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80" r="0" b="-190578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208294" y="6686379"/>
            <a:ext cx="4071938" cy="504901"/>
            <a:chOff x="0" y="0"/>
            <a:chExt cx="5429250" cy="673202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5429251" cy="673201"/>
            </a:xfrm>
            <a:custGeom>
              <a:avLst/>
              <a:gdLst/>
              <a:ahLst/>
              <a:cxnLst/>
              <a:rect r="r" b="b" t="t" l="l"/>
              <a:pathLst>
                <a:path h="673201" w="5429251">
                  <a:moveTo>
                    <a:pt x="0" y="0"/>
                  </a:moveTo>
                  <a:lnTo>
                    <a:pt x="5429251" y="0"/>
                  </a:lnTo>
                  <a:lnTo>
                    <a:pt x="5429251" y="673201"/>
                  </a:lnTo>
                  <a:lnTo>
                    <a:pt x="0" y="6732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678" r="0" b="-9260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57150"/>
              <a:ext cx="5429250" cy="7303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Tạo 2-3 câu hỏi khảo sát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5044738" y="5400504"/>
            <a:ext cx="800100" cy="800100"/>
            <a:chOff x="0" y="0"/>
            <a:chExt cx="1066800" cy="10668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5289587" y="5600529"/>
            <a:ext cx="314325" cy="472154"/>
            <a:chOff x="0" y="0"/>
            <a:chExt cx="419100" cy="62953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419100" cy="629539"/>
            </a:xfrm>
            <a:custGeom>
              <a:avLst/>
              <a:gdLst/>
              <a:ahLst/>
              <a:cxnLst/>
              <a:rect r="r" b="b" t="t" l="l"/>
              <a:pathLst>
                <a:path h="62953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29539"/>
                  </a:lnTo>
                  <a:lnTo>
                    <a:pt x="0" y="6295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860" t="0" r="-142863" b="0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5289587" y="5557666"/>
            <a:ext cx="314325" cy="515017"/>
            <a:chOff x="0" y="0"/>
            <a:chExt cx="419100" cy="686689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419100" cy="686689"/>
            </a:xfrm>
            <a:custGeom>
              <a:avLst/>
              <a:gdLst/>
              <a:ahLst/>
              <a:cxnLst/>
              <a:rect r="r" b="b" t="t" l="l"/>
              <a:pathLst>
                <a:path h="686689" w="419100">
                  <a:moveTo>
                    <a:pt x="0" y="0"/>
                  </a:moveTo>
                  <a:lnTo>
                    <a:pt x="419100" y="0"/>
                  </a:lnTo>
                  <a:lnTo>
                    <a:pt x="419100" y="686689"/>
                  </a:lnTo>
                  <a:lnTo>
                    <a:pt x="0" y="6866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223" t="0" r="-160223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57150"/>
              <a:ext cx="419100" cy="7438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3401675" y="6314904"/>
            <a:ext cx="4086225" cy="375056"/>
            <a:chOff x="0" y="0"/>
            <a:chExt cx="5448300" cy="50007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448300" cy="500126"/>
            </a:xfrm>
            <a:custGeom>
              <a:avLst/>
              <a:gdLst/>
              <a:ahLst/>
              <a:cxnLst/>
              <a:rect r="r" b="b" t="t" l="l"/>
              <a:pathLst>
                <a:path h="500126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25" r="0" b="-162112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3401675" y="6264897"/>
            <a:ext cx="4086225" cy="496900"/>
            <a:chOff x="0" y="0"/>
            <a:chExt cx="5448300" cy="662534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5448300" cy="662533"/>
            </a:xfrm>
            <a:custGeom>
              <a:avLst/>
              <a:gdLst/>
              <a:ahLst/>
              <a:cxnLst/>
              <a:rect r="r" b="b" t="t" l="l"/>
              <a:pathLst>
                <a:path h="662533" w="5448300">
                  <a:moveTo>
                    <a:pt x="0" y="0"/>
                  </a:moveTo>
                  <a:lnTo>
                    <a:pt x="5448300" y="0"/>
                  </a:lnTo>
                  <a:lnTo>
                    <a:pt x="544830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7462" r="0" b="-103005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85725"/>
              <a:ext cx="544830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Ghi chép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408819" y="6714954"/>
            <a:ext cx="4071938" cy="329555"/>
            <a:chOff x="0" y="0"/>
            <a:chExt cx="5429250" cy="43940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429250" cy="439420"/>
            </a:xfrm>
            <a:custGeom>
              <a:avLst/>
              <a:gdLst/>
              <a:ahLst/>
              <a:cxnLst/>
              <a:rect r="r" b="b" t="t" l="l"/>
              <a:pathLst>
                <a:path h="439420" w="5429250">
                  <a:moveTo>
                    <a:pt x="0" y="0"/>
                  </a:moveTo>
                  <a:lnTo>
                    <a:pt x="5429250" y="0"/>
                  </a:lnTo>
                  <a:lnTo>
                    <a:pt x="5429250" y="439420"/>
                  </a:lnTo>
                  <a:lnTo>
                    <a:pt x="0" y="4394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580" r="0" b="-190578"/>
              </a:stretch>
            </a:blipFill>
          </p:spPr>
        </p:sp>
      </p:grpSp>
      <p:grpSp>
        <p:nvGrpSpPr>
          <p:cNvPr name="Group 133" id="133"/>
          <p:cNvGrpSpPr/>
          <p:nvPr/>
        </p:nvGrpSpPr>
        <p:grpSpPr>
          <a:xfrm rot="0">
            <a:off x="13408819" y="6686379"/>
            <a:ext cx="4071938" cy="943051"/>
            <a:chOff x="0" y="0"/>
            <a:chExt cx="5429250" cy="1257402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5429251" cy="1257400"/>
            </a:xfrm>
            <a:custGeom>
              <a:avLst/>
              <a:gdLst/>
              <a:ahLst/>
              <a:cxnLst/>
              <a:rect r="r" b="b" t="t" l="l"/>
              <a:pathLst>
                <a:path h="1257400" w="5429251">
                  <a:moveTo>
                    <a:pt x="0" y="0"/>
                  </a:moveTo>
                  <a:lnTo>
                    <a:pt x="5429251" y="0"/>
                  </a:lnTo>
                  <a:lnTo>
                    <a:pt x="5429251" y="1257400"/>
                  </a:lnTo>
                  <a:lnTo>
                    <a:pt x="0" y="1257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145" r="0" b="-3121"/>
              </a:stretch>
            </a:blipFill>
          </p:spPr>
        </p:sp>
        <p:sp>
          <p:nvSpPr>
            <p:cNvPr name="TextBox 135" id="135"/>
            <p:cNvSpPr txBox="true"/>
            <p:nvPr/>
          </p:nvSpPr>
          <p:spPr>
            <a:xfrm>
              <a:off x="0" y="-57150"/>
              <a:ext cx="5429250" cy="13145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56"/>
                </a:lnSpc>
              </a:pPr>
              <a:r>
                <a:rPr lang="en-US" sz="2400">
                  <a:solidFill>
                    <a:srgbClr val="5F6368"/>
                  </a:solidFill>
                  <a:latin typeface="Cabin"/>
                  <a:ea typeface="Cabin"/>
                  <a:cs typeface="Cabin"/>
                  <a:sym typeface="Cabin"/>
                </a:rPr>
                <a:t>Ghi lại tiêu đề và câu hỏi vào phiếu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600075" y="7515054"/>
            <a:ext cx="17116425" cy="800100"/>
            <a:chOff x="0" y="0"/>
            <a:chExt cx="22821900" cy="10668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>
                <a:alpha val="0"/>
              </a:srgbClr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600075" y="7515054"/>
            <a:ext cx="57150" cy="800100"/>
            <a:chOff x="0" y="0"/>
            <a:chExt cx="76200" cy="106680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900112" y="7743654"/>
            <a:ext cx="342900" cy="342900"/>
            <a:chOff x="0" y="0"/>
            <a:chExt cx="457200" cy="4572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228600" y="0"/>
                  </a:moveTo>
                  <a:cubicBezTo>
                    <a:pt x="354711" y="0"/>
                    <a:pt x="457200" y="102489"/>
                    <a:pt x="457200" y="228600"/>
                  </a:cubicBezTo>
                  <a:cubicBezTo>
                    <a:pt x="457200" y="354711"/>
                    <a:pt x="354711" y="457200"/>
                    <a:pt x="228600" y="457200"/>
                  </a:cubicBezTo>
                  <a:cubicBezTo>
                    <a:pt x="102489" y="457200"/>
                    <a:pt x="0" y="354711"/>
                    <a:pt x="0" y="228600"/>
                  </a:cubicBezTo>
                  <a:cubicBezTo>
                    <a:pt x="0" y="102489"/>
                    <a:pt x="102489" y="0"/>
                    <a:pt x="228600" y="0"/>
                  </a:cubicBezTo>
                  <a:close/>
                  <a:moveTo>
                    <a:pt x="207137" y="107188"/>
                  </a:moveTo>
                  <a:lnTo>
                    <a:pt x="207137" y="228600"/>
                  </a:lnTo>
                  <a:cubicBezTo>
                    <a:pt x="207137" y="235712"/>
                    <a:pt x="210693" y="242443"/>
                    <a:pt x="216662" y="246507"/>
                  </a:cubicBezTo>
                  <a:lnTo>
                    <a:pt x="302387" y="303657"/>
                  </a:lnTo>
                  <a:cubicBezTo>
                    <a:pt x="312166" y="310261"/>
                    <a:pt x="325501" y="307594"/>
                    <a:pt x="332105" y="297688"/>
                  </a:cubicBezTo>
                  <a:cubicBezTo>
                    <a:pt x="338709" y="287782"/>
                    <a:pt x="336042" y="274574"/>
                    <a:pt x="326136" y="267970"/>
                  </a:cubicBezTo>
                  <a:lnTo>
                    <a:pt x="249936" y="217297"/>
                  </a:lnTo>
                  <a:lnTo>
                    <a:pt x="249936" y="107188"/>
                  </a:lnTo>
                  <a:cubicBezTo>
                    <a:pt x="249936" y="95250"/>
                    <a:pt x="240411" y="85725"/>
                    <a:pt x="228473" y="85725"/>
                  </a:cubicBezTo>
                  <a:cubicBezTo>
                    <a:pt x="216535" y="85725"/>
                    <a:pt x="207010" y="95250"/>
                    <a:pt x="207010" y="107188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42" id="142"/>
          <p:cNvGrpSpPr/>
          <p:nvPr/>
        </p:nvGrpSpPr>
        <p:grpSpPr>
          <a:xfrm rot="0">
            <a:off x="1457325" y="7743654"/>
            <a:ext cx="5386388" cy="375056"/>
            <a:chOff x="0" y="0"/>
            <a:chExt cx="7181850" cy="500075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7181850" cy="500126"/>
            </a:xfrm>
            <a:custGeom>
              <a:avLst/>
              <a:gdLst/>
              <a:ahLst/>
              <a:cxnLst/>
              <a:rect r="r" b="b" t="t" l="l"/>
              <a:pathLst>
                <a:path h="500126" w="7181850">
                  <a:moveTo>
                    <a:pt x="0" y="0"/>
                  </a:moveTo>
                  <a:lnTo>
                    <a:pt x="7181850" y="0"/>
                  </a:lnTo>
                  <a:lnTo>
                    <a:pt x="71818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616" r="0" b="-229608"/>
              </a:stretch>
            </a:blipFill>
          </p:spPr>
        </p:sp>
      </p:grpSp>
      <p:grpSp>
        <p:nvGrpSpPr>
          <p:cNvPr name="Group 144" id="144"/>
          <p:cNvGrpSpPr/>
          <p:nvPr/>
        </p:nvGrpSpPr>
        <p:grpSpPr>
          <a:xfrm rot="0">
            <a:off x="1457325" y="7666654"/>
            <a:ext cx="6563392" cy="496900"/>
            <a:chOff x="0" y="0"/>
            <a:chExt cx="8751189" cy="662533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8751190" cy="662533"/>
            </a:xfrm>
            <a:custGeom>
              <a:avLst/>
              <a:gdLst/>
              <a:ahLst/>
              <a:cxnLst/>
              <a:rect r="r" b="b" t="t" l="l"/>
              <a:pathLst>
                <a:path h="662533" w="8751190">
                  <a:moveTo>
                    <a:pt x="0" y="0"/>
                  </a:moveTo>
                  <a:lnTo>
                    <a:pt x="8751190" y="0"/>
                  </a:lnTo>
                  <a:lnTo>
                    <a:pt x="8751190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446" r="17932" b="-153989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85725"/>
              <a:ext cx="8751189" cy="7482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3"/>
                </a:lnSpc>
              </a:pPr>
              <a:r>
                <a:rPr lang="en-US" sz="23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Thời gian:</a:t>
              </a:r>
              <a:r>
                <a:rPr lang="en-US" sz="23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5 phút để thảo luận và thiết kế biểu mẫu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 câu hỏi khảo sát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00075" y="1600200"/>
            <a:ext cx="17116425" cy="2000250"/>
            <a:chOff x="0" y="0"/>
            <a:chExt cx="22821900" cy="266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219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00075" y="1600200"/>
            <a:ext cx="57150" cy="2000250"/>
            <a:chOff x="0" y="0"/>
            <a:chExt cx="762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2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62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885950"/>
            <a:ext cx="800100" cy="800100"/>
            <a:chOff x="0" y="0"/>
            <a:chExt cx="1066800" cy="106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164431" y="2114550"/>
            <a:ext cx="300038" cy="342900"/>
          </a:xfrm>
          <a:custGeom>
            <a:avLst/>
            <a:gdLst/>
            <a:ahLst/>
            <a:cxnLst/>
            <a:rect r="r" b="b" t="t" l="l"/>
            <a:pathLst>
              <a:path h="342900" w="300038">
                <a:moveTo>
                  <a:pt x="0" y="0"/>
                </a:moveTo>
                <a:lnTo>
                  <a:pt x="300038" y="0"/>
                </a:lnTo>
                <a:lnTo>
                  <a:pt x="300038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793" t="0" r="-793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943100" y="1885950"/>
            <a:ext cx="15659100" cy="563918"/>
            <a:chOff x="0" y="0"/>
            <a:chExt cx="20878800" cy="7518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878800" cy="751840"/>
            </a:xfrm>
            <a:custGeom>
              <a:avLst/>
              <a:gdLst/>
              <a:ahLst/>
              <a:cxnLst/>
              <a:rect r="r" b="b" t="t" l="l"/>
              <a:pathLst>
                <a:path h="751840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0724" r="0" b="-490733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943100" y="1864519"/>
            <a:ext cx="15659100" cy="585349"/>
            <a:chOff x="0" y="0"/>
            <a:chExt cx="20878800" cy="78046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878800" cy="780466"/>
            </a:xfrm>
            <a:custGeom>
              <a:avLst/>
              <a:gdLst/>
              <a:ahLst/>
              <a:cxnLst/>
              <a:rect r="r" b="b" t="t" l="l"/>
              <a:pathLst>
                <a:path h="780466" w="20878800">
                  <a:moveTo>
                    <a:pt x="0" y="0"/>
                  </a:moveTo>
                  <a:lnTo>
                    <a:pt x="20878800" y="0"/>
                  </a:lnTo>
                  <a:lnTo>
                    <a:pt x="208788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1258" r="0" b="-47125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208788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Tiêu đề biểu mẫu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71675" y="2457279"/>
            <a:ext cx="15459075" cy="857250"/>
            <a:chOff x="0" y="0"/>
            <a:chExt cx="20612100" cy="1143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6121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0612100">
                  <a:moveTo>
                    <a:pt x="76200" y="0"/>
                  </a:moveTo>
                  <a:lnTo>
                    <a:pt x="20459700" y="0"/>
                  </a:lnTo>
                  <a:cubicBezTo>
                    <a:pt x="20543901" y="0"/>
                    <a:pt x="20612100" y="68199"/>
                    <a:pt x="20612100" y="152400"/>
                  </a:cubicBezTo>
                  <a:lnTo>
                    <a:pt x="20612100" y="990600"/>
                  </a:lnTo>
                  <a:cubicBezTo>
                    <a:pt x="20612100" y="1074801"/>
                    <a:pt x="20543901" y="1143000"/>
                    <a:pt x="20459700" y="1143000"/>
                  </a:cubicBezTo>
                  <a:lnTo>
                    <a:pt x="76200" y="1143000"/>
                  </a:lnTo>
                  <a:cubicBezTo>
                    <a:pt x="34163" y="1143000"/>
                    <a:pt x="0" y="1108837"/>
                    <a:pt x="0" y="106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971675" y="2457279"/>
            <a:ext cx="57150" cy="857250"/>
            <a:chOff x="0" y="0"/>
            <a:chExt cx="76200" cy="1143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2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6200">
                  <a:moveTo>
                    <a:pt x="76200" y="0"/>
                  </a:moveTo>
                  <a:lnTo>
                    <a:pt x="76200" y="1143000"/>
                  </a:lnTo>
                  <a:cubicBezTo>
                    <a:pt x="34163" y="1143000"/>
                    <a:pt x="0" y="1108837"/>
                    <a:pt x="0" y="1066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097405" y="2457450"/>
            <a:ext cx="15573375" cy="857250"/>
            <a:chOff x="0" y="0"/>
            <a:chExt cx="20764500" cy="1143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07645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20764500">
                  <a:moveTo>
                    <a:pt x="0" y="0"/>
                  </a:moveTo>
                  <a:lnTo>
                    <a:pt x="20764500" y="0"/>
                  </a:lnTo>
                  <a:lnTo>
                    <a:pt x="20764500" y="1143000"/>
                  </a:lnTo>
                  <a:lnTo>
                    <a:pt x="0" y="114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3732" r="0" b="-30373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097405" y="2414588"/>
            <a:ext cx="15573375" cy="900112"/>
            <a:chOff x="0" y="0"/>
            <a:chExt cx="20764500" cy="120015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764500" cy="1200150"/>
            </a:xfrm>
            <a:custGeom>
              <a:avLst/>
              <a:gdLst/>
              <a:ahLst/>
              <a:cxnLst/>
              <a:rect r="r" b="b" t="t" l="l"/>
              <a:pathLst>
                <a:path h="1200150" w="20764500">
                  <a:moveTo>
                    <a:pt x="0" y="0"/>
                  </a:moveTo>
                  <a:lnTo>
                    <a:pt x="20764500" y="0"/>
                  </a:lnTo>
                  <a:lnTo>
                    <a:pt x="20764500" y="1200150"/>
                  </a:lnTo>
                  <a:lnTo>
                    <a:pt x="0" y="12001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122" r="0" b="-28712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076450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1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Ý kiến phản hồi về trang web "Những bài ca đi cùng năm tháng"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71500" y="3828879"/>
            <a:ext cx="17145000" cy="3771900"/>
            <a:chOff x="0" y="0"/>
            <a:chExt cx="22860000" cy="502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860000" cy="5029200"/>
            </a:xfrm>
            <a:custGeom>
              <a:avLst/>
              <a:gdLst/>
              <a:ahLst/>
              <a:cxnLst/>
              <a:rect r="r" b="b" t="t" l="l"/>
              <a:pathLst>
                <a:path h="50292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512" y="0"/>
                    <a:pt x="22860000" y="102362"/>
                    <a:pt x="22860000" y="228600"/>
                  </a:cubicBezTo>
                  <a:lnTo>
                    <a:pt x="22860000" y="4800600"/>
                  </a:lnTo>
                  <a:cubicBezTo>
                    <a:pt x="22860000" y="4926838"/>
                    <a:pt x="22757637" y="5029200"/>
                    <a:pt x="22631400" y="5029200"/>
                  </a:cubicBezTo>
                  <a:lnTo>
                    <a:pt x="228600" y="5029200"/>
                  </a:lnTo>
                  <a:cubicBezTo>
                    <a:pt x="102489" y="5029200"/>
                    <a:pt x="0" y="4926838"/>
                    <a:pt x="0" y="48006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900112" y="417158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285875" y="4114629"/>
            <a:ext cx="16316325" cy="563918"/>
            <a:chOff x="0" y="0"/>
            <a:chExt cx="21755100" cy="7518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5875" y="4093197"/>
            <a:ext cx="16316325" cy="585349"/>
            <a:chOff x="0" y="0"/>
            <a:chExt cx="21755100" cy="78046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 câu hỏi khảo sát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85825" y="4800238"/>
            <a:ext cx="57150" cy="1257300"/>
            <a:chOff x="0" y="0"/>
            <a:chExt cx="76200" cy="167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2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62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143000" y="5028838"/>
            <a:ext cx="571500" cy="571500"/>
            <a:chOff x="0" y="0"/>
            <a:chExt cx="762000" cy="762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83744" y="5143138"/>
            <a:ext cx="200025" cy="375056"/>
            <a:chOff x="0" y="0"/>
            <a:chExt cx="266700" cy="50007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6700" cy="500126"/>
            </a:xfrm>
            <a:custGeom>
              <a:avLst/>
              <a:gdLst/>
              <a:ahLst/>
              <a:cxnLst/>
              <a:rect r="r" b="b" t="t" l="l"/>
              <a:pathLst>
                <a:path h="500126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0742" t="0" r="-190742" b="1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83744" y="5093132"/>
            <a:ext cx="200025" cy="425063"/>
            <a:chOff x="0" y="0"/>
            <a:chExt cx="266700" cy="5667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6700" cy="566750"/>
            </a:xfrm>
            <a:custGeom>
              <a:avLst/>
              <a:gdLst/>
              <a:ahLst/>
              <a:cxnLst/>
              <a:rect r="r" b="b" t="t" l="l"/>
              <a:pathLst>
                <a:path h="566750" w="266700">
                  <a:moveTo>
                    <a:pt x="0" y="0"/>
                  </a:moveTo>
                  <a:lnTo>
                    <a:pt x="266700" y="0"/>
                  </a:lnTo>
                  <a:lnTo>
                    <a:pt x="266700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22651" t="0" r="-222651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66675"/>
              <a:ext cx="26670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1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85950" y="5028838"/>
            <a:ext cx="7029450" cy="800100"/>
            <a:chOff x="0" y="0"/>
            <a:chExt cx="9372600" cy="1066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3726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9372600">
                  <a:moveTo>
                    <a:pt x="0" y="0"/>
                  </a:moveTo>
                  <a:lnTo>
                    <a:pt x="9372600" y="0"/>
                  </a:lnTo>
                  <a:lnTo>
                    <a:pt x="93726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71" r="0" b="-12107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885950" y="4964544"/>
            <a:ext cx="7029450" cy="1003249"/>
            <a:chOff x="0" y="0"/>
            <a:chExt cx="9372600" cy="133766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726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9372600">
                  <a:moveTo>
                    <a:pt x="0" y="0"/>
                  </a:moveTo>
                  <a:lnTo>
                    <a:pt x="9372600" y="0"/>
                  </a:lnTo>
                  <a:lnTo>
                    <a:pt x="93726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445" r="0" b="-796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14300"/>
              <a:ext cx="93726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có dễ dàng tìm thấy bài hát mình muốn trên trang web không?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286875" y="4800238"/>
            <a:ext cx="57150" cy="1257300"/>
            <a:chOff x="0" y="0"/>
            <a:chExt cx="76200" cy="1676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62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544050" y="5028838"/>
            <a:ext cx="571500" cy="571500"/>
            <a:chOff x="0" y="0"/>
            <a:chExt cx="762000" cy="762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765506" y="5143138"/>
            <a:ext cx="242888" cy="375056"/>
            <a:chOff x="0" y="0"/>
            <a:chExt cx="323850" cy="50007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23850" cy="500126"/>
            </a:xfrm>
            <a:custGeom>
              <a:avLst/>
              <a:gdLst/>
              <a:ahLst/>
              <a:cxnLst/>
              <a:rect r="r" b="b" t="t" l="l"/>
              <a:pathLst>
                <a:path h="500126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258" t="0" r="-148258" b="1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65506" y="5093132"/>
            <a:ext cx="242888" cy="425063"/>
            <a:chOff x="0" y="0"/>
            <a:chExt cx="323850" cy="5667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23851" cy="566750"/>
            </a:xfrm>
            <a:custGeom>
              <a:avLst/>
              <a:gdLst/>
              <a:ahLst/>
              <a:cxnLst/>
              <a:rect r="r" b="b" t="t" l="l"/>
              <a:pathLst>
                <a:path h="566750" w="323851">
                  <a:moveTo>
                    <a:pt x="0" y="0"/>
                  </a:moveTo>
                  <a:lnTo>
                    <a:pt x="323851" y="0"/>
                  </a:lnTo>
                  <a:lnTo>
                    <a:pt x="323851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5" t="0" r="-174535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66675"/>
              <a:ext cx="3238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2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287000" y="5028838"/>
            <a:ext cx="4800600" cy="428625"/>
            <a:chOff x="0" y="0"/>
            <a:chExt cx="6400800" cy="5715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400800" cy="571500"/>
            </a:xfrm>
            <a:custGeom>
              <a:avLst/>
              <a:gdLst/>
              <a:ahLst/>
              <a:cxnLst/>
              <a:rect r="r" b="b" t="t" l="l"/>
              <a:pathLst>
                <a:path h="57150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079" r="0" b="-168082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287000" y="4964544"/>
            <a:ext cx="4800600" cy="1003249"/>
            <a:chOff x="0" y="0"/>
            <a:chExt cx="6400800" cy="133766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008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670" r="0" b="-1780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14300"/>
              <a:ext cx="64008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thích nội dung nào nhất trên trang web?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885825" y="6286138"/>
            <a:ext cx="57150" cy="1028700"/>
            <a:chOff x="0" y="0"/>
            <a:chExt cx="76200" cy="1371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143000" y="6514738"/>
            <a:ext cx="571500" cy="571500"/>
            <a:chOff x="0" y="0"/>
            <a:chExt cx="762000" cy="7620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361418" y="6629038"/>
            <a:ext cx="242888" cy="375056"/>
            <a:chOff x="0" y="0"/>
            <a:chExt cx="323850" cy="50007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23850" cy="500126"/>
            </a:xfrm>
            <a:custGeom>
              <a:avLst/>
              <a:gdLst/>
              <a:ahLst/>
              <a:cxnLst/>
              <a:rect r="r" b="b" t="t" l="l"/>
              <a:pathLst>
                <a:path h="500126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258" t="0" r="-148258" b="1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61418" y="6579032"/>
            <a:ext cx="242888" cy="425063"/>
            <a:chOff x="0" y="0"/>
            <a:chExt cx="323850" cy="56675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3851" cy="566750"/>
            </a:xfrm>
            <a:custGeom>
              <a:avLst/>
              <a:gdLst/>
              <a:ahLst/>
              <a:cxnLst/>
              <a:rect r="r" b="b" t="t" l="l"/>
              <a:pathLst>
                <a:path h="566750" w="323851">
                  <a:moveTo>
                    <a:pt x="0" y="0"/>
                  </a:moveTo>
                  <a:lnTo>
                    <a:pt x="323851" y="0"/>
                  </a:lnTo>
                  <a:lnTo>
                    <a:pt x="323851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5" t="0" r="-174535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66675"/>
              <a:ext cx="3238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3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885950" y="6514738"/>
            <a:ext cx="5086350" cy="428625"/>
            <a:chOff x="0" y="0"/>
            <a:chExt cx="6781800" cy="571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781800" cy="571500"/>
            </a:xfrm>
            <a:custGeom>
              <a:avLst/>
              <a:gdLst/>
              <a:ahLst/>
              <a:cxnLst/>
              <a:rect r="r" b="b" t="t" l="l"/>
              <a:pathLst>
                <a:path h="571500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062" r="0" b="-18106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885950" y="6450444"/>
            <a:ext cx="5086350" cy="1003249"/>
            <a:chOff x="0" y="0"/>
            <a:chExt cx="6781800" cy="133766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781800" cy="1337666"/>
            </a:xfrm>
            <a:custGeom>
              <a:avLst/>
              <a:gdLst/>
              <a:ahLst/>
              <a:cxnLst/>
              <a:rect r="r" b="b" t="t" l="l"/>
              <a:pathLst>
                <a:path h="1337666" w="6781800">
                  <a:moveTo>
                    <a:pt x="0" y="0"/>
                  </a:moveTo>
                  <a:lnTo>
                    <a:pt x="6781800" y="0"/>
                  </a:lnTo>
                  <a:lnTo>
                    <a:pt x="6781800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4220" r="0" b="-2335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14300"/>
              <a:ext cx="678180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đánh giá giao diện trang web như thế nào?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286875" y="6286138"/>
            <a:ext cx="57150" cy="1028700"/>
            <a:chOff x="0" y="0"/>
            <a:chExt cx="76200" cy="1371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6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6200">
                  <a:moveTo>
                    <a:pt x="76200" y="0"/>
                  </a:moveTo>
                  <a:lnTo>
                    <a:pt x="76200" y="1371600"/>
                  </a:lnTo>
                  <a:cubicBezTo>
                    <a:pt x="34163" y="1371600"/>
                    <a:pt x="0" y="1337437"/>
                    <a:pt x="0" y="12954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44050" y="6514738"/>
            <a:ext cx="571500" cy="571500"/>
            <a:chOff x="0" y="0"/>
            <a:chExt cx="762000" cy="7620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2000" cy="762000"/>
            </a:xfrm>
            <a:custGeom>
              <a:avLst/>
              <a:gdLst/>
              <a:ahLst/>
              <a:cxnLst/>
              <a:rect r="r" b="b" t="t" l="l"/>
              <a:pathLst>
                <a:path h="762000" w="762000">
                  <a:moveTo>
                    <a:pt x="381000" y="0"/>
                  </a:moveTo>
                  <a:cubicBezTo>
                    <a:pt x="591312" y="0"/>
                    <a:pt x="762000" y="170688"/>
                    <a:pt x="762000" y="381000"/>
                  </a:cubicBezTo>
                  <a:cubicBezTo>
                    <a:pt x="762000" y="591312"/>
                    <a:pt x="591312" y="762000"/>
                    <a:pt x="381000" y="762000"/>
                  </a:cubicBezTo>
                  <a:cubicBezTo>
                    <a:pt x="170688" y="762000"/>
                    <a:pt x="0" y="591312"/>
                    <a:pt x="0" y="381000"/>
                  </a:cubicBezTo>
                  <a:cubicBezTo>
                    <a:pt x="0" y="170688"/>
                    <a:pt x="170688" y="0"/>
                    <a:pt x="3810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762649" y="6629038"/>
            <a:ext cx="242888" cy="375056"/>
            <a:chOff x="0" y="0"/>
            <a:chExt cx="323850" cy="50007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23850" cy="500126"/>
            </a:xfrm>
            <a:custGeom>
              <a:avLst/>
              <a:gdLst/>
              <a:ahLst/>
              <a:cxnLst/>
              <a:rect r="r" b="b" t="t" l="l"/>
              <a:pathLst>
                <a:path h="500126" w="323850">
                  <a:moveTo>
                    <a:pt x="0" y="0"/>
                  </a:moveTo>
                  <a:lnTo>
                    <a:pt x="323850" y="0"/>
                  </a:lnTo>
                  <a:lnTo>
                    <a:pt x="3238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8258" t="0" r="-148258" b="1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762649" y="6579032"/>
            <a:ext cx="242888" cy="425063"/>
            <a:chOff x="0" y="0"/>
            <a:chExt cx="323850" cy="56675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23851" cy="566750"/>
            </a:xfrm>
            <a:custGeom>
              <a:avLst/>
              <a:gdLst/>
              <a:ahLst/>
              <a:cxnLst/>
              <a:rect r="r" b="b" t="t" l="l"/>
              <a:pathLst>
                <a:path h="566750" w="323851">
                  <a:moveTo>
                    <a:pt x="0" y="0"/>
                  </a:moveTo>
                  <a:lnTo>
                    <a:pt x="323851" y="0"/>
                  </a:lnTo>
                  <a:lnTo>
                    <a:pt x="323851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74535" t="0" r="-174535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3238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0287000" y="6514738"/>
            <a:ext cx="4957762" cy="428625"/>
            <a:chOff x="0" y="0"/>
            <a:chExt cx="6610350" cy="5715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610350" cy="571500"/>
            </a:xfrm>
            <a:custGeom>
              <a:avLst/>
              <a:gdLst/>
              <a:ahLst/>
              <a:cxnLst/>
              <a:rect r="r" b="b" t="t" l="l"/>
              <a:pathLst>
                <a:path h="571500" w="6610350">
                  <a:moveTo>
                    <a:pt x="0" y="0"/>
                  </a:moveTo>
                  <a:lnTo>
                    <a:pt x="6610350" y="0"/>
                  </a:lnTo>
                  <a:lnTo>
                    <a:pt x="6610350" y="571500"/>
                  </a:lnTo>
                  <a:lnTo>
                    <a:pt x="0" y="571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20" r="0" b="-17522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0287000" y="6450444"/>
            <a:ext cx="4957762" cy="1003249"/>
            <a:chOff x="0" y="0"/>
            <a:chExt cx="6610350" cy="133766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610349" cy="1337666"/>
            </a:xfrm>
            <a:custGeom>
              <a:avLst/>
              <a:gdLst/>
              <a:ahLst/>
              <a:cxnLst/>
              <a:rect r="r" b="b" t="t" l="l"/>
              <a:pathLst>
                <a:path h="1337666" w="6610349">
                  <a:moveTo>
                    <a:pt x="0" y="0"/>
                  </a:moveTo>
                  <a:lnTo>
                    <a:pt x="6610349" y="0"/>
                  </a:lnTo>
                  <a:lnTo>
                    <a:pt x="6610349" y="1337666"/>
                  </a:lnTo>
                  <a:lnTo>
                    <a:pt x="0" y="13376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723" r="0" b="-2085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114300"/>
              <a:ext cx="6610350" cy="14519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32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Bạn có góp ý gì để trang web trở nên tốt hơn?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600075" y="7829188"/>
            <a:ext cx="17116425" cy="800100"/>
            <a:chOff x="0" y="0"/>
            <a:chExt cx="22821900" cy="1066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28219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838200"/>
                  </a:lnTo>
                  <a:cubicBezTo>
                    <a:pt x="22821900" y="964311"/>
                    <a:pt x="22719412" y="1066800"/>
                    <a:pt x="22593300" y="1066800"/>
                  </a:cubicBez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>
                <a:alpha val="0"/>
              </a:srgbClr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00075" y="7829188"/>
            <a:ext cx="57150" cy="800100"/>
            <a:chOff x="0" y="0"/>
            <a:chExt cx="76200" cy="1066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62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76200">
                  <a:moveTo>
                    <a:pt x="76200" y="0"/>
                  </a:moveTo>
                  <a:lnTo>
                    <a:pt x="76200" y="1066800"/>
                  </a:lnTo>
                  <a:cubicBezTo>
                    <a:pt x="34163" y="1066800"/>
                    <a:pt x="0" y="1032637"/>
                    <a:pt x="0" y="9906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942975" y="8057788"/>
            <a:ext cx="257175" cy="342900"/>
          </a:xfrm>
          <a:custGeom>
            <a:avLst/>
            <a:gdLst/>
            <a:ahLst/>
            <a:cxnLst/>
            <a:rect r="r" b="b" t="t" l="l"/>
            <a:pathLst>
              <a:path h="342900" w="257175">
                <a:moveTo>
                  <a:pt x="0" y="0"/>
                </a:moveTo>
                <a:lnTo>
                  <a:pt x="257175" y="0"/>
                </a:lnTo>
                <a:lnTo>
                  <a:pt x="257175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1457325" y="8057788"/>
            <a:ext cx="12187238" cy="375056"/>
            <a:chOff x="0" y="0"/>
            <a:chExt cx="16249650" cy="50007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6249650" cy="500126"/>
            </a:xfrm>
            <a:custGeom>
              <a:avLst/>
              <a:gdLst/>
              <a:ahLst/>
              <a:cxnLst/>
              <a:rect r="r" b="b" t="t" l="l"/>
              <a:pathLst>
                <a:path h="500126" w="16249650">
                  <a:moveTo>
                    <a:pt x="0" y="0"/>
                  </a:moveTo>
                  <a:lnTo>
                    <a:pt x="16249650" y="0"/>
                  </a:lnTo>
                  <a:lnTo>
                    <a:pt x="162496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2656" r="0" b="-582643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57325" y="7996866"/>
            <a:ext cx="15624090" cy="496900"/>
            <a:chOff x="0" y="0"/>
            <a:chExt cx="20832120" cy="66253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0832121" cy="662533"/>
            </a:xfrm>
            <a:custGeom>
              <a:avLst/>
              <a:gdLst/>
              <a:ahLst/>
              <a:cxnLst/>
              <a:rect r="r" b="b" t="t" l="l"/>
              <a:pathLst>
                <a:path h="662533" w="20832121">
                  <a:moveTo>
                    <a:pt x="0" y="0"/>
                  </a:moveTo>
                  <a:lnTo>
                    <a:pt x="20832121" y="0"/>
                  </a:lnTo>
                  <a:lnTo>
                    <a:pt x="20832121" y="662533"/>
                  </a:lnTo>
                  <a:lnTo>
                    <a:pt x="0" y="6625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5129" r="21997" b="-42067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85725"/>
              <a:ext cx="20832120" cy="7482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44"/>
                </a:lnSpc>
              </a:pPr>
              <a:r>
                <a:rPr lang="en-US" sz="24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Gợi ý:</a:t>
              </a: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Các nhóm có thể tham khảo các câu hỏi trên hoặc tự sáng tạo câu hỏi phù hợp với mục đích khảo sát của nhóm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571500"/>
            <a:ext cx="17402175" cy="850259"/>
            <a:chOff x="0" y="0"/>
            <a:chExt cx="23202900" cy="11336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029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05" r="0" b="-3485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614362"/>
            <a:ext cx="17402175" cy="807396"/>
            <a:chOff x="0" y="0"/>
            <a:chExt cx="23202900" cy="10765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2029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23202900">
                  <a:moveTo>
                    <a:pt x="0" y="0"/>
                  </a:moveTo>
                  <a:lnTo>
                    <a:pt x="23202900" y="0"/>
                  </a:lnTo>
                  <a:lnTo>
                    <a:pt x="232029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969" r="0" b="-36996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57150"/>
              <a:ext cx="232029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Tổng kết bài học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1500" y="1257300"/>
            <a:ext cx="1371600" cy="57150"/>
            <a:chOff x="0" y="0"/>
            <a:chExt cx="1828800" cy="76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" cy="76200"/>
            </a:xfrm>
            <a:custGeom>
              <a:avLst/>
              <a:gdLst/>
              <a:ahLst/>
              <a:cxnLst/>
              <a:rect r="r" b="b" t="t" l="l"/>
              <a:pathLst>
                <a:path h="76200" w="1828800">
                  <a:moveTo>
                    <a:pt x="0" y="0"/>
                  </a:moveTo>
                  <a:lnTo>
                    <a:pt x="1828800" y="0"/>
                  </a:lnTo>
                  <a:lnTo>
                    <a:pt x="18288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571500" y="1600200"/>
            <a:ext cx="17145000" cy="3943350"/>
            <a:chOff x="0" y="0"/>
            <a:chExt cx="22860000" cy="5257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0000" cy="5257800"/>
            </a:xfrm>
            <a:custGeom>
              <a:avLst/>
              <a:gdLst/>
              <a:ahLst/>
              <a:cxnLst/>
              <a:rect r="r" b="b" t="t" l="l"/>
              <a:pathLst>
                <a:path h="52578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37" y="0"/>
                    <a:pt x="22860000" y="102362"/>
                    <a:pt x="22860000" y="228600"/>
                  </a:cubicBezTo>
                  <a:lnTo>
                    <a:pt x="22860000" y="5029200"/>
                  </a:lnTo>
                  <a:cubicBezTo>
                    <a:pt x="22860000" y="5155438"/>
                    <a:pt x="22757637" y="5257800"/>
                    <a:pt x="22631400" y="5257800"/>
                  </a:cubicBezTo>
                  <a:lnTo>
                    <a:pt x="228600" y="5257800"/>
                  </a:lnTo>
                  <a:cubicBezTo>
                    <a:pt x="102362" y="5257800"/>
                    <a:pt x="0" y="5155438"/>
                    <a:pt x="0" y="5029200"/>
                  </a:cubicBezTo>
                  <a:lnTo>
                    <a:pt x="0" y="228600"/>
                  </a:lnTo>
                  <a:cubicBezTo>
                    <a:pt x="0" y="102362"/>
                    <a:pt x="102362" y="0"/>
                    <a:pt x="228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00112" y="194292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285875" y="1885950"/>
            <a:ext cx="16316325" cy="563918"/>
            <a:chOff x="0" y="0"/>
            <a:chExt cx="21755100" cy="7518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551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420" r="0" b="-51342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5875" y="1864519"/>
            <a:ext cx="16316325" cy="585349"/>
            <a:chOff x="0" y="0"/>
            <a:chExt cx="21755100" cy="780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7551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755100">
                  <a:moveTo>
                    <a:pt x="0" y="0"/>
                  </a:moveTo>
                  <a:lnTo>
                    <a:pt x="21755100" y="0"/>
                  </a:lnTo>
                  <a:lnTo>
                    <a:pt x="217551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3135" r="0" b="-4931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17551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Nội dung chính đã học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7250" y="2600154"/>
            <a:ext cx="5372100" cy="57150"/>
            <a:chOff x="0" y="0"/>
            <a:chExt cx="71628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62800" cy="76200"/>
            </a:xfrm>
            <a:custGeom>
              <a:avLst/>
              <a:gdLst/>
              <a:ahLst/>
              <a:cxnLst/>
              <a:rect r="r" b="b" t="t" l="l"/>
              <a:pathLst>
                <a:path h="76200" w="71628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143250" y="2857329"/>
            <a:ext cx="800100" cy="800100"/>
            <a:chOff x="0" y="0"/>
            <a:chExt cx="1066800" cy="1066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3371850" y="308592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021556" y="3828879"/>
            <a:ext cx="5043488" cy="425510"/>
            <a:chOff x="0" y="0"/>
            <a:chExt cx="6724650" cy="56734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724650" cy="567309"/>
            </a:xfrm>
            <a:custGeom>
              <a:avLst/>
              <a:gdLst/>
              <a:ahLst/>
              <a:cxnLst/>
              <a:rect r="r" b="b" t="t" l="l"/>
              <a:pathLst>
                <a:path h="567309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03" r="0" b="-18081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1556" y="3778872"/>
            <a:ext cx="5043488" cy="587654"/>
            <a:chOff x="0" y="0"/>
            <a:chExt cx="6724650" cy="78353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24651" cy="783539"/>
            </a:xfrm>
            <a:custGeom>
              <a:avLst/>
              <a:gdLst/>
              <a:ahLst/>
              <a:cxnLst/>
              <a:rect r="r" b="b" t="t" l="l"/>
              <a:pathLst>
                <a:path h="783539" w="6724651">
                  <a:moveTo>
                    <a:pt x="0" y="0"/>
                  </a:moveTo>
                  <a:lnTo>
                    <a:pt x="6724651" y="0"/>
                  </a:lnTo>
                  <a:lnTo>
                    <a:pt x="6724651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769" r="0" b="-10768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672465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Tạo biểu mẫu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4343229"/>
            <a:ext cx="5029200" cy="727481"/>
            <a:chOff x="0" y="0"/>
            <a:chExt cx="6705600" cy="9699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05600" cy="970026"/>
            </a:xfrm>
            <a:custGeom>
              <a:avLst/>
              <a:gdLst/>
              <a:ahLst/>
              <a:cxnLst/>
              <a:rect r="r" b="b" t="t" l="l"/>
              <a:pathLst>
                <a:path h="9700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70026"/>
                  </a:lnTo>
                  <a:lnTo>
                    <a:pt x="0" y="9700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604" r="0" b="-8460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" y="4293222"/>
            <a:ext cx="5029200" cy="963625"/>
            <a:chOff x="0" y="0"/>
            <a:chExt cx="6705600" cy="12848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705600" cy="1284833"/>
            </a:xfrm>
            <a:custGeom>
              <a:avLst/>
              <a:gdLst/>
              <a:ahLst/>
              <a:cxnLst/>
              <a:rect r="r" b="b" t="t" l="l"/>
              <a:pathLst>
                <a:path h="1284833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84833"/>
                  </a:lnTo>
                  <a:lnTo>
                    <a:pt x="0" y="1284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351" r="0" b="-4203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6705600" cy="1370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Tạo biểu mẫu bằng Google Forms để thu thập thông tin phản hồi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57950" y="2600154"/>
            <a:ext cx="5372100" cy="57150"/>
            <a:chOff x="0" y="0"/>
            <a:chExt cx="7162800" cy="76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162800" cy="76200"/>
            </a:xfrm>
            <a:custGeom>
              <a:avLst/>
              <a:gdLst/>
              <a:ahLst/>
              <a:cxnLst/>
              <a:rect r="r" b="b" t="t" l="l"/>
              <a:pathLst>
                <a:path h="76200" w="71628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743950" y="2857329"/>
            <a:ext cx="800100" cy="800100"/>
            <a:chOff x="0" y="0"/>
            <a:chExt cx="1066800" cy="1066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8951119" y="3085929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622256" y="3828879"/>
            <a:ext cx="5043488" cy="425510"/>
            <a:chOff x="0" y="0"/>
            <a:chExt cx="6724650" cy="56734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24650" cy="567309"/>
            </a:xfrm>
            <a:custGeom>
              <a:avLst/>
              <a:gdLst/>
              <a:ahLst/>
              <a:cxnLst/>
              <a:rect r="r" b="b" t="t" l="l"/>
              <a:pathLst>
                <a:path h="567309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03" r="0" b="-18081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622256" y="3778872"/>
            <a:ext cx="5043488" cy="587654"/>
            <a:chOff x="0" y="0"/>
            <a:chExt cx="6724650" cy="78353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724651" cy="783539"/>
            </a:xfrm>
            <a:custGeom>
              <a:avLst/>
              <a:gdLst/>
              <a:ahLst/>
              <a:cxnLst/>
              <a:rect r="r" b="b" t="t" l="l"/>
              <a:pathLst>
                <a:path h="783539" w="6724651">
                  <a:moveTo>
                    <a:pt x="0" y="0"/>
                  </a:moveTo>
                  <a:lnTo>
                    <a:pt x="6724651" y="0"/>
                  </a:lnTo>
                  <a:lnTo>
                    <a:pt x="6724651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769" r="0" b="-10768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0"/>
              <a:ext cx="672465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34A853"/>
                  </a:solidFill>
                  <a:latin typeface="Cabin Bold"/>
                  <a:ea typeface="Cabin Bold"/>
                  <a:cs typeface="Cabin Bold"/>
                  <a:sym typeface="Cabin Bold"/>
                </a:rPr>
                <a:t>Nhúng biểu mẫu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629400" y="4343229"/>
            <a:ext cx="5029200" cy="685800"/>
            <a:chOff x="0" y="0"/>
            <a:chExt cx="67056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705600" cy="914400"/>
            </a:xfrm>
            <a:custGeom>
              <a:avLst/>
              <a:gdLst/>
              <a:ahLst/>
              <a:cxnLst/>
              <a:rect r="r" b="b" t="t" l="l"/>
              <a:pathLst>
                <a:path h="91440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790" r="0" b="-92791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629400" y="4293222"/>
            <a:ext cx="5029200" cy="963625"/>
            <a:chOff x="0" y="0"/>
            <a:chExt cx="6705600" cy="128483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705600" cy="1284834"/>
            </a:xfrm>
            <a:custGeom>
              <a:avLst/>
              <a:gdLst/>
              <a:ahLst/>
              <a:cxnLst/>
              <a:rect r="r" b="b" t="t" l="l"/>
              <a:pathLst>
                <a:path h="1284834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84834"/>
                  </a:lnTo>
                  <a:lnTo>
                    <a:pt x="0" y="128483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514" r="0" b="-3987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6705600" cy="1370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Nhúng biểu mẫu vào trang web bằng Google Sites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058650" y="2600154"/>
            <a:ext cx="5372100" cy="57150"/>
            <a:chOff x="0" y="0"/>
            <a:chExt cx="7162800" cy="76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62800" cy="76200"/>
            </a:xfrm>
            <a:custGeom>
              <a:avLst/>
              <a:gdLst/>
              <a:ahLst/>
              <a:cxnLst/>
              <a:rect r="r" b="b" t="t" l="l"/>
              <a:pathLst>
                <a:path h="76200" w="7162800">
                  <a:moveTo>
                    <a:pt x="76200" y="0"/>
                  </a:moveTo>
                  <a:lnTo>
                    <a:pt x="7086600" y="0"/>
                  </a:lnTo>
                  <a:cubicBezTo>
                    <a:pt x="7128637" y="0"/>
                    <a:pt x="7162800" y="34163"/>
                    <a:pt x="7162800" y="76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344650" y="2857329"/>
            <a:ext cx="800100" cy="800100"/>
            <a:chOff x="0" y="0"/>
            <a:chExt cx="1066800" cy="10668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68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1066800">
                  <a:moveTo>
                    <a:pt x="533400" y="0"/>
                  </a:moveTo>
                  <a:cubicBezTo>
                    <a:pt x="827786" y="0"/>
                    <a:pt x="1066800" y="239014"/>
                    <a:pt x="1066800" y="533400"/>
                  </a:cubicBezTo>
                  <a:cubicBezTo>
                    <a:pt x="1066800" y="827786"/>
                    <a:pt x="827786" y="1066800"/>
                    <a:pt x="533400" y="1066800"/>
                  </a:cubicBezTo>
                  <a:cubicBezTo>
                    <a:pt x="239014" y="1066800"/>
                    <a:pt x="0" y="827786"/>
                    <a:pt x="0" y="533400"/>
                  </a:cubicBezTo>
                  <a:cubicBezTo>
                    <a:pt x="0" y="239014"/>
                    <a:pt x="239014" y="0"/>
                    <a:pt x="5334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14573250" y="3085929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12222956" y="3828879"/>
            <a:ext cx="5043488" cy="425510"/>
            <a:chOff x="0" y="0"/>
            <a:chExt cx="6724650" cy="56734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724650" cy="567309"/>
            </a:xfrm>
            <a:custGeom>
              <a:avLst/>
              <a:gdLst/>
              <a:ahLst/>
              <a:cxnLst/>
              <a:rect r="r" b="b" t="t" l="l"/>
              <a:pathLst>
                <a:path h="567309" w="6724650">
                  <a:moveTo>
                    <a:pt x="0" y="0"/>
                  </a:moveTo>
                  <a:lnTo>
                    <a:pt x="6724650" y="0"/>
                  </a:lnTo>
                  <a:lnTo>
                    <a:pt x="6724650" y="567309"/>
                  </a:lnTo>
                  <a:lnTo>
                    <a:pt x="0" y="56730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03" r="0" b="-18081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2222956" y="3778872"/>
            <a:ext cx="5043488" cy="587654"/>
            <a:chOff x="0" y="0"/>
            <a:chExt cx="6724650" cy="7835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724651" cy="783539"/>
            </a:xfrm>
            <a:custGeom>
              <a:avLst/>
              <a:gdLst/>
              <a:ahLst/>
              <a:cxnLst/>
              <a:rect r="r" b="b" t="t" l="l"/>
              <a:pathLst>
                <a:path h="783539" w="6724651">
                  <a:moveTo>
                    <a:pt x="0" y="0"/>
                  </a:moveTo>
                  <a:lnTo>
                    <a:pt x="6724651" y="0"/>
                  </a:lnTo>
                  <a:lnTo>
                    <a:pt x="6724651" y="783539"/>
                  </a:lnTo>
                  <a:lnTo>
                    <a:pt x="0" y="78353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6769" r="0" b="-10768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672465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FBBC0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Xem dữ liệu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230100" y="4343229"/>
            <a:ext cx="5029200" cy="375056"/>
            <a:chOff x="0" y="0"/>
            <a:chExt cx="6705600" cy="5000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705600" cy="500126"/>
            </a:xfrm>
            <a:custGeom>
              <a:avLst/>
              <a:gdLst/>
              <a:ahLst/>
              <a:cxnLst/>
              <a:rect r="r" b="b" t="t" l="l"/>
              <a:pathLst>
                <a:path h="500126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074" r="0" b="-211066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230100" y="4293222"/>
            <a:ext cx="5029200" cy="963625"/>
            <a:chOff x="0" y="0"/>
            <a:chExt cx="6705600" cy="128483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705600" cy="1284832"/>
            </a:xfrm>
            <a:custGeom>
              <a:avLst/>
              <a:gdLst/>
              <a:ahLst/>
              <a:cxnLst/>
              <a:rect r="r" b="b" t="t" l="l"/>
              <a:pathLst>
                <a:path h="1284832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1284832"/>
                  </a:lnTo>
                  <a:lnTo>
                    <a:pt x="0" y="12848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637" r="0" b="-23748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85725"/>
              <a:ext cx="6705600" cy="13705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44"/>
                </a:lnSpc>
              </a:pPr>
              <a:r>
                <a:rPr lang="en-US" sz="2400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Xem và thống kê dữ liệu phản hồi từ biểu mẫu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00075" y="5771979"/>
            <a:ext cx="17116425" cy="2000250"/>
            <a:chOff x="0" y="0"/>
            <a:chExt cx="22821900" cy="2667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8219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22821900">
                  <a:moveTo>
                    <a:pt x="76200" y="0"/>
                  </a:moveTo>
                  <a:lnTo>
                    <a:pt x="22593300" y="0"/>
                  </a:lnTo>
                  <a:cubicBezTo>
                    <a:pt x="22719412" y="0"/>
                    <a:pt x="22821900" y="102489"/>
                    <a:pt x="22821900" y="228600"/>
                  </a:cubicBezTo>
                  <a:lnTo>
                    <a:pt x="22821900" y="2438400"/>
                  </a:lnTo>
                  <a:cubicBezTo>
                    <a:pt x="22821900" y="2564511"/>
                    <a:pt x="22719412" y="2667000"/>
                    <a:pt x="22593300" y="2667000"/>
                  </a:cubicBez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10000"/>
                  </a:srgbClr>
                </a:gs>
                <a:gs pos="100000">
                  <a:srgbClr val="34A853">
                    <a:alpha val="10000"/>
                  </a:srgbClr>
                </a:gs>
              </a:gsLst>
              <a:lin ang="0"/>
            </a:gra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00075" y="5771979"/>
            <a:ext cx="57150" cy="2000250"/>
            <a:chOff x="0" y="0"/>
            <a:chExt cx="76200" cy="2667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62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76200">
                  <a:moveTo>
                    <a:pt x="76200" y="0"/>
                  </a:moveTo>
                  <a:lnTo>
                    <a:pt x="76200" y="2667000"/>
                  </a:lnTo>
                  <a:cubicBezTo>
                    <a:pt x="34163" y="2667000"/>
                    <a:pt x="0" y="2632837"/>
                    <a:pt x="0" y="25908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935831" y="6114688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3" y="0"/>
                </a:lnTo>
                <a:lnTo>
                  <a:pt x="385763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343025" y="6057729"/>
            <a:ext cx="16259175" cy="563918"/>
            <a:chOff x="0" y="0"/>
            <a:chExt cx="21678900" cy="75189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1678900" cy="751840"/>
            </a:xfrm>
            <a:custGeom>
              <a:avLst/>
              <a:gdLst/>
              <a:ahLst/>
              <a:cxnLst/>
              <a:rect r="r" b="b" t="t" l="l"/>
              <a:pathLst>
                <a:path h="751840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751840"/>
                  </a:lnTo>
                  <a:lnTo>
                    <a:pt x="0" y="751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1445" r="0" b="-511454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343025" y="6036297"/>
            <a:ext cx="16259175" cy="585349"/>
            <a:chOff x="0" y="0"/>
            <a:chExt cx="21678900" cy="78046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678900" cy="780466"/>
            </a:xfrm>
            <a:custGeom>
              <a:avLst/>
              <a:gdLst/>
              <a:ahLst/>
              <a:cxnLst/>
              <a:rect r="r" b="b" t="t" l="l"/>
              <a:pathLst>
                <a:path h="780466" w="21678900">
                  <a:moveTo>
                    <a:pt x="0" y="0"/>
                  </a:moveTo>
                  <a:lnTo>
                    <a:pt x="21678900" y="0"/>
                  </a:lnTo>
                  <a:lnTo>
                    <a:pt x="21678900" y="780466"/>
                  </a:lnTo>
                  <a:lnTo>
                    <a:pt x="0" y="78046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1233" r="0" b="-49123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21678900" cy="8090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4285F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Vai trò của biểu mẫu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950119" y="6800488"/>
            <a:ext cx="285750" cy="285750"/>
            <a:chOff x="0" y="0"/>
            <a:chExt cx="381000" cy="3810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443038" y="6743338"/>
            <a:ext cx="7186612" cy="376199"/>
            <a:chOff x="0" y="0"/>
            <a:chExt cx="9582150" cy="50159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582150" cy="501650"/>
            </a:xfrm>
            <a:custGeom>
              <a:avLst/>
              <a:gdLst/>
              <a:ahLst/>
              <a:cxnLst/>
              <a:rect r="r" b="b" t="t" l="l"/>
              <a:pathLst>
                <a:path h="501650" w="9582150">
                  <a:moveTo>
                    <a:pt x="0" y="0"/>
                  </a:moveTo>
                  <a:lnTo>
                    <a:pt x="9582150" y="0"/>
                  </a:lnTo>
                  <a:lnTo>
                    <a:pt x="9582150" y="501650"/>
                  </a:lnTo>
                  <a:lnTo>
                    <a:pt x="0" y="501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34" r="0" b="-321926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443038" y="6679044"/>
            <a:ext cx="7186612" cy="1173632"/>
            <a:chOff x="0" y="0"/>
            <a:chExt cx="9582150" cy="156484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82149" cy="1564842"/>
            </a:xfrm>
            <a:custGeom>
              <a:avLst/>
              <a:gdLst/>
              <a:ahLst/>
              <a:cxnLst/>
              <a:rect r="r" b="b" t="t" l="l"/>
              <a:pathLst>
                <a:path h="1564842" w="9582149">
                  <a:moveTo>
                    <a:pt x="0" y="0"/>
                  </a:moveTo>
                  <a:lnTo>
                    <a:pt x="9582149" y="0"/>
                  </a:lnTo>
                  <a:lnTo>
                    <a:pt x="9582149" y="1564842"/>
                  </a:lnTo>
                  <a:lnTo>
                    <a:pt x="0" y="15648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0548" r="0" b="-380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33350"/>
              <a:ext cx="958215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Thu thập thông tin và phản hồi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từ ngườ dùng một cách có hệ thống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322594" y="6800488"/>
            <a:ext cx="285750" cy="285750"/>
            <a:chOff x="0" y="0"/>
            <a:chExt cx="381000" cy="381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190500" y="381000"/>
                  </a:moveTo>
                  <a:cubicBezTo>
                    <a:pt x="295656" y="381000"/>
                    <a:pt x="381000" y="295656"/>
                    <a:pt x="381000" y="190500"/>
                  </a:cubicBezTo>
                  <a:cubicBezTo>
                    <a:pt x="381000" y="85344"/>
                    <a:pt x="295656" y="0"/>
                    <a:pt x="190500" y="0"/>
                  </a:cubicBezTo>
                  <a:cubicBezTo>
                    <a:pt x="85344" y="0"/>
                    <a:pt x="0" y="85344"/>
                    <a:pt x="0" y="190500"/>
                  </a:cubicBezTo>
                  <a:cubicBezTo>
                    <a:pt x="0" y="295656"/>
                    <a:pt x="85344" y="381000"/>
                    <a:pt x="190500" y="381000"/>
                  </a:cubicBezTo>
                  <a:close/>
                  <a:moveTo>
                    <a:pt x="253365" y="158242"/>
                  </a:moveTo>
                  <a:lnTo>
                    <a:pt x="193802" y="253492"/>
                  </a:lnTo>
                  <a:cubicBezTo>
                    <a:pt x="190627" y="258445"/>
                    <a:pt x="185293" y="261620"/>
                    <a:pt x="179451" y="261874"/>
                  </a:cubicBezTo>
                  <a:cubicBezTo>
                    <a:pt x="173609" y="262128"/>
                    <a:pt x="167894" y="259461"/>
                    <a:pt x="164465" y="254762"/>
                  </a:cubicBezTo>
                  <a:lnTo>
                    <a:pt x="128778" y="207137"/>
                  </a:lnTo>
                  <a:cubicBezTo>
                    <a:pt x="122809" y="199263"/>
                    <a:pt x="124460" y="188087"/>
                    <a:pt x="132334" y="182118"/>
                  </a:cubicBezTo>
                  <a:cubicBezTo>
                    <a:pt x="140208" y="176149"/>
                    <a:pt x="151384" y="177800"/>
                    <a:pt x="157353" y="185674"/>
                  </a:cubicBezTo>
                  <a:lnTo>
                    <a:pt x="177419" y="212471"/>
                  </a:lnTo>
                  <a:lnTo>
                    <a:pt x="223139" y="139319"/>
                  </a:lnTo>
                  <a:cubicBezTo>
                    <a:pt x="228346" y="130937"/>
                    <a:pt x="239395" y="128397"/>
                    <a:pt x="247777" y="133604"/>
                  </a:cubicBezTo>
                  <a:cubicBezTo>
                    <a:pt x="256159" y="138811"/>
                    <a:pt x="258699" y="149860"/>
                    <a:pt x="253492" y="158242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815512" y="6743338"/>
            <a:ext cx="7729538" cy="742950"/>
            <a:chOff x="0" y="0"/>
            <a:chExt cx="10306050" cy="9906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306050" cy="990600"/>
            </a:xfrm>
            <a:custGeom>
              <a:avLst/>
              <a:gdLst/>
              <a:ahLst/>
              <a:cxnLst/>
              <a:rect r="r" b="b" t="t" l="l"/>
              <a:pathLst>
                <a:path h="990600" w="10306050">
                  <a:moveTo>
                    <a:pt x="0" y="0"/>
                  </a:moveTo>
                  <a:lnTo>
                    <a:pt x="10306050" y="0"/>
                  </a:lnTo>
                  <a:lnTo>
                    <a:pt x="1030605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578" r="0" b="-152578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15512" y="6495669"/>
            <a:ext cx="7729538" cy="1173632"/>
            <a:chOff x="0" y="0"/>
            <a:chExt cx="10306050" cy="15648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306051" cy="1564843"/>
            </a:xfrm>
            <a:custGeom>
              <a:avLst/>
              <a:gdLst/>
              <a:ahLst/>
              <a:cxnLst/>
              <a:rect r="r" b="b" t="t" l="l"/>
              <a:pathLst>
                <a:path h="1564843" w="10306051">
                  <a:moveTo>
                    <a:pt x="0" y="0"/>
                  </a:moveTo>
                  <a:lnTo>
                    <a:pt x="10306051" y="0"/>
                  </a:lnTo>
                  <a:lnTo>
                    <a:pt x="10306051" y="1564843"/>
                  </a:lnTo>
                  <a:lnTo>
                    <a:pt x="0" y="15648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3937" r="0" b="-62719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33350"/>
              <a:ext cx="10306050" cy="16981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03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Giúp cải thiện và phát triển</a:t>
              </a:r>
              <a:r>
                <a:rPr lang="en-US" sz="2799">
                  <a:solidFill>
                    <a:srgbClr val="202124"/>
                  </a:solidFill>
                  <a:latin typeface="Cabin"/>
                  <a:ea typeface="Cabin"/>
                  <a:cs typeface="Cabin"/>
                  <a:sym typeface="Cabin"/>
                </a:rPr>
                <a:t> trang web hiệu quả hơn dựa trên ý kiến ngườ dùng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00075" y="8000638"/>
            <a:ext cx="5529262" cy="1257300"/>
            <a:chOff x="0" y="0"/>
            <a:chExt cx="7372350" cy="1676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3723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37235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600075" y="8000638"/>
            <a:ext cx="57150" cy="1257300"/>
            <a:chOff x="0" y="0"/>
            <a:chExt cx="76200" cy="167640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762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62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4285F4"/>
            </a:solidFill>
          </p:spPr>
        </p:sp>
      </p:grpSp>
      <p:sp>
        <p:nvSpPr>
          <p:cNvPr name="Freeform 90" id="90"/>
          <p:cNvSpPr/>
          <p:nvPr/>
        </p:nvSpPr>
        <p:spPr>
          <a:xfrm flipH="false" flipV="false" rot="0">
            <a:off x="3209868" y="822923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800100" y="8686438"/>
            <a:ext cx="5157788" cy="375056"/>
            <a:chOff x="0" y="0"/>
            <a:chExt cx="6877050" cy="5000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6877050" cy="500126"/>
            </a:xfrm>
            <a:custGeom>
              <a:avLst/>
              <a:gdLst/>
              <a:ahLst/>
              <a:cxnLst/>
              <a:rect r="r" b="b" t="t" l="l"/>
              <a:pathLst>
                <a:path h="500126" w="6877050">
                  <a:moveTo>
                    <a:pt x="0" y="0"/>
                  </a:moveTo>
                  <a:lnTo>
                    <a:pt x="6877050" y="0"/>
                  </a:lnTo>
                  <a:lnTo>
                    <a:pt x="68770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750" r="0" b="-217739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00100" y="8636432"/>
            <a:ext cx="5157788" cy="587654"/>
            <a:chOff x="0" y="0"/>
            <a:chExt cx="6877050" cy="783539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6877051" cy="783538"/>
            </a:xfrm>
            <a:custGeom>
              <a:avLst/>
              <a:gdLst/>
              <a:ahLst/>
              <a:cxnLst/>
              <a:rect r="r" b="b" t="t" l="l"/>
              <a:pathLst>
                <a:path h="783538" w="6877051">
                  <a:moveTo>
                    <a:pt x="0" y="0"/>
                  </a:moveTo>
                  <a:lnTo>
                    <a:pt x="6877051" y="0"/>
                  </a:lnTo>
                  <a:lnTo>
                    <a:pt x="6877051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07184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95250"/>
              <a:ext cx="687705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Mục đích rõ ràng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6391161" y="8000638"/>
            <a:ext cx="5529262" cy="1257300"/>
            <a:chOff x="0" y="0"/>
            <a:chExt cx="7372350" cy="16764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723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37235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391161" y="8000638"/>
            <a:ext cx="57150" cy="1257300"/>
            <a:chOff x="0" y="0"/>
            <a:chExt cx="76200" cy="1676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62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62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000944" y="8229238"/>
            <a:ext cx="342900" cy="342957"/>
            <a:chOff x="0" y="0"/>
            <a:chExt cx="457200" cy="45727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57200" cy="457276"/>
            </a:xfrm>
            <a:custGeom>
              <a:avLst/>
              <a:gdLst/>
              <a:ahLst/>
              <a:cxnLst/>
              <a:rect r="r" b="b" t="t" l="l"/>
              <a:pathLst>
                <a:path h="457276" w="457200">
                  <a:moveTo>
                    <a:pt x="457200" y="214249"/>
                  </a:moveTo>
                  <a:cubicBezTo>
                    <a:pt x="457200" y="332613"/>
                    <a:pt x="354838" y="428625"/>
                    <a:pt x="228600" y="428625"/>
                  </a:cubicBezTo>
                  <a:cubicBezTo>
                    <a:pt x="195453" y="428625"/>
                    <a:pt x="164084" y="422021"/>
                    <a:pt x="135636" y="410083"/>
                  </a:cubicBezTo>
                  <a:lnTo>
                    <a:pt x="29972" y="455549"/>
                  </a:lnTo>
                  <a:cubicBezTo>
                    <a:pt x="21590" y="459105"/>
                    <a:pt x="11938" y="457073"/>
                    <a:pt x="5715" y="450342"/>
                  </a:cubicBezTo>
                  <a:cubicBezTo>
                    <a:pt x="-508" y="443611"/>
                    <a:pt x="-1778" y="433832"/>
                    <a:pt x="2540" y="425831"/>
                  </a:cubicBezTo>
                  <a:lnTo>
                    <a:pt x="46101" y="343535"/>
                  </a:lnTo>
                  <a:cubicBezTo>
                    <a:pt x="17145" y="307467"/>
                    <a:pt x="0" y="262763"/>
                    <a:pt x="0" y="214249"/>
                  </a:cubicBezTo>
                  <a:cubicBezTo>
                    <a:pt x="0" y="96012"/>
                    <a:pt x="102362" y="0"/>
                    <a:pt x="228600" y="0"/>
                  </a:cubicBezTo>
                  <a:cubicBezTo>
                    <a:pt x="354838" y="0"/>
                    <a:pt x="457200" y="96012"/>
                    <a:pt x="457200" y="214249"/>
                  </a:cubicBezTo>
                  <a:close/>
                </a:path>
              </a:pathLst>
            </a:custGeom>
            <a:solidFill>
              <a:srgbClr val="34A853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6591186" y="8686438"/>
            <a:ext cx="5157788" cy="375056"/>
            <a:chOff x="0" y="0"/>
            <a:chExt cx="6877050" cy="500075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6877050" cy="500126"/>
            </a:xfrm>
            <a:custGeom>
              <a:avLst/>
              <a:gdLst/>
              <a:ahLst/>
              <a:cxnLst/>
              <a:rect r="r" b="b" t="t" l="l"/>
              <a:pathLst>
                <a:path h="500126" w="6877050">
                  <a:moveTo>
                    <a:pt x="0" y="0"/>
                  </a:moveTo>
                  <a:lnTo>
                    <a:pt x="6877050" y="0"/>
                  </a:lnTo>
                  <a:lnTo>
                    <a:pt x="68770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750" r="0" b="-217739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591186" y="8636432"/>
            <a:ext cx="5157788" cy="587654"/>
            <a:chOff x="0" y="0"/>
            <a:chExt cx="6877050" cy="78353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6877051" cy="783538"/>
            </a:xfrm>
            <a:custGeom>
              <a:avLst/>
              <a:gdLst/>
              <a:ahLst/>
              <a:cxnLst/>
              <a:rect r="r" b="b" t="t" l="l"/>
              <a:pathLst>
                <a:path h="783538" w="6877051">
                  <a:moveTo>
                    <a:pt x="0" y="0"/>
                  </a:moveTo>
                  <a:lnTo>
                    <a:pt x="6877051" y="0"/>
                  </a:lnTo>
                  <a:lnTo>
                    <a:pt x="6877051" y="783538"/>
                  </a:lnTo>
                  <a:lnTo>
                    <a:pt x="0" y="7835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4852" r="0" b="-10718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0"/>
              <a:ext cx="6877050" cy="8787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67"/>
                </a:lnSpc>
              </a:pPr>
              <a:r>
                <a:rPr lang="en-US" sz="2799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Câu hỏi ngắn gọn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2182418" y="8000638"/>
            <a:ext cx="5529262" cy="1257300"/>
            <a:chOff x="0" y="0"/>
            <a:chExt cx="7372350" cy="1676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3723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372350">
                  <a:moveTo>
                    <a:pt x="76200" y="0"/>
                  </a:moveTo>
                  <a:lnTo>
                    <a:pt x="7143750" y="0"/>
                  </a:lnTo>
                  <a:cubicBezTo>
                    <a:pt x="7269988" y="0"/>
                    <a:pt x="7372350" y="102362"/>
                    <a:pt x="7372350" y="228600"/>
                  </a:cubicBezTo>
                  <a:lnTo>
                    <a:pt x="7372350" y="1447800"/>
                  </a:lnTo>
                  <a:cubicBezTo>
                    <a:pt x="7372350" y="1574038"/>
                    <a:pt x="7269988" y="1676400"/>
                    <a:pt x="7143750" y="1676400"/>
                  </a:cubicBez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2182418" y="8000638"/>
            <a:ext cx="57150" cy="1257300"/>
            <a:chOff x="0" y="0"/>
            <a:chExt cx="76200" cy="16764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6200" cy="1676400"/>
            </a:xfrm>
            <a:custGeom>
              <a:avLst/>
              <a:gdLst/>
              <a:ahLst/>
              <a:cxnLst/>
              <a:rect r="r" b="b" t="t" l="l"/>
              <a:pathLst>
                <a:path h="1676400" w="76200">
                  <a:moveTo>
                    <a:pt x="76200" y="0"/>
                  </a:moveTo>
                  <a:lnTo>
                    <a:pt x="76200" y="1676400"/>
                  </a:lnTo>
                  <a:cubicBezTo>
                    <a:pt x="34163" y="1676400"/>
                    <a:pt x="0" y="1642237"/>
                    <a:pt x="0" y="1600200"/>
                  </a:cubicBezTo>
                  <a:lnTo>
                    <a:pt x="0" y="76200"/>
                  </a:lnTo>
                  <a:cubicBezTo>
                    <a:pt x="0" y="34163"/>
                    <a:pt x="34163" y="0"/>
                    <a:pt x="76200" y="0"/>
                  </a:cubicBezTo>
                  <a:close/>
                </a:path>
              </a:pathLst>
            </a:custGeom>
            <a:solidFill>
              <a:srgbClr val="FBBC04"/>
            </a:solidFill>
          </p:spPr>
        </p:sp>
      </p:grpSp>
      <p:sp>
        <p:nvSpPr>
          <p:cNvPr name="Freeform 111" id="111"/>
          <p:cNvSpPr/>
          <p:nvPr/>
        </p:nvSpPr>
        <p:spPr>
          <a:xfrm flipH="false" flipV="false" rot="0">
            <a:off x="14792211" y="822923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2" id="112"/>
          <p:cNvGrpSpPr/>
          <p:nvPr/>
        </p:nvGrpSpPr>
        <p:grpSpPr>
          <a:xfrm rot="0">
            <a:off x="12382443" y="8686438"/>
            <a:ext cx="5157788" cy="375056"/>
            <a:chOff x="0" y="0"/>
            <a:chExt cx="6877050" cy="50007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6877050" cy="500126"/>
            </a:xfrm>
            <a:custGeom>
              <a:avLst/>
              <a:gdLst/>
              <a:ahLst/>
              <a:cxnLst/>
              <a:rect r="r" b="b" t="t" l="l"/>
              <a:pathLst>
                <a:path h="500126" w="6877050">
                  <a:moveTo>
                    <a:pt x="0" y="0"/>
                  </a:moveTo>
                  <a:lnTo>
                    <a:pt x="6877050" y="0"/>
                  </a:lnTo>
                  <a:lnTo>
                    <a:pt x="6877050" y="500126"/>
                  </a:lnTo>
                  <a:lnTo>
                    <a:pt x="0" y="5001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750" r="0" b="-217739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2382443" y="8636432"/>
            <a:ext cx="5157788" cy="425063"/>
            <a:chOff x="0" y="0"/>
            <a:chExt cx="6877050" cy="56675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877051" cy="566750"/>
            </a:xfrm>
            <a:custGeom>
              <a:avLst/>
              <a:gdLst/>
              <a:ahLst/>
              <a:cxnLst/>
              <a:rect r="r" b="b" t="t" l="l"/>
              <a:pathLst>
                <a:path h="566750" w="6877051">
                  <a:moveTo>
                    <a:pt x="0" y="0"/>
                  </a:moveTo>
                  <a:lnTo>
                    <a:pt x="6877051" y="0"/>
                  </a:lnTo>
                  <a:lnTo>
                    <a:pt x="6877051" y="566750"/>
                  </a:lnTo>
                  <a:lnTo>
                    <a:pt x="0" y="5667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6435" r="0" b="-18643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66675"/>
              <a:ext cx="6877050" cy="6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08"/>
                </a:lnSpc>
              </a:pPr>
              <a:r>
                <a:rPr lang="en-US" sz="1800" b="true">
                  <a:solidFill>
                    <a:srgbClr val="202124"/>
                  </a:solidFill>
                  <a:latin typeface="Cabin Bold"/>
                  <a:ea typeface="Cabin Bold"/>
                  <a:cs typeface="Cabin Bold"/>
                  <a:sym typeface="Cabin Bold"/>
                </a:rPr>
                <a:t>Phương án phù hợp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8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https://kimi-web-img.moonshot.cn/img/elearningindustry.com/28f523851726bcfcedc0c4398c7e3ea7bbd66f63.jp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35" t="0" r="-13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285F4">
                    <a:alpha val="95000"/>
                  </a:srgbClr>
                </a:gs>
                <a:gs pos="50000">
                  <a:srgbClr val="34A853">
                    <a:alpha val="90000"/>
                  </a:srgbClr>
                </a:gs>
                <a:gs pos="100000">
                  <a:srgbClr val="FBBC04">
                    <a:alpha val="85000"/>
                  </a:srgbClr>
                </a:gs>
              </a:gsLst>
              <a:lin ang="3638535"/>
            </a:gra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8715375" y="1687716"/>
            <a:ext cx="857250" cy="857250"/>
          </a:xfrm>
          <a:custGeom>
            <a:avLst/>
            <a:gdLst/>
            <a:ahLst/>
            <a:cxnLst/>
            <a:rect r="r" b="b" t="t" l="l"/>
            <a:pathLst>
              <a:path h="857250" w="857250">
                <a:moveTo>
                  <a:pt x="0" y="0"/>
                </a:moveTo>
                <a:lnTo>
                  <a:pt x="857250" y="0"/>
                </a:lnTo>
                <a:lnTo>
                  <a:pt x="85725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965565" y="3345066"/>
            <a:ext cx="6357938" cy="1422178"/>
            <a:chOff x="0" y="0"/>
            <a:chExt cx="8477250" cy="18962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477250" cy="1896237"/>
            </a:xfrm>
            <a:custGeom>
              <a:avLst/>
              <a:gdLst/>
              <a:ahLst/>
              <a:cxnLst/>
              <a:rect r="r" b="b" t="t" l="l"/>
              <a:pathLst>
                <a:path h="1896237" w="8477250">
                  <a:moveTo>
                    <a:pt x="0" y="0"/>
                  </a:moveTo>
                  <a:lnTo>
                    <a:pt x="8477250" y="0"/>
                  </a:lnTo>
                  <a:lnTo>
                    <a:pt x="8477250" y="1896237"/>
                  </a:lnTo>
                  <a:lnTo>
                    <a:pt x="0" y="189623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7048" r="0" b="-3704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965565" y="3337922"/>
            <a:ext cx="6357938" cy="1429322"/>
            <a:chOff x="0" y="0"/>
            <a:chExt cx="8477250" cy="19057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477251" cy="1905762"/>
            </a:xfrm>
            <a:custGeom>
              <a:avLst/>
              <a:gdLst/>
              <a:ahLst/>
              <a:cxnLst/>
              <a:rect r="r" b="b" t="t" l="l"/>
              <a:pathLst>
                <a:path h="1905762" w="8477251">
                  <a:moveTo>
                    <a:pt x="0" y="0"/>
                  </a:moveTo>
                  <a:lnTo>
                    <a:pt x="8477251" y="0"/>
                  </a:lnTo>
                  <a:lnTo>
                    <a:pt x="8477251" y="1905762"/>
                  </a:lnTo>
                  <a:lnTo>
                    <a:pt x="0" y="190576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673" r="0" b="-36673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8477250" cy="19152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100"/>
                </a:lnSpc>
              </a:pPr>
              <a:r>
                <a:rPr lang="en-US" sz="67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Cảm ơn các 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44779" y="4759528"/>
            <a:ext cx="4600575" cy="850259"/>
            <a:chOff x="0" y="0"/>
            <a:chExt cx="6134100" cy="11336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34100" cy="1133729"/>
            </a:xfrm>
            <a:custGeom>
              <a:avLst/>
              <a:gdLst/>
              <a:ahLst/>
              <a:cxnLst/>
              <a:rect r="r" b="b" t="t" l="l"/>
              <a:pathLst>
                <a:path h="1133729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133729"/>
                  </a:lnTo>
                  <a:lnTo>
                    <a:pt x="0" y="113372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5353" r="0" b="-5535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44779" y="4802391"/>
            <a:ext cx="4600575" cy="807396"/>
            <a:chOff x="0" y="0"/>
            <a:chExt cx="6134100" cy="10765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134100" cy="1076529"/>
            </a:xfrm>
            <a:custGeom>
              <a:avLst/>
              <a:gdLst/>
              <a:ahLst/>
              <a:cxnLst/>
              <a:rect r="r" b="b" t="t" l="l"/>
              <a:pathLst>
                <a:path h="1076529" w="6134100">
                  <a:moveTo>
                    <a:pt x="0" y="0"/>
                  </a:moveTo>
                  <a:lnTo>
                    <a:pt x="6134100" y="0"/>
                  </a:lnTo>
                  <a:lnTo>
                    <a:pt x="6134100" y="1076529"/>
                  </a:lnTo>
                  <a:lnTo>
                    <a:pt x="0" y="107652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1026" r="0" b="-6102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57150"/>
              <a:ext cx="6134100" cy="10193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đã chú ý lắng nghe!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01000" y="5788228"/>
            <a:ext cx="2286000" cy="57150"/>
            <a:chOff x="0" y="0"/>
            <a:chExt cx="3048000" cy="76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048000" cy="76200"/>
            </a:xfrm>
            <a:custGeom>
              <a:avLst/>
              <a:gdLst/>
              <a:ahLst/>
              <a:cxnLst/>
              <a:rect r="r" b="b" t="t" l="l"/>
              <a:pathLst>
                <a:path h="76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788103" y="6302578"/>
            <a:ext cx="8715375" cy="705374"/>
            <a:chOff x="0" y="0"/>
            <a:chExt cx="11620500" cy="9404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20500" cy="940562"/>
            </a:xfrm>
            <a:custGeom>
              <a:avLst/>
              <a:gdLst/>
              <a:ahLst/>
              <a:cxnLst/>
              <a:rect r="r" b="b" t="t" l="l"/>
              <a:pathLst>
                <a:path h="940562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940562"/>
                  </a:lnTo>
                  <a:lnTo>
                    <a:pt x="0" y="94056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90571" r="0" b="-19056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788103" y="6188278"/>
            <a:ext cx="8715375" cy="819674"/>
            <a:chOff x="0" y="0"/>
            <a:chExt cx="11620500" cy="10928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20500" cy="1092899"/>
            </a:xfrm>
            <a:custGeom>
              <a:avLst/>
              <a:gdLst/>
              <a:ahLst/>
              <a:cxnLst/>
              <a:rect r="r" b="b" t="t" l="l"/>
              <a:pathLst>
                <a:path h="1092899" w="11620500">
                  <a:moveTo>
                    <a:pt x="0" y="0"/>
                  </a:moveTo>
                  <a:lnTo>
                    <a:pt x="11620500" y="0"/>
                  </a:lnTo>
                  <a:lnTo>
                    <a:pt x="11620500" y="1092899"/>
                  </a:lnTo>
                  <a:lnTo>
                    <a:pt x="0" y="109289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7179" r="0" b="-1571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52400"/>
              <a:ext cx="11620500" cy="12452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70"/>
                </a:lnSpc>
              </a:pPr>
              <a:r>
                <a:rPr lang="en-US" sz="3375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Hẹn gặp lại các em trong bài học tiếp theo!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29500" y="7684884"/>
            <a:ext cx="914400" cy="914400"/>
            <a:chOff x="0" y="0"/>
            <a:chExt cx="1219200" cy="1219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7693819" y="7970634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686800" y="7684884"/>
            <a:ext cx="914400" cy="914400"/>
            <a:chOff x="0" y="0"/>
            <a:chExt cx="1219200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8951119" y="7970634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17" t="0" r="-617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944100" y="7684884"/>
            <a:ext cx="914400" cy="914400"/>
            <a:chOff x="0" y="0"/>
            <a:chExt cx="1219200" cy="1219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609600" y="0"/>
                  </a:moveTo>
                  <a:cubicBezTo>
                    <a:pt x="946023" y="0"/>
                    <a:pt x="1219200" y="273177"/>
                    <a:pt x="1219200" y="609600"/>
                  </a:cubicBezTo>
                  <a:cubicBezTo>
                    <a:pt x="1219200" y="946023"/>
                    <a:pt x="946023" y="1219200"/>
                    <a:pt x="609600" y="1219200"/>
                  </a:cubicBezTo>
                  <a:cubicBezTo>
                    <a:pt x="273177" y="1219200"/>
                    <a:pt x="0" y="946023"/>
                    <a:pt x="0" y="609600"/>
                  </a:cubicBezTo>
                  <a:cubicBezTo>
                    <a:pt x="0" y="273177"/>
                    <a:pt x="273177" y="0"/>
                    <a:pt x="609600" y="0"/>
                  </a:cubicBez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0229850" y="7970634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DAHEEkgG1fE</dc:identifier>
  <dcterms:modified xsi:type="dcterms:W3CDTF">2011-08-01T06:04:30Z</dcterms:modified>
  <cp:revision>1</cp:revision>
  <dc:title>Bài 27_ Biểu mẫu trên trang web (2).pptx</dc:title>
</cp:coreProperties>
</file>
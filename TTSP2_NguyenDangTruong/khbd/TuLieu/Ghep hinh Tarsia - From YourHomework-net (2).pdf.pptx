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0693400" cy="7556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1723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8703" y="651996"/>
            <a:ext cx="7162590" cy="6219996"/>
            <a:chOff x="0" y="0"/>
            <a:chExt cx="7162584" cy="6220003"/>
          </a:xfrm>
        </p:grpSpPr>
        <p:sp>
          <p:nvSpPr>
            <p:cNvPr id="3" name="Freeform 3"/>
            <p:cNvSpPr/>
            <p:nvPr/>
          </p:nvSpPr>
          <p:spPr>
            <a:xfrm>
              <a:off x="2403473" y="63500"/>
              <a:ext cx="1185671" cy="2035557"/>
            </a:xfrm>
            <a:custGeom>
              <a:avLst/>
              <a:gdLst/>
              <a:ahLst/>
              <a:cxnLst/>
              <a:rect l="l" t="t" r="r" b="b"/>
              <a:pathLst>
                <a:path w="1185671" h="2035557">
                  <a:moveTo>
                    <a:pt x="1185671" y="9017"/>
                  </a:moveTo>
                  <a:lnTo>
                    <a:pt x="15621" y="2035558"/>
                  </a:lnTo>
                  <a:lnTo>
                    <a:pt x="0" y="2026540"/>
                  </a:lnTo>
                  <a:lnTo>
                    <a:pt x="11700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3573524" y="63500"/>
              <a:ext cx="1185671" cy="2035558"/>
            </a:xfrm>
            <a:custGeom>
              <a:avLst/>
              <a:gdLst/>
              <a:ahLst/>
              <a:cxnLst/>
              <a:rect l="l" t="t" r="r" b="b"/>
              <a:pathLst>
                <a:path w="1185671" h="2035558">
                  <a:moveTo>
                    <a:pt x="15620" y="0"/>
                  </a:moveTo>
                  <a:lnTo>
                    <a:pt x="1185671" y="2026541"/>
                  </a:lnTo>
                  <a:lnTo>
                    <a:pt x="1170050" y="2035558"/>
                  </a:lnTo>
                  <a:lnTo>
                    <a:pt x="0" y="90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2411347" y="2085468"/>
              <a:ext cx="2339973" cy="18034"/>
            </a:xfrm>
            <a:custGeom>
              <a:avLst/>
              <a:gdLst/>
              <a:ahLst/>
              <a:cxnLst/>
              <a:rect l="l" t="t" r="r" b="b"/>
              <a:pathLst>
                <a:path w="2339973" h="18034">
                  <a:moveTo>
                    <a:pt x="0" y="0"/>
                  </a:moveTo>
                  <a:lnTo>
                    <a:pt x="2339974" y="0"/>
                  </a:lnTo>
                  <a:lnTo>
                    <a:pt x="2339974" y="18035"/>
                  </a:lnTo>
                  <a:lnTo>
                    <a:pt x="0" y="18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33423" y="2089914"/>
              <a:ext cx="1185671" cy="2035557"/>
            </a:xfrm>
            <a:custGeom>
              <a:avLst/>
              <a:gdLst/>
              <a:ahLst/>
              <a:cxnLst/>
              <a:rect l="l" t="t" r="r" b="b"/>
              <a:pathLst>
                <a:path w="1185671" h="2035557">
                  <a:moveTo>
                    <a:pt x="1185671" y="9144"/>
                  </a:moveTo>
                  <a:lnTo>
                    <a:pt x="15621" y="2035557"/>
                  </a:lnTo>
                  <a:lnTo>
                    <a:pt x="0" y="2026540"/>
                  </a:lnTo>
                  <a:lnTo>
                    <a:pt x="1170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403473" y="2090041"/>
              <a:ext cx="1185671" cy="2035557"/>
            </a:xfrm>
            <a:custGeom>
              <a:avLst/>
              <a:gdLst/>
              <a:ahLst/>
              <a:cxnLst/>
              <a:rect l="l" t="t" r="r" b="b"/>
              <a:pathLst>
                <a:path w="1185671" h="2035557">
                  <a:moveTo>
                    <a:pt x="15621" y="0"/>
                  </a:moveTo>
                  <a:lnTo>
                    <a:pt x="1185671" y="2026540"/>
                  </a:lnTo>
                  <a:lnTo>
                    <a:pt x="1170051" y="2035557"/>
                  </a:lnTo>
                  <a:lnTo>
                    <a:pt x="0" y="90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3573523" y="2090041"/>
              <a:ext cx="1185545" cy="2035430"/>
            </a:xfrm>
            <a:custGeom>
              <a:avLst/>
              <a:gdLst/>
              <a:ahLst/>
              <a:cxnLst/>
              <a:rect l="l" t="t" r="r" b="b"/>
              <a:pathLst>
                <a:path w="1185545" h="2035430">
                  <a:moveTo>
                    <a:pt x="1185545" y="9017"/>
                  </a:moveTo>
                  <a:lnTo>
                    <a:pt x="15621" y="2035430"/>
                  </a:lnTo>
                  <a:lnTo>
                    <a:pt x="0" y="2026413"/>
                  </a:lnTo>
                  <a:lnTo>
                    <a:pt x="11699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4743447" y="2090041"/>
              <a:ext cx="1185671" cy="2035557"/>
            </a:xfrm>
            <a:custGeom>
              <a:avLst/>
              <a:gdLst/>
              <a:ahLst/>
              <a:cxnLst/>
              <a:rect l="l" t="t" r="r" b="b"/>
              <a:pathLst>
                <a:path w="1185671" h="2035557">
                  <a:moveTo>
                    <a:pt x="15621" y="0"/>
                  </a:moveTo>
                  <a:lnTo>
                    <a:pt x="1185671" y="2026540"/>
                  </a:lnTo>
                  <a:lnTo>
                    <a:pt x="1170050" y="2035557"/>
                  </a:lnTo>
                  <a:lnTo>
                    <a:pt x="0" y="90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241297" y="4112009"/>
              <a:ext cx="2339973" cy="18034"/>
            </a:xfrm>
            <a:custGeom>
              <a:avLst/>
              <a:gdLst/>
              <a:ahLst/>
              <a:cxnLst/>
              <a:rect l="l" t="t" r="r" b="b"/>
              <a:pathLst>
                <a:path w="2339973" h="18034">
                  <a:moveTo>
                    <a:pt x="0" y="0"/>
                  </a:moveTo>
                  <a:lnTo>
                    <a:pt x="2339974" y="0"/>
                  </a:lnTo>
                  <a:lnTo>
                    <a:pt x="2339974" y="18034"/>
                  </a:lnTo>
                  <a:lnTo>
                    <a:pt x="0" y="180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3581271" y="4112009"/>
              <a:ext cx="2339973" cy="18034"/>
            </a:xfrm>
            <a:custGeom>
              <a:avLst/>
              <a:gdLst/>
              <a:ahLst/>
              <a:cxnLst/>
              <a:rect l="l" t="t" r="r" b="b"/>
              <a:pathLst>
                <a:path w="2339973" h="18034">
                  <a:moveTo>
                    <a:pt x="0" y="0"/>
                  </a:moveTo>
                  <a:lnTo>
                    <a:pt x="2339973" y="0"/>
                  </a:lnTo>
                  <a:lnTo>
                    <a:pt x="2339973" y="18034"/>
                  </a:lnTo>
                  <a:lnTo>
                    <a:pt x="0" y="180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3500" y="4116454"/>
              <a:ext cx="1185544" cy="2035558"/>
            </a:xfrm>
            <a:custGeom>
              <a:avLst/>
              <a:gdLst/>
              <a:ahLst/>
              <a:cxnLst/>
              <a:rect l="l" t="t" r="r" b="b"/>
              <a:pathLst>
                <a:path w="1185544" h="2035558">
                  <a:moveTo>
                    <a:pt x="1185544" y="9017"/>
                  </a:moveTo>
                  <a:lnTo>
                    <a:pt x="15621" y="2035557"/>
                  </a:lnTo>
                  <a:lnTo>
                    <a:pt x="0" y="2026540"/>
                  </a:lnTo>
                  <a:lnTo>
                    <a:pt x="1170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233550" y="4116454"/>
              <a:ext cx="1185544" cy="2035558"/>
            </a:xfrm>
            <a:custGeom>
              <a:avLst/>
              <a:gdLst/>
              <a:ahLst/>
              <a:cxnLst/>
              <a:rect l="l" t="t" r="r" b="b"/>
              <a:pathLst>
                <a:path w="1185544" h="2035558">
                  <a:moveTo>
                    <a:pt x="15494" y="0"/>
                  </a:moveTo>
                  <a:lnTo>
                    <a:pt x="1185544" y="2026540"/>
                  </a:lnTo>
                  <a:lnTo>
                    <a:pt x="1169923" y="2035557"/>
                  </a:lnTo>
                  <a:lnTo>
                    <a:pt x="0" y="90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403473" y="4116454"/>
              <a:ext cx="1185671" cy="2035558"/>
            </a:xfrm>
            <a:custGeom>
              <a:avLst/>
              <a:gdLst/>
              <a:ahLst/>
              <a:cxnLst/>
              <a:rect l="l" t="t" r="r" b="b"/>
              <a:pathLst>
                <a:path w="1185671" h="2035558">
                  <a:moveTo>
                    <a:pt x="1185671" y="9017"/>
                  </a:moveTo>
                  <a:lnTo>
                    <a:pt x="15621" y="2035557"/>
                  </a:lnTo>
                  <a:lnTo>
                    <a:pt x="0" y="2026540"/>
                  </a:lnTo>
                  <a:lnTo>
                    <a:pt x="11700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3573397" y="4116454"/>
              <a:ext cx="1185671" cy="2035558"/>
            </a:xfrm>
            <a:custGeom>
              <a:avLst/>
              <a:gdLst/>
              <a:ahLst/>
              <a:cxnLst/>
              <a:rect l="l" t="t" r="r" b="b"/>
              <a:pathLst>
                <a:path w="1185671" h="2035558">
                  <a:moveTo>
                    <a:pt x="15747" y="0"/>
                  </a:moveTo>
                  <a:lnTo>
                    <a:pt x="1185671" y="2026540"/>
                  </a:lnTo>
                  <a:lnTo>
                    <a:pt x="1170050" y="2035557"/>
                  </a:lnTo>
                  <a:lnTo>
                    <a:pt x="0" y="90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743447" y="4116454"/>
              <a:ext cx="1185671" cy="2035558"/>
            </a:xfrm>
            <a:custGeom>
              <a:avLst/>
              <a:gdLst/>
              <a:ahLst/>
              <a:cxnLst/>
              <a:rect l="l" t="t" r="r" b="b"/>
              <a:pathLst>
                <a:path w="1185671" h="2035558">
                  <a:moveTo>
                    <a:pt x="1185671" y="9017"/>
                  </a:moveTo>
                  <a:lnTo>
                    <a:pt x="15621" y="2035557"/>
                  </a:lnTo>
                  <a:lnTo>
                    <a:pt x="0" y="2026540"/>
                  </a:lnTo>
                  <a:lnTo>
                    <a:pt x="1170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5913370" y="4116454"/>
              <a:ext cx="1185671" cy="2035558"/>
            </a:xfrm>
            <a:custGeom>
              <a:avLst/>
              <a:gdLst/>
              <a:ahLst/>
              <a:cxnLst/>
              <a:rect l="l" t="t" r="r" b="b"/>
              <a:pathLst>
                <a:path w="1185671" h="2035558">
                  <a:moveTo>
                    <a:pt x="15748" y="0"/>
                  </a:moveTo>
                  <a:lnTo>
                    <a:pt x="1185671" y="2026540"/>
                  </a:lnTo>
                  <a:lnTo>
                    <a:pt x="1170050" y="2035557"/>
                  </a:lnTo>
                  <a:lnTo>
                    <a:pt x="0" y="90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71247" y="6138549"/>
              <a:ext cx="2340100" cy="18034"/>
            </a:xfrm>
            <a:custGeom>
              <a:avLst/>
              <a:gdLst/>
              <a:ahLst/>
              <a:cxnLst/>
              <a:rect l="l" t="t" r="r" b="b"/>
              <a:pathLst>
                <a:path w="2340100" h="18034">
                  <a:moveTo>
                    <a:pt x="0" y="0"/>
                  </a:moveTo>
                  <a:lnTo>
                    <a:pt x="2340100" y="0"/>
                  </a:lnTo>
                  <a:lnTo>
                    <a:pt x="2340100" y="18035"/>
                  </a:lnTo>
                  <a:lnTo>
                    <a:pt x="0" y="18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411347" y="6138549"/>
              <a:ext cx="2339973" cy="18034"/>
            </a:xfrm>
            <a:custGeom>
              <a:avLst/>
              <a:gdLst/>
              <a:ahLst/>
              <a:cxnLst/>
              <a:rect l="l" t="t" r="r" b="b"/>
              <a:pathLst>
                <a:path w="2339973" h="18034">
                  <a:moveTo>
                    <a:pt x="0" y="0"/>
                  </a:moveTo>
                  <a:lnTo>
                    <a:pt x="2339974" y="0"/>
                  </a:lnTo>
                  <a:lnTo>
                    <a:pt x="2339974" y="18035"/>
                  </a:lnTo>
                  <a:lnTo>
                    <a:pt x="0" y="18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4751321" y="6138549"/>
              <a:ext cx="2339973" cy="18034"/>
            </a:xfrm>
            <a:custGeom>
              <a:avLst/>
              <a:gdLst/>
              <a:ahLst/>
              <a:cxnLst/>
              <a:rect l="l" t="t" r="r" b="b"/>
              <a:pathLst>
                <a:path w="2339973" h="18034">
                  <a:moveTo>
                    <a:pt x="0" y="0"/>
                  </a:moveTo>
                  <a:lnTo>
                    <a:pt x="2339973" y="0"/>
                  </a:lnTo>
                  <a:lnTo>
                    <a:pt x="2339973" y="18035"/>
                  </a:lnTo>
                  <a:lnTo>
                    <a:pt x="0" y="18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712361" y="244326"/>
            <a:ext cx="1324928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Mảnh Ghép Tri Thức</a:t>
            </a:r>
          </a:p>
        </p:txBody>
      </p:sp>
      <p:sp>
        <p:nvSpPr>
          <p:cNvPr id="22" name="TextBox 22"/>
          <p:cNvSpPr txBox="1"/>
          <p:nvPr/>
        </p:nvSpPr>
        <p:spPr>
          <a:xfrm rot="-10800000">
            <a:off x="3242573" y="4767816"/>
            <a:ext cx="1856995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Lớp, bài, nội dung cụ thể ( “Tin học 11 bài 10 KNTT”)</a:t>
            </a:r>
          </a:p>
        </p:txBody>
      </p:sp>
      <p:sp>
        <p:nvSpPr>
          <p:cNvPr id="23" name="TextBox 23"/>
          <p:cNvSpPr txBox="1"/>
          <p:nvPr/>
        </p:nvSpPr>
        <p:spPr>
          <a:xfrm rot="-10800000">
            <a:off x="4227212" y="2775616"/>
            <a:ext cx="2221160" cy="139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bằng giọng nói qua biểu tượng micro</a:t>
            </a:r>
          </a:p>
        </p:txBody>
      </p:sp>
      <p:sp>
        <p:nvSpPr>
          <p:cNvPr id="24" name="TextBox 24"/>
          <p:cNvSpPr txBox="1"/>
          <p:nvPr/>
        </p:nvSpPr>
        <p:spPr>
          <a:xfrm rot="-10800000">
            <a:off x="5753218" y="4802456"/>
            <a:ext cx="1632661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 phù hợp và nguồn đáng tin cậy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43224" y="2419381"/>
            <a:ext cx="2038237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không có bàn phím nhưng vẫn cần nhập nội dung để dịch, có thể sử dụng…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42573" y="4484546"/>
            <a:ext cx="1684357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tìm chính xác một bài học cụ thể, cần bổ sung vào từ khóa </a:t>
            </a:r>
          </a:p>
        </p:txBody>
      </p:sp>
      <p:sp>
        <p:nvSpPr>
          <p:cNvPr id="27" name="TextBox 27"/>
          <p:cNvSpPr txBox="1"/>
          <p:nvPr/>
        </p:nvSpPr>
        <p:spPr>
          <a:xfrm rot="3600000">
            <a:off x="3077532" y="5597134"/>
            <a:ext cx="1443024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 có thể sai hoặc không đúng ngữ cảnh</a:t>
            </a:r>
          </a:p>
        </p:txBody>
      </p:sp>
      <p:sp>
        <p:nvSpPr>
          <p:cNvPr id="28" name="TextBox 28"/>
          <p:cNvSpPr txBox="1"/>
          <p:nvPr/>
        </p:nvSpPr>
        <p:spPr>
          <a:xfrm rot="3600000">
            <a:off x="4629866" y="3736861"/>
            <a:ext cx="618874" cy="166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“video”</a:t>
            </a:r>
          </a:p>
        </p:txBody>
      </p:sp>
      <p:sp>
        <p:nvSpPr>
          <p:cNvPr id="29" name="TextBox 29"/>
          <p:cNvSpPr txBox="1"/>
          <p:nvPr/>
        </p:nvSpPr>
        <p:spPr>
          <a:xfrm rot="3600000">
            <a:off x="5534592" y="5485444"/>
            <a:ext cx="1105090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 dụng từ khóa khác nhau</a:t>
            </a:r>
          </a:p>
        </p:txBody>
      </p:sp>
      <p:sp>
        <p:nvSpPr>
          <p:cNvPr id="30" name="TextBox 30"/>
          <p:cNvSpPr txBox="1"/>
          <p:nvPr/>
        </p:nvSpPr>
        <p:spPr>
          <a:xfrm rot="-7200000">
            <a:off x="2417856" y="5668680"/>
            <a:ext cx="1937930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chỉ sao chép kết quả dịch mà không kiểm tra lại, nguy cơ là…</a:t>
            </a:r>
          </a:p>
        </p:txBody>
      </p:sp>
      <p:sp>
        <p:nvSpPr>
          <p:cNvPr id="31" name="TextBox 31"/>
          <p:cNvSpPr txBox="1"/>
          <p:nvPr/>
        </p:nvSpPr>
        <p:spPr>
          <a:xfrm rot="-7199677">
            <a:off x="3791224" y="3613609"/>
            <a:ext cx="1607206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muốn ưu tiên tài liệu dạng video, nên thêm vào từ khóa…</a:t>
            </a:r>
          </a:p>
        </p:txBody>
      </p:sp>
      <p:sp>
        <p:nvSpPr>
          <p:cNvPr id="32" name="TextBox 32"/>
          <p:cNvSpPr txBox="1"/>
          <p:nvPr/>
        </p:nvSpPr>
        <p:spPr>
          <a:xfrm rot="7200000">
            <a:off x="4169674" y="5852026"/>
            <a:ext cx="1514511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 dụng chức năng dịch tài liệu thay vì nhập thủ công</a:t>
            </a:r>
          </a:p>
        </p:txBody>
      </p:sp>
      <p:sp>
        <p:nvSpPr>
          <p:cNvPr id="33" name="TextBox 33"/>
          <p:cNvSpPr txBox="1"/>
          <p:nvPr/>
        </p:nvSpPr>
        <p:spPr>
          <a:xfrm rot="7200000">
            <a:off x="5445331" y="3759451"/>
            <a:ext cx="1393032" cy="166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khóa quá chung chung</a:t>
            </a:r>
          </a:p>
        </p:txBody>
      </p:sp>
      <p:sp>
        <p:nvSpPr>
          <p:cNvPr id="34" name="TextBox 34"/>
          <p:cNvSpPr txBox="1"/>
          <p:nvPr/>
        </p:nvSpPr>
        <p:spPr>
          <a:xfrm rot="7200000">
            <a:off x="6479248" y="5755076"/>
            <a:ext cx="1727778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Biết tìm kiếm và lựa chọn thông tin phù hợp</a:t>
            </a:r>
          </a:p>
        </p:txBody>
      </p:sp>
      <p:sp>
        <p:nvSpPr>
          <p:cNvPr id="35" name="TextBox 35"/>
          <p:cNvSpPr txBox="1"/>
          <p:nvPr/>
        </p:nvSpPr>
        <p:spPr>
          <a:xfrm rot="-3601845">
            <a:off x="4963410" y="3469916"/>
            <a:ext cx="1515911" cy="40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Từ khóa “Tin học” cho quá nhiều kết quả không liên quan, nguyên nhân là…</a:t>
            </a:r>
          </a:p>
        </p:txBody>
      </p:sp>
      <p:sp>
        <p:nvSpPr>
          <p:cNvPr id="36" name="TextBox 36"/>
          <p:cNvSpPr txBox="1"/>
          <p:nvPr/>
        </p:nvSpPr>
        <p:spPr>
          <a:xfrm rot="-3631413">
            <a:off x="6253727" y="5548642"/>
            <a:ext cx="1320849" cy="40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khai thác tài nguyên Internet, kỹ năng quan trọng nhất là…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76229" y="4443271"/>
            <a:ext cx="2022027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có nhiều kết quả tìm kiếm, tiêu chí quan trọng để chọn là…</a:t>
            </a:r>
          </a:p>
        </p:txBody>
      </p:sp>
      <p:sp>
        <p:nvSpPr>
          <p:cNvPr id="38" name="TextBox 38"/>
          <p:cNvSpPr txBox="1"/>
          <p:nvPr/>
        </p:nvSpPr>
        <p:spPr>
          <a:xfrm rot="-3515165">
            <a:off x="4027835" y="5427863"/>
            <a:ext cx="1201077" cy="40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muốn dịch nhanh một đoạn văn dài có sẵn trong file PDF, </a:t>
            </a:r>
          </a:p>
        </p:txBody>
      </p:sp>
      <p:sp>
        <p:nvSpPr>
          <p:cNvPr id="39" name="TextBox 39"/>
          <p:cNvSpPr txBox="1"/>
          <p:nvPr/>
        </p:nvSpPr>
        <p:spPr>
          <a:xfrm rot="-7190806">
            <a:off x="5157050" y="5728715"/>
            <a:ext cx="1160622" cy="53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Hai HS tìm cùng một nội dung nhưng kết quả khác nhau, nguyên nhân có thể do…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0911" y="424920"/>
            <a:ext cx="9932175" cy="6818157"/>
            <a:chOff x="0" y="0"/>
            <a:chExt cx="9932175" cy="6818147"/>
          </a:xfrm>
        </p:grpSpPr>
        <p:sp>
          <p:nvSpPr>
            <p:cNvPr id="3" name="Freeform 3"/>
            <p:cNvSpPr/>
            <p:nvPr/>
          </p:nvSpPr>
          <p:spPr>
            <a:xfrm>
              <a:off x="63500" y="72517"/>
              <a:ext cx="1921129" cy="3291584"/>
            </a:xfrm>
            <a:custGeom>
              <a:avLst/>
              <a:gdLst/>
              <a:ahLst/>
              <a:cxnLst/>
              <a:rect l="l" t="t" r="r" b="b"/>
              <a:pathLst>
                <a:path w="1921129" h="3291584">
                  <a:moveTo>
                    <a:pt x="0" y="3273550"/>
                  </a:moveTo>
                  <a:lnTo>
                    <a:pt x="1890014" y="0"/>
                  </a:lnTo>
                  <a:lnTo>
                    <a:pt x="1921129" y="18034"/>
                  </a:lnTo>
                  <a:lnTo>
                    <a:pt x="31115" y="3291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79121" y="3337050"/>
              <a:ext cx="3780027" cy="35941"/>
            </a:xfrm>
            <a:custGeom>
              <a:avLst/>
              <a:gdLst/>
              <a:ahLst/>
              <a:cxnLst/>
              <a:rect l="l" t="t" r="r" b="b"/>
              <a:pathLst>
                <a:path w="3780027" h="35941">
                  <a:moveTo>
                    <a:pt x="0" y="0"/>
                  </a:moveTo>
                  <a:lnTo>
                    <a:pt x="3780027" y="0"/>
                  </a:lnTo>
                  <a:lnTo>
                    <a:pt x="3780027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53514" y="72517"/>
              <a:ext cx="1921128" cy="3291584"/>
            </a:xfrm>
            <a:custGeom>
              <a:avLst/>
              <a:gdLst/>
              <a:ahLst/>
              <a:cxnLst/>
              <a:rect l="l" t="t" r="r" b="b"/>
              <a:pathLst>
                <a:path w="1921128" h="3291584">
                  <a:moveTo>
                    <a:pt x="1890013" y="3291584"/>
                  </a:moveTo>
                  <a:lnTo>
                    <a:pt x="0" y="18034"/>
                  </a:lnTo>
                  <a:lnTo>
                    <a:pt x="31115" y="0"/>
                  </a:lnTo>
                  <a:lnTo>
                    <a:pt x="1921128" y="3273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77085" y="63500"/>
              <a:ext cx="3780027" cy="35941"/>
            </a:xfrm>
            <a:custGeom>
              <a:avLst/>
              <a:gdLst/>
              <a:ahLst/>
              <a:cxnLst/>
              <a:rect l="l" t="t" r="r" b="b"/>
              <a:pathLst>
                <a:path w="3780027" h="35941">
                  <a:moveTo>
                    <a:pt x="0" y="0"/>
                  </a:moveTo>
                  <a:lnTo>
                    <a:pt x="3780027" y="0"/>
                  </a:lnTo>
                  <a:lnTo>
                    <a:pt x="3780027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061464" y="72517"/>
              <a:ext cx="1921256" cy="3291584"/>
            </a:xfrm>
            <a:custGeom>
              <a:avLst/>
              <a:gdLst/>
              <a:ahLst/>
              <a:cxnLst/>
              <a:rect l="l" t="t" r="r" b="b"/>
              <a:pathLst>
                <a:path w="1921256" h="3291584">
                  <a:moveTo>
                    <a:pt x="31242" y="0"/>
                  </a:moveTo>
                  <a:lnTo>
                    <a:pt x="1921255" y="3273550"/>
                  </a:lnTo>
                  <a:lnTo>
                    <a:pt x="1890140" y="3291584"/>
                  </a:lnTo>
                  <a:lnTo>
                    <a:pt x="0" y="180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3951477" y="72517"/>
              <a:ext cx="1921128" cy="3291584"/>
            </a:xfrm>
            <a:custGeom>
              <a:avLst/>
              <a:gdLst/>
              <a:ahLst/>
              <a:cxnLst/>
              <a:rect l="l" t="t" r="r" b="b"/>
              <a:pathLst>
                <a:path w="1921128" h="3291584">
                  <a:moveTo>
                    <a:pt x="0" y="3273550"/>
                  </a:moveTo>
                  <a:lnTo>
                    <a:pt x="1890014" y="0"/>
                  </a:lnTo>
                  <a:lnTo>
                    <a:pt x="1921129" y="18034"/>
                  </a:lnTo>
                  <a:lnTo>
                    <a:pt x="31242" y="3291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5949441" y="72517"/>
              <a:ext cx="1921256" cy="3291584"/>
            </a:xfrm>
            <a:custGeom>
              <a:avLst/>
              <a:gdLst/>
              <a:ahLst/>
              <a:cxnLst/>
              <a:rect l="l" t="t" r="r" b="b"/>
              <a:pathLst>
                <a:path w="1921256" h="3291584">
                  <a:moveTo>
                    <a:pt x="31242" y="0"/>
                  </a:moveTo>
                  <a:lnTo>
                    <a:pt x="1921255" y="3273550"/>
                  </a:lnTo>
                  <a:lnTo>
                    <a:pt x="1890140" y="3291584"/>
                  </a:lnTo>
                  <a:lnTo>
                    <a:pt x="0" y="180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59554" y="72517"/>
              <a:ext cx="1921129" cy="3291584"/>
            </a:xfrm>
            <a:custGeom>
              <a:avLst/>
              <a:gdLst/>
              <a:ahLst/>
              <a:cxnLst/>
              <a:rect l="l" t="t" r="r" b="b"/>
              <a:pathLst>
                <a:path w="1921129" h="3291584">
                  <a:moveTo>
                    <a:pt x="1921129" y="18034"/>
                  </a:moveTo>
                  <a:lnTo>
                    <a:pt x="31115" y="3291584"/>
                  </a:lnTo>
                  <a:lnTo>
                    <a:pt x="0" y="3273550"/>
                  </a:lnTo>
                  <a:lnTo>
                    <a:pt x="1889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075048" y="3337050"/>
              <a:ext cx="3780027" cy="35941"/>
            </a:xfrm>
            <a:custGeom>
              <a:avLst/>
              <a:gdLst/>
              <a:ahLst/>
              <a:cxnLst/>
              <a:rect l="l" t="t" r="r" b="b"/>
              <a:pathLst>
                <a:path w="3780027" h="35941">
                  <a:moveTo>
                    <a:pt x="0" y="0"/>
                  </a:moveTo>
                  <a:lnTo>
                    <a:pt x="3780028" y="0"/>
                  </a:lnTo>
                  <a:lnTo>
                    <a:pt x="3780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057517" y="72517"/>
              <a:ext cx="1921129" cy="3291584"/>
            </a:xfrm>
            <a:custGeom>
              <a:avLst/>
              <a:gdLst/>
              <a:ahLst/>
              <a:cxnLst/>
              <a:rect l="l" t="t" r="r" b="b"/>
              <a:pathLst>
                <a:path w="1921129" h="3291584">
                  <a:moveTo>
                    <a:pt x="1890014" y="3291584"/>
                  </a:moveTo>
                  <a:lnTo>
                    <a:pt x="0" y="18034"/>
                  </a:lnTo>
                  <a:lnTo>
                    <a:pt x="31116" y="0"/>
                  </a:lnTo>
                  <a:lnTo>
                    <a:pt x="1921129" y="3273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7947531" y="72517"/>
              <a:ext cx="1921128" cy="3291584"/>
            </a:xfrm>
            <a:custGeom>
              <a:avLst/>
              <a:gdLst/>
              <a:ahLst/>
              <a:cxnLst/>
              <a:rect l="l" t="t" r="r" b="b"/>
              <a:pathLst>
                <a:path w="1921128" h="3291584">
                  <a:moveTo>
                    <a:pt x="0" y="3273550"/>
                  </a:moveTo>
                  <a:lnTo>
                    <a:pt x="1890013" y="0"/>
                  </a:lnTo>
                  <a:lnTo>
                    <a:pt x="1921129" y="18034"/>
                  </a:lnTo>
                  <a:lnTo>
                    <a:pt x="31115" y="3291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073139" y="63500"/>
              <a:ext cx="3779900" cy="35941"/>
            </a:xfrm>
            <a:custGeom>
              <a:avLst/>
              <a:gdLst/>
              <a:ahLst/>
              <a:cxnLst/>
              <a:rect l="l" t="t" r="r" b="b"/>
              <a:pathLst>
                <a:path w="3779900" h="35941">
                  <a:moveTo>
                    <a:pt x="3779900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3779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79121" y="3445127"/>
              <a:ext cx="3780027" cy="35941"/>
            </a:xfrm>
            <a:custGeom>
              <a:avLst/>
              <a:gdLst/>
              <a:ahLst/>
              <a:cxnLst/>
              <a:rect l="l" t="t" r="r" b="b"/>
              <a:pathLst>
                <a:path w="3780027" h="35941">
                  <a:moveTo>
                    <a:pt x="0" y="0"/>
                  </a:moveTo>
                  <a:lnTo>
                    <a:pt x="3780027" y="0"/>
                  </a:lnTo>
                  <a:lnTo>
                    <a:pt x="3780027" y="35940"/>
                  </a:lnTo>
                  <a:lnTo>
                    <a:pt x="0" y="359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3454017"/>
              <a:ext cx="1921129" cy="3291710"/>
            </a:xfrm>
            <a:custGeom>
              <a:avLst/>
              <a:gdLst/>
              <a:ahLst/>
              <a:cxnLst/>
              <a:rect l="l" t="t" r="r" b="b"/>
              <a:pathLst>
                <a:path w="1921129" h="3291710">
                  <a:moveTo>
                    <a:pt x="31115" y="0"/>
                  </a:moveTo>
                  <a:lnTo>
                    <a:pt x="1921129" y="3273676"/>
                  </a:lnTo>
                  <a:lnTo>
                    <a:pt x="1890014" y="3291710"/>
                  </a:lnTo>
                  <a:lnTo>
                    <a:pt x="0" y="180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953514" y="3454017"/>
              <a:ext cx="1921129" cy="3291584"/>
            </a:xfrm>
            <a:custGeom>
              <a:avLst/>
              <a:gdLst/>
              <a:ahLst/>
              <a:cxnLst/>
              <a:rect l="l" t="t" r="r" b="b"/>
              <a:pathLst>
                <a:path w="1921129" h="3291584">
                  <a:moveTo>
                    <a:pt x="0" y="3273676"/>
                  </a:moveTo>
                  <a:lnTo>
                    <a:pt x="1890013" y="0"/>
                  </a:lnTo>
                  <a:lnTo>
                    <a:pt x="1921129" y="18034"/>
                  </a:lnTo>
                  <a:lnTo>
                    <a:pt x="31115" y="3291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061464" y="3454017"/>
              <a:ext cx="1921129" cy="3291584"/>
            </a:xfrm>
            <a:custGeom>
              <a:avLst/>
              <a:gdLst/>
              <a:ahLst/>
              <a:cxnLst/>
              <a:rect l="l" t="t" r="r" b="b"/>
              <a:pathLst>
                <a:path w="1921129" h="3291584">
                  <a:moveTo>
                    <a:pt x="0" y="3273676"/>
                  </a:moveTo>
                  <a:lnTo>
                    <a:pt x="1890013" y="0"/>
                  </a:lnTo>
                  <a:lnTo>
                    <a:pt x="1921129" y="18034"/>
                  </a:lnTo>
                  <a:lnTo>
                    <a:pt x="31242" y="3291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077085" y="6718677"/>
              <a:ext cx="3780027" cy="35941"/>
            </a:xfrm>
            <a:custGeom>
              <a:avLst/>
              <a:gdLst/>
              <a:ahLst/>
              <a:cxnLst/>
              <a:rect l="l" t="t" r="r" b="b"/>
              <a:pathLst>
                <a:path w="3780027" h="35941">
                  <a:moveTo>
                    <a:pt x="0" y="0"/>
                  </a:moveTo>
                  <a:lnTo>
                    <a:pt x="3780027" y="0"/>
                  </a:lnTo>
                  <a:lnTo>
                    <a:pt x="3780027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3951477" y="3454017"/>
              <a:ext cx="1921256" cy="3291584"/>
            </a:xfrm>
            <a:custGeom>
              <a:avLst/>
              <a:gdLst/>
              <a:ahLst/>
              <a:cxnLst/>
              <a:rect l="l" t="t" r="r" b="b"/>
              <a:pathLst>
                <a:path w="1921256" h="3291584">
                  <a:moveTo>
                    <a:pt x="1890014" y="3291584"/>
                  </a:moveTo>
                  <a:lnTo>
                    <a:pt x="0" y="18034"/>
                  </a:lnTo>
                  <a:lnTo>
                    <a:pt x="31116" y="0"/>
                  </a:lnTo>
                  <a:lnTo>
                    <a:pt x="1921256" y="3273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4059554" y="3454017"/>
              <a:ext cx="1921129" cy="3291584"/>
            </a:xfrm>
            <a:custGeom>
              <a:avLst/>
              <a:gdLst/>
              <a:ahLst/>
              <a:cxnLst/>
              <a:rect l="l" t="t" r="r" b="b"/>
              <a:pathLst>
                <a:path w="1921129" h="3291584">
                  <a:moveTo>
                    <a:pt x="1889887" y="3291584"/>
                  </a:moveTo>
                  <a:lnTo>
                    <a:pt x="0" y="18034"/>
                  </a:lnTo>
                  <a:lnTo>
                    <a:pt x="31115" y="0"/>
                  </a:lnTo>
                  <a:lnTo>
                    <a:pt x="1921129" y="3273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949441" y="3454017"/>
              <a:ext cx="1921129" cy="3291584"/>
            </a:xfrm>
            <a:custGeom>
              <a:avLst/>
              <a:gdLst/>
              <a:ahLst/>
              <a:cxnLst/>
              <a:rect l="l" t="t" r="r" b="b"/>
              <a:pathLst>
                <a:path w="1921129" h="3291584">
                  <a:moveTo>
                    <a:pt x="0" y="3273676"/>
                  </a:moveTo>
                  <a:lnTo>
                    <a:pt x="1890014" y="0"/>
                  </a:lnTo>
                  <a:lnTo>
                    <a:pt x="1921129" y="18034"/>
                  </a:lnTo>
                  <a:lnTo>
                    <a:pt x="31242" y="3291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075048" y="3445127"/>
              <a:ext cx="3780027" cy="35941"/>
            </a:xfrm>
            <a:custGeom>
              <a:avLst/>
              <a:gdLst/>
              <a:ahLst/>
              <a:cxnLst/>
              <a:rect l="l" t="t" r="r" b="b"/>
              <a:pathLst>
                <a:path w="3780027" h="35941">
                  <a:moveTo>
                    <a:pt x="3780028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3780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7947531" y="3454017"/>
              <a:ext cx="1921128" cy="3291710"/>
            </a:xfrm>
            <a:custGeom>
              <a:avLst/>
              <a:gdLst/>
              <a:ahLst/>
              <a:cxnLst/>
              <a:rect l="l" t="t" r="r" b="b"/>
              <a:pathLst>
                <a:path w="1921128" h="3291710">
                  <a:moveTo>
                    <a:pt x="31115" y="0"/>
                  </a:moveTo>
                  <a:lnTo>
                    <a:pt x="1921129" y="3273676"/>
                  </a:lnTo>
                  <a:lnTo>
                    <a:pt x="1890013" y="3291710"/>
                  </a:lnTo>
                  <a:lnTo>
                    <a:pt x="0" y="180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6057517" y="3454017"/>
              <a:ext cx="1921129" cy="3291584"/>
            </a:xfrm>
            <a:custGeom>
              <a:avLst/>
              <a:gdLst/>
              <a:ahLst/>
              <a:cxnLst/>
              <a:rect l="l" t="t" r="r" b="b"/>
              <a:pathLst>
                <a:path w="1921129" h="3291584">
                  <a:moveTo>
                    <a:pt x="1921129" y="18034"/>
                  </a:moveTo>
                  <a:lnTo>
                    <a:pt x="31116" y="3291584"/>
                  </a:lnTo>
                  <a:lnTo>
                    <a:pt x="0" y="3273550"/>
                  </a:lnTo>
                  <a:lnTo>
                    <a:pt x="18900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6073139" y="6718677"/>
              <a:ext cx="3779900" cy="35941"/>
            </a:xfrm>
            <a:custGeom>
              <a:avLst/>
              <a:gdLst/>
              <a:ahLst/>
              <a:cxnLst/>
              <a:rect l="l" t="t" r="r" b="b"/>
              <a:pathLst>
                <a:path w="3779900" h="35941">
                  <a:moveTo>
                    <a:pt x="0" y="0"/>
                  </a:moveTo>
                  <a:lnTo>
                    <a:pt x="3779900" y="0"/>
                  </a:lnTo>
                  <a:lnTo>
                    <a:pt x="3779900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420227" y="3434025"/>
            <a:ext cx="2038237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không có bàn phím nhưng vẫn cần nhập nội dung để dịch, có thể sử dụng…</a:t>
            </a:r>
          </a:p>
        </p:txBody>
      </p:sp>
      <p:sp>
        <p:nvSpPr>
          <p:cNvPr id="28" name="TextBox 28"/>
          <p:cNvSpPr txBox="1"/>
          <p:nvPr/>
        </p:nvSpPr>
        <p:spPr>
          <a:xfrm rot="-10800000">
            <a:off x="3124840" y="616723"/>
            <a:ext cx="2221160" cy="139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bằng giọng nói qua biểu tượng micro</a:t>
            </a:r>
          </a:p>
        </p:txBody>
      </p:sp>
      <p:sp>
        <p:nvSpPr>
          <p:cNvPr id="29" name="TextBox 29"/>
          <p:cNvSpPr txBox="1"/>
          <p:nvPr/>
        </p:nvSpPr>
        <p:spPr>
          <a:xfrm rot="3600000">
            <a:off x="3161400" y="2041146"/>
            <a:ext cx="618874" cy="166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“video”</a:t>
            </a:r>
          </a:p>
        </p:txBody>
      </p:sp>
      <p:sp>
        <p:nvSpPr>
          <p:cNvPr id="30" name="TextBox 30"/>
          <p:cNvSpPr txBox="1"/>
          <p:nvPr/>
        </p:nvSpPr>
        <p:spPr>
          <a:xfrm rot="-3601845">
            <a:off x="3776065" y="1995373"/>
            <a:ext cx="2307625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Từ khóa “Tin học” cho quá nhiều kết quả không liên quan, nguyên nhân là…</a:t>
            </a:r>
          </a:p>
        </p:txBody>
      </p:sp>
      <p:sp>
        <p:nvSpPr>
          <p:cNvPr id="31" name="TextBox 31"/>
          <p:cNvSpPr txBox="1"/>
          <p:nvPr/>
        </p:nvSpPr>
        <p:spPr>
          <a:xfrm rot="-7199677">
            <a:off x="6117391" y="2115698"/>
            <a:ext cx="1607206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muốn ưu tiên tài liệu dạng video, nên thêm vào từ khóa…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46000" y="3434025"/>
            <a:ext cx="1684357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tìm chính xác một bài học cụ thể, cần bổ sung vào từ khóa </a:t>
            </a:r>
          </a:p>
        </p:txBody>
      </p:sp>
      <p:sp>
        <p:nvSpPr>
          <p:cNvPr id="33" name="TextBox 33"/>
          <p:cNvSpPr txBox="1"/>
          <p:nvPr/>
        </p:nvSpPr>
        <p:spPr>
          <a:xfrm rot="7200000">
            <a:off x="2848805" y="5451209"/>
            <a:ext cx="1393032" cy="166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6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khóa quá chung chung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458464" y="6667687"/>
            <a:ext cx="2022027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có nhiều kết quả tìm kiếm, tiêu chí quan trọng để chọn là…</a:t>
            </a:r>
          </a:p>
        </p:txBody>
      </p:sp>
      <p:sp>
        <p:nvSpPr>
          <p:cNvPr id="35" name="TextBox 35"/>
          <p:cNvSpPr txBox="1"/>
          <p:nvPr/>
        </p:nvSpPr>
        <p:spPr>
          <a:xfrm rot="-10800000">
            <a:off x="7313366" y="616723"/>
            <a:ext cx="1856995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Lớp, bài, nội dung cụ thể ( “Tin học 11 bài 10 KNTT”)</a:t>
            </a:r>
          </a:p>
        </p:txBody>
      </p:sp>
      <p:sp>
        <p:nvSpPr>
          <p:cNvPr id="36" name="TextBox 36"/>
          <p:cNvSpPr txBox="1"/>
          <p:nvPr/>
        </p:nvSpPr>
        <p:spPr>
          <a:xfrm rot="-3515165">
            <a:off x="8127571" y="1903215"/>
            <a:ext cx="1201077" cy="40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muốn dịch nhanh một đoạn văn dài có sẵn trong file PDF, </a:t>
            </a:r>
          </a:p>
        </p:txBody>
      </p:sp>
      <p:sp>
        <p:nvSpPr>
          <p:cNvPr id="37" name="TextBox 37"/>
          <p:cNvSpPr txBox="1"/>
          <p:nvPr/>
        </p:nvSpPr>
        <p:spPr>
          <a:xfrm rot="3600000">
            <a:off x="6787652" y="1895201"/>
            <a:ext cx="1443024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 có thể sai hoặc không đúng ngữ cảnh</a:t>
            </a:r>
          </a:p>
        </p:txBody>
      </p:sp>
      <p:sp>
        <p:nvSpPr>
          <p:cNvPr id="38" name="TextBox 38"/>
          <p:cNvSpPr txBox="1"/>
          <p:nvPr/>
        </p:nvSpPr>
        <p:spPr>
          <a:xfrm rot="-7200000">
            <a:off x="7875432" y="5391149"/>
            <a:ext cx="1937930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chỉ sao chép kết quả dịch mà không kiểm tra lại, nguy cơ là…</a:t>
            </a:r>
          </a:p>
        </p:txBody>
      </p:sp>
      <p:sp>
        <p:nvSpPr>
          <p:cNvPr id="39" name="TextBox 39"/>
          <p:cNvSpPr txBox="1"/>
          <p:nvPr/>
        </p:nvSpPr>
        <p:spPr>
          <a:xfrm rot="-10800000">
            <a:off x="1623015" y="3972614"/>
            <a:ext cx="1632661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 phù hợp và nguồn đáng tin cậy</a:t>
            </a:r>
          </a:p>
        </p:txBody>
      </p:sp>
      <p:sp>
        <p:nvSpPr>
          <p:cNvPr id="40" name="TextBox 40"/>
          <p:cNvSpPr txBox="1"/>
          <p:nvPr/>
        </p:nvSpPr>
        <p:spPr>
          <a:xfrm rot="3600000">
            <a:off x="1070470" y="5391149"/>
            <a:ext cx="1105090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 dụng từ khóa khác nhau</a:t>
            </a:r>
          </a:p>
        </p:txBody>
      </p:sp>
      <p:sp>
        <p:nvSpPr>
          <p:cNvPr id="41" name="TextBox 41"/>
          <p:cNvSpPr txBox="1"/>
          <p:nvPr/>
        </p:nvSpPr>
        <p:spPr>
          <a:xfrm rot="-3631413">
            <a:off x="2370838" y="4983774"/>
            <a:ext cx="1320849" cy="40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khai thác tài nguyên Internet, kỹ năng quan trọng nhất là…</a:t>
            </a:r>
          </a:p>
        </p:txBody>
      </p:sp>
      <p:sp>
        <p:nvSpPr>
          <p:cNvPr id="42" name="TextBox 42"/>
          <p:cNvSpPr txBox="1"/>
          <p:nvPr/>
        </p:nvSpPr>
        <p:spPr>
          <a:xfrm rot="3576724">
            <a:off x="4772550" y="5299341"/>
            <a:ext cx="1727778" cy="27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933" spc="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Biết tìm kiếm và lựa chọn thông tin phù hợp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0C2E519C-8F5D-7F59-9BDB-7BF65427406D}"/>
              </a:ext>
            </a:extLst>
          </p:cNvPr>
          <p:cNvSpPr/>
          <p:nvPr/>
        </p:nvSpPr>
        <p:spPr>
          <a:xfrm>
            <a:off x="3539450" y="1997103"/>
            <a:ext cx="3764405" cy="3280253"/>
          </a:xfrm>
          <a:prstGeom prst="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4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433</Words>
  <Application>Microsoft Office PowerPoint</Application>
  <PresentationFormat>Custom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Ghep hinh Tarsia - From YourHomework-net (2).pdf</dc:title>
  <cp:lastModifiedBy>Trường Nguyễn Đăng</cp:lastModifiedBy>
  <cp:revision>3</cp:revision>
  <dcterms:created xsi:type="dcterms:W3CDTF">2006-08-16T00:00:00Z</dcterms:created>
  <dcterms:modified xsi:type="dcterms:W3CDTF">2026-03-23T20:53:02Z</dcterms:modified>
  <dc:identifier>DAHEy6Okbm4</dc:identifier>
</cp:coreProperties>
</file>